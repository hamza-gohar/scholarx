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2" r:id="rId4"/>
    <p:sldMasterId id="2147483703" r:id="rId5"/>
    <p:sldMasterId id="2147483704" r:id="rId6"/>
  </p:sldMasterIdLst>
  <p:notesMasterIdLst>
    <p:notesMasterId r:id="rId7"/>
  </p:notesMasterIdLst>
  <p:sldIdLst>
    <p:sldId id="256" r:id="rId8"/>
    <p:sldId id="258" r:id="rId10"/>
    <p:sldId id="262" r:id="rId14"/>
    <p:sldId id="268" r:id="rId20"/>
    <p:sldId id="271" r:id="rId23"/>
    <p:sldId id="281" r:id="rId33"/>
    <p:sldId id="282" r:id="rId34"/>
    <p:sldId id="290" r:id="rId42"/>
  </p:sldIdLst>
  <p:sldSz cy="5143500" cx="9144000"/>
  <p:notesSz cx="6858000" cy="9144000"/>
  <p:embeddedFontLst>
    <p:embeddedFont>
      <p:font typeface="Proxima Nova"/>
      <p:regular r:id="rId92"/>
      <p:bold r:id="rId93"/>
      <p:italic r:id="rId94"/>
      <p:boldItalic r:id="rId95"/>
    </p:embeddedFont>
    <p:embeddedFont>
      <p:font typeface="Roboto Medium"/>
      <p:regular r:id="rId96"/>
      <p:bold r:id="rId97"/>
      <p:italic r:id="rId98"/>
      <p:boldItalic r:id="rId99"/>
    </p:embeddedFont>
    <p:embeddedFont>
      <p:font typeface="Kulim Park"/>
      <p:regular r:id="rId100"/>
      <p:bold r:id="rId101"/>
      <p:italic r:id="rId102"/>
      <p:boldItalic r:id="rId103"/>
    </p:embeddedFont>
    <p:embeddedFont>
      <p:font typeface="Manrope"/>
      <p:regular r:id="rId104"/>
      <p:bold r:id="rId105"/>
    </p:embeddedFont>
    <p:embeddedFont>
      <p:font typeface="Proxima Nova Semibold"/>
      <p:regular r:id="rId106"/>
      <p:bold r:id="rId107"/>
      <p:boldItalic r:id="rId108"/>
    </p:embeddedFont>
    <p:embeddedFont>
      <p:font typeface="Barlow"/>
      <p:regular r:id="rId109"/>
      <p:bold r:id="rId110"/>
      <p:italic r:id="rId111"/>
      <p:boldItalic r:id="rId112"/>
    </p:embeddedFont>
    <p:embeddedFont>
      <p:font typeface="Amatic SC"/>
      <p:regular r:id="rId113"/>
      <p:bold r:id="rId114"/>
    </p:embeddedFont>
    <p:embeddedFont>
      <p:font typeface="Montserrat"/>
      <p:regular r:id="rId115"/>
      <p:bold r:id="rId116"/>
      <p:italic r:id="rId117"/>
      <p:boldItalic r:id="rId118"/>
    </p:embeddedFont>
    <p:embeddedFont>
      <p:font typeface="Manrope Medium"/>
      <p:regular r:id="rId119"/>
      <p:bold r:id="rId120"/>
    </p:embeddedFont>
    <p:embeddedFont>
      <p:font typeface="PT Sans"/>
      <p:regular r:id="rId121"/>
      <p:bold r:id="rId122"/>
      <p:italic r:id="rId123"/>
      <p:boldItalic r:id="rId124"/>
    </p:embeddedFont>
    <p:embeddedFont>
      <p:font typeface="Kulim Park SemiBold"/>
      <p:regular r:id="rId125"/>
      <p:bold r:id="rId126"/>
      <p:italic r:id="rId127"/>
      <p:boldItalic r:id="rId128"/>
    </p:embeddedFont>
    <p:embeddedFont>
      <p:font typeface="Comfortaa"/>
      <p:regular r:id="rId129"/>
      <p:bold r:id="rId13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B559A85-E3F2-4DD9-B4AC-259FDCF23E7D}">
  <a:tblStyle styleId="{6B559A85-E3F2-4DD9-B4AC-259FDCF23E7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C303033-18AF-4358-8235-079FAF8CAAED}"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1" Type="http://schemas.openxmlformats.org/officeDocument/2006/relationships/theme" Target="theme/theme4.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9" Type="http://schemas.openxmlformats.org/officeDocument/2006/relationships/slide" Target="slides/slide2.xml"/><Relationship Id="rId10" Type="http://schemas.openxmlformats.org/officeDocument/2006/relationships/slide" Target="slides/slide3.xml"/><Relationship Id="rId11" Type="http://schemas.openxmlformats.org/officeDocument/2006/relationships/slide" Target="slides/slide4.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font" Target="fonts/ProximaNova-regular.fntdata"/><Relationship Id="rId93" Type="http://schemas.openxmlformats.org/officeDocument/2006/relationships/font" Target="fonts/ProximaNova-bold.fntdata"/><Relationship Id="rId94" Type="http://schemas.openxmlformats.org/officeDocument/2006/relationships/font" Target="fonts/ProximaNova-italic.fntdata"/><Relationship Id="rId95" Type="http://schemas.openxmlformats.org/officeDocument/2006/relationships/font" Target="fonts/ProximaNova-boldItalic.fntdata"/><Relationship Id="rId96" Type="http://schemas.openxmlformats.org/officeDocument/2006/relationships/font" Target="fonts/RobotoMedium-regular.fntdata"/><Relationship Id="rId97" Type="http://schemas.openxmlformats.org/officeDocument/2006/relationships/font" Target="fonts/RobotoMedium-bold.fntdata"/><Relationship Id="rId98" Type="http://schemas.openxmlformats.org/officeDocument/2006/relationships/font" Target="fonts/RobotoMedium-italic.fntdata"/><Relationship Id="rId99" Type="http://schemas.openxmlformats.org/officeDocument/2006/relationships/font" Target="fonts/RobotoMedium-boldItalic.fntdata"/><Relationship Id="rId100" Type="http://schemas.openxmlformats.org/officeDocument/2006/relationships/font" Target="fonts/KulimPark-regular.fntdata"/><Relationship Id="rId101" Type="http://schemas.openxmlformats.org/officeDocument/2006/relationships/font" Target="fonts/KulimPark-bold.fntdata"/><Relationship Id="rId102" Type="http://schemas.openxmlformats.org/officeDocument/2006/relationships/font" Target="fonts/KulimPark-italic.fntdata"/><Relationship Id="rId103" Type="http://schemas.openxmlformats.org/officeDocument/2006/relationships/font" Target="fonts/KulimPark-boldItalic.fntdata"/><Relationship Id="rId104" Type="http://schemas.openxmlformats.org/officeDocument/2006/relationships/font" Target="fonts/Manrope-regular.fntdata"/><Relationship Id="rId105" Type="http://schemas.openxmlformats.org/officeDocument/2006/relationships/font" Target="fonts/Manrope-bold.fntdata"/><Relationship Id="rId106" Type="http://schemas.openxmlformats.org/officeDocument/2006/relationships/font" Target="fonts/ProximaNovaSemibold-regular.fntdata"/><Relationship Id="rId107" Type="http://schemas.openxmlformats.org/officeDocument/2006/relationships/font" Target="fonts/ProximaNovaSemibold-bold.fntdata"/><Relationship Id="rId108" Type="http://schemas.openxmlformats.org/officeDocument/2006/relationships/font" Target="fonts/ProximaNovaSemibold-boldItalic.fntdata"/><Relationship Id="rId109" Type="http://schemas.openxmlformats.org/officeDocument/2006/relationships/font" Target="fonts/Barlow-regular.fntdata"/><Relationship Id="rId110" Type="http://schemas.openxmlformats.org/officeDocument/2006/relationships/font" Target="fonts/Barlow-bold.fntdata"/><Relationship Id="rId111" Type="http://schemas.openxmlformats.org/officeDocument/2006/relationships/font" Target="fonts/Barlow-italic.fntdata"/><Relationship Id="rId112" Type="http://schemas.openxmlformats.org/officeDocument/2006/relationships/font" Target="fonts/Barlow-boldItalic.fntdata"/><Relationship Id="rId113" Type="http://schemas.openxmlformats.org/officeDocument/2006/relationships/font" Target="fonts/AmaticSC-regular.fntdata"/><Relationship Id="rId114" Type="http://schemas.openxmlformats.org/officeDocument/2006/relationships/font" Target="fonts/AmaticSC-bold.fntdata"/><Relationship Id="rId115" Type="http://schemas.openxmlformats.org/officeDocument/2006/relationships/font" Target="fonts/Montserrat-regular.fntdata"/><Relationship Id="rId116" Type="http://schemas.openxmlformats.org/officeDocument/2006/relationships/font" Target="fonts/Montserrat-bold.fntdata"/><Relationship Id="rId117" Type="http://schemas.openxmlformats.org/officeDocument/2006/relationships/font" Target="fonts/Montserrat-italic.fntdata"/><Relationship Id="rId118" Type="http://schemas.openxmlformats.org/officeDocument/2006/relationships/font" Target="fonts/Montserrat-boldItalic.fntdata"/><Relationship Id="rId119" Type="http://schemas.openxmlformats.org/officeDocument/2006/relationships/font" Target="fonts/ManropeMedium-regular.fntdata"/><Relationship Id="rId120" Type="http://schemas.openxmlformats.org/officeDocument/2006/relationships/font" Target="fonts/ManropeMedium-bold.fntdata"/><Relationship Id="rId121" Type="http://schemas.openxmlformats.org/officeDocument/2006/relationships/font" Target="fonts/PTSans-regular.fntdata"/><Relationship Id="rId122" Type="http://schemas.openxmlformats.org/officeDocument/2006/relationships/font" Target="fonts/PTSans-bold.fntdata"/><Relationship Id="rId123" Type="http://schemas.openxmlformats.org/officeDocument/2006/relationships/font" Target="fonts/PTSans-italic.fntdata"/><Relationship Id="rId124" Type="http://schemas.openxmlformats.org/officeDocument/2006/relationships/font" Target="fonts/PTSans-boldItalic.fntdata"/><Relationship Id="rId125" Type="http://schemas.openxmlformats.org/officeDocument/2006/relationships/font" Target="fonts/KulimParkSemiBold-regular.fntdata"/><Relationship Id="rId126" Type="http://schemas.openxmlformats.org/officeDocument/2006/relationships/font" Target="fonts/KulimParkSemiBold-bold.fntdata"/><Relationship Id="rId127" Type="http://schemas.openxmlformats.org/officeDocument/2006/relationships/font" Target="fonts/KulimParkSemiBold-italic.fntdata"/><Relationship Id="rId128" Type="http://schemas.openxmlformats.org/officeDocument/2006/relationships/font" Target="fonts/KulimParkSemiBold-boldItalic.fntdata"/><Relationship Id="rId129" Type="http://schemas.openxmlformats.org/officeDocument/2006/relationships/font" Target="fonts/Comfortaa-regular.fntdata"/><Relationship Id="rId130" Type="http://schemas.openxmlformats.org/officeDocument/2006/relationships/font" Target="fonts/Comfortaa-bold.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ead6129809_1_21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ead6129809_1_21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124dc3920d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124dc3920d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ead6129809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ead6129809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124dc3920de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124dc3920de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ead6129809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ead6129809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124dc3920de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124dc3920de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ead6129809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ead6129809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gead6129809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 name="Google Shape;663;gead6129809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 name="Shape 667"/>
        <p:cNvGrpSpPr/>
        <p:nvPr/>
      </p:nvGrpSpPr>
      <p:grpSpPr>
        <a:xfrm>
          <a:off x="0" y="0"/>
          <a:ext cx="0" cy="0"/>
          <a:chOff x="0" y="0"/>
          <a:chExt cx="0" cy="0"/>
        </a:xfrm>
      </p:grpSpPr>
      <p:sp>
        <p:nvSpPr>
          <p:cNvPr id="668" name="Google Shape;668;gead612980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 name="Google Shape;669;gead612980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124dc3920de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124dc3920de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ead6129809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ead6129809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g124dc3920de_0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 name="Google Shape;704;g124dc3920de_0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 name="Shape 720"/>
        <p:cNvGrpSpPr/>
        <p:nvPr/>
      </p:nvGrpSpPr>
      <p:grpSpPr>
        <a:xfrm>
          <a:off x="0" y="0"/>
          <a:ext cx="0" cy="0"/>
          <a:chOff x="0" y="0"/>
          <a:chExt cx="0" cy="0"/>
        </a:xfrm>
      </p:grpSpPr>
      <p:sp>
        <p:nvSpPr>
          <p:cNvPr id="721" name="Google Shape;721;g124dc3920de_0_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 name="Google Shape;722;g124dc3920de_0_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124dc3920de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124dc3920de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ead6129809_0_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ead6129809_0_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 name="Shape 768"/>
        <p:cNvGrpSpPr/>
        <p:nvPr/>
      </p:nvGrpSpPr>
      <p:grpSpPr>
        <a:xfrm>
          <a:off x="0" y="0"/>
          <a:ext cx="0" cy="0"/>
          <a:chOff x="0" y="0"/>
          <a:chExt cx="0" cy="0"/>
        </a:xfrm>
      </p:grpSpPr>
      <p:sp>
        <p:nvSpPr>
          <p:cNvPr id="769" name="Google Shape;769;g124dc3920de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124dc3920de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124dc3920de_0_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124dc3920de_0_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 name="Shape 787"/>
        <p:cNvGrpSpPr/>
        <p:nvPr/>
      </p:nvGrpSpPr>
      <p:grpSpPr>
        <a:xfrm>
          <a:off x="0" y="0"/>
          <a:ext cx="0" cy="0"/>
          <a:chOff x="0" y="0"/>
          <a:chExt cx="0" cy="0"/>
        </a:xfrm>
      </p:grpSpPr>
      <p:sp>
        <p:nvSpPr>
          <p:cNvPr id="788" name="Google Shape;788;gead6129809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 name="Google Shape;789;gead6129809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124dc3920de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124dc3920de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ead9bfe9e5_0_6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ead9bfe9e5_0_6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g124dc3920de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 name="Google Shape;863;g124dc3920de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g124dc3920de_0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 name="Google Shape;871;g124dc3920de_0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ead6129809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ead6129809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 name="Shape 900"/>
        <p:cNvGrpSpPr/>
        <p:nvPr/>
      </p:nvGrpSpPr>
      <p:grpSpPr>
        <a:xfrm>
          <a:off x="0" y="0"/>
          <a:ext cx="0" cy="0"/>
          <a:chOff x="0" y="0"/>
          <a:chExt cx="0" cy="0"/>
        </a:xfrm>
      </p:grpSpPr>
      <p:sp>
        <p:nvSpPr>
          <p:cNvPr id="901" name="Google Shape;901;gead6129809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 name="Google Shape;902;gead6129809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 name="Shape 929"/>
        <p:cNvGrpSpPr/>
        <p:nvPr/>
      </p:nvGrpSpPr>
      <p:grpSpPr>
        <a:xfrm>
          <a:off x="0" y="0"/>
          <a:ext cx="0" cy="0"/>
          <a:chOff x="0" y="0"/>
          <a:chExt cx="0" cy="0"/>
        </a:xfrm>
      </p:grpSpPr>
      <p:sp>
        <p:nvSpPr>
          <p:cNvPr id="930" name="Google Shape;930;gead6129809_1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 name="Google Shape;931;gead6129809_1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124dc3920de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124dc3920de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ead6129809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ead6129809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g124dc3920de_0_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 name="Google Shape;961;g124dc3920de_0_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ead6129809_0_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ead6129809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 name="Shape 991"/>
        <p:cNvGrpSpPr/>
        <p:nvPr/>
      </p:nvGrpSpPr>
      <p:grpSpPr>
        <a:xfrm>
          <a:off x="0" y="0"/>
          <a:ext cx="0" cy="0"/>
          <a:chOff x="0" y="0"/>
          <a:chExt cx="0" cy="0"/>
        </a:xfrm>
      </p:grpSpPr>
      <p:sp>
        <p:nvSpPr>
          <p:cNvPr id="992" name="Google Shape;992;g124dc3920de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 name="Google Shape;993;g124dc3920de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ead6129809_1_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6" name="Google Shape;1006;gead6129809_1_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124dc3920de_0_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124dc3920de_0_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 name="Shape 1034"/>
        <p:cNvGrpSpPr/>
        <p:nvPr/>
      </p:nvGrpSpPr>
      <p:grpSpPr>
        <a:xfrm>
          <a:off x="0" y="0"/>
          <a:ext cx="0" cy="0"/>
          <a:chOff x="0" y="0"/>
          <a:chExt cx="0" cy="0"/>
        </a:xfrm>
      </p:grpSpPr>
      <p:sp>
        <p:nvSpPr>
          <p:cNvPr id="1035" name="Google Shape;1035;gead6129809_1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6" name="Google Shape;1036;gead6129809_1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124dc3920de_0_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124dc3920de_0_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 name="Shape 1070"/>
        <p:cNvGrpSpPr/>
        <p:nvPr/>
      </p:nvGrpSpPr>
      <p:grpSpPr>
        <a:xfrm>
          <a:off x="0" y="0"/>
          <a:ext cx="0" cy="0"/>
          <a:chOff x="0" y="0"/>
          <a:chExt cx="0" cy="0"/>
        </a:xfrm>
      </p:grpSpPr>
      <p:sp>
        <p:nvSpPr>
          <p:cNvPr id="1071" name="Google Shape;1071;gead6129809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 name="Google Shape;1072;gead6129809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124dc3920de_0_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124dc3920de_0_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 name="Shape 1145"/>
        <p:cNvGrpSpPr/>
        <p:nvPr/>
      </p:nvGrpSpPr>
      <p:grpSpPr>
        <a:xfrm>
          <a:off x="0" y="0"/>
          <a:ext cx="0" cy="0"/>
          <a:chOff x="0" y="0"/>
          <a:chExt cx="0" cy="0"/>
        </a:xfrm>
      </p:grpSpPr>
      <p:sp>
        <p:nvSpPr>
          <p:cNvPr id="1146" name="Google Shape;1146;gead6129809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 name="Google Shape;1147;gead6129809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g124dc3920de_0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 name="Google Shape;1186;g124dc3920de_0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7" name="Shape 1207"/>
        <p:cNvGrpSpPr/>
        <p:nvPr/>
      </p:nvGrpSpPr>
      <p:grpSpPr>
        <a:xfrm>
          <a:off x="0" y="0"/>
          <a:ext cx="0" cy="0"/>
          <a:chOff x="0" y="0"/>
          <a:chExt cx="0" cy="0"/>
        </a:xfrm>
      </p:grpSpPr>
      <p:sp>
        <p:nvSpPr>
          <p:cNvPr id="1208" name="Google Shape;1208;gead6129809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 name="Google Shape;1209;gead6129809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 name="Shape 1212"/>
        <p:cNvGrpSpPr/>
        <p:nvPr/>
      </p:nvGrpSpPr>
      <p:grpSpPr>
        <a:xfrm>
          <a:off x="0" y="0"/>
          <a:ext cx="0" cy="0"/>
          <a:chOff x="0" y="0"/>
          <a:chExt cx="0" cy="0"/>
        </a:xfrm>
      </p:grpSpPr>
      <p:sp>
        <p:nvSpPr>
          <p:cNvPr id="1213" name="Google Shape;1213;gead6129809_1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ead6129809_1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 name="Shape 1234"/>
        <p:cNvGrpSpPr/>
        <p:nvPr/>
      </p:nvGrpSpPr>
      <p:grpSpPr>
        <a:xfrm>
          <a:off x="0" y="0"/>
          <a:ext cx="0" cy="0"/>
          <a:chOff x="0" y="0"/>
          <a:chExt cx="0" cy="0"/>
        </a:xfrm>
      </p:grpSpPr>
      <p:sp>
        <p:nvSpPr>
          <p:cNvPr id="1235" name="Google Shape;1235;gead6129809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 name="Google Shape;1236;gead6129809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 name="Shape 1278"/>
        <p:cNvGrpSpPr/>
        <p:nvPr/>
      </p:nvGrpSpPr>
      <p:grpSpPr>
        <a:xfrm>
          <a:off x="0" y="0"/>
          <a:ext cx="0" cy="0"/>
          <a:chOff x="0" y="0"/>
          <a:chExt cx="0" cy="0"/>
        </a:xfrm>
      </p:grpSpPr>
      <p:sp>
        <p:nvSpPr>
          <p:cNvPr id="1279" name="Google Shape;1279;g124dc3920de_0_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 name="Google Shape;1280;g124dc3920de_0_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 name="Shape 1301"/>
        <p:cNvGrpSpPr/>
        <p:nvPr/>
      </p:nvGrpSpPr>
      <p:grpSpPr>
        <a:xfrm>
          <a:off x="0" y="0"/>
          <a:ext cx="0" cy="0"/>
          <a:chOff x="0" y="0"/>
          <a:chExt cx="0" cy="0"/>
        </a:xfrm>
      </p:grpSpPr>
      <p:sp>
        <p:nvSpPr>
          <p:cNvPr id="1302" name="Google Shape;1302;gead6129809_1_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 name="Google Shape;1303;gead6129809_1_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 name="Shape 1332"/>
        <p:cNvGrpSpPr/>
        <p:nvPr/>
      </p:nvGrpSpPr>
      <p:grpSpPr>
        <a:xfrm>
          <a:off x="0" y="0"/>
          <a:ext cx="0" cy="0"/>
          <a:chOff x="0" y="0"/>
          <a:chExt cx="0" cy="0"/>
        </a:xfrm>
      </p:grpSpPr>
      <p:sp>
        <p:nvSpPr>
          <p:cNvPr id="1333" name="Google Shape;1333;gead6129809_1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 name="Google Shape;1334;gead6129809_1_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124dc3920de_0_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124dc3920de_0_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 name="Shape 1388"/>
        <p:cNvGrpSpPr/>
        <p:nvPr/>
      </p:nvGrpSpPr>
      <p:grpSpPr>
        <a:xfrm>
          <a:off x="0" y="0"/>
          <a:ext cx="0" cy="0"/>
          <a:chOff x="0" y="0"/>
          <a:chExt cx="0" cy="0"/>
        </a:xfrm>
      </p:grpSpPr>
      <p:sp>
        <p:nvSpPr>
          <p:cNvPr id="1389" name="Google Shape;1389;gead6129809_1_8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 name="Google Shape;1390;gead6129809_1_8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ead6129809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ead6129809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4" name="Shape 1424"/>
        <p:cNvGrpSpPr/>
        <p:nvPr/>
      </p:nvGrpSpPr>
      <p:grpSpPr>
        <a:xfrm>
          <a:off x="0" y="0"/>
          <a:ext cx="0" cy="0"/>
          <a:chOff x="0" y="0"/>
          <a:chExt cx="0" cy="0"/>
        </a:xfrm>
      </p:grpSpPr>
      <p:sp>
        <p:nvSpPr>
          <p:cNvPr id="1425" name="Google Shape;1425;ge85e18ee75_0_5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6" name="Google Shape;1426;ge85e18ee75_0_5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 name="Shape 1447"/>
        <p:cNvGrpSpPr/>
        <p:nvPr/>
      </p:nvGrpSpPr>
      <p:grpSpPr>
        <a:xfrm>
          <a:off x="0" y="0"/>
          <a:ext cx="0" cy="0"/>
          <a:chOff x="0" y="0"/>
          <a:chExt cx="0" cy="0"/>
        </a:xfrm>
      </p:grpSpPr>
      <p:sp>
        <p:nvSpPr>
          <p:cNvPr id="1448" name="Google Shape;1448;g124dc3920de_0_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 name="Google Shape;1449;g124dc3920de_0_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ead6129809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ead6129809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9" name="Shape 1469"/>
        <p:cNvGrpSpPr/>
        <p:nvPr/>
      </p:nvGrpSpPr>
      <p:grpSpPr>
        <a:xfrm>
          <a:off x="0" y="0"/>
          <a:ext cx="0" cy="0"/>
          <a:chOff x="0" y="0"/>
          <a:chExt cx="0" cy="0"/>
        </a:xfrm>
      </p:grpSpPr>
      <p:sp>
        <p:nvSpPr>
          <p:cNvPr id="1470" name="Google Shape;1470;g124dc3920de_0_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1" name="Google Shape;1471;g124dc3920de_0_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8" name="Shape 1488"/>
        <p:cNvGrpSpPr/>
        <p:nvPr/>
      </p:nvGrpSpPr>
      <p:grpSpPr>
        <a:xfrm>
          <a:off x="0" y="0"/>
          <a:ext cx="0" cy="0"/>
          <a:chOff x="0" y="0"/>
          <a:chExt cx="0" cy="0"/>
        </a:xfrm>
      </p:grpSpPr>
      <p:sp>
        <p:nvSpPr>
          <p:cNvPr id="1489" name="Google Shape;1489;gead6129809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0" name="Google Shape;1490;gead6129809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6" name="Shape 1496"/>
        <p:cNvGrpSpPr/>
        <p:nvPr/>
      </p:nvGrpSpPr>
      <p:grpSpPr>
        <a:xfrm>
          <a:off x="0" y="0"/>
          <a:ext cx="0" cy="0"/>
          <a:chOff x="0" y="0"/>
          <a:chExt cx="0" cy="0"/>
        </a:xfrm>
      </p:grpSpPr>
      <p:sp>
        <p:nvSpPr>
          <p:cNvPr id="1497" name="Google Shape;1497;g124dc3920de_0_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8" name="Google Shape;1498;g124dc3920de_0_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 name="Shape 1506"/>
        <p:cNvGrpSpPr/>
        <p:nvPr/>
      </p:nvGrpSpPr>
      <p:grpSpPr>
        <a:xfrm>
          <a:off x="0" y="0"/>
          <a:ext cx="0" cy="0"/>
          <a:chOff x="0" y="0"/>
          <a:chExt cx="0" cy="0"/>
        </a:xfrm>
      </p:grpSpPr>
      <p:sp>
        <p:nvSpPr>
          <p:cNvPr id="1507" name="Google Shape;1507;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 name="Google Shape;1508;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8" name="Shape 1518"/>
        <p:cNvGrpSpPr/>
        <p:nvPr/>
      </p:nvGrpSpPr>
      <p:grpSpPr>
        <a:xfrm>
          <a:off x="0" y="0"/>
          <a:ext cx="0" cy="0"/>
          <a:chOff x="0" y="0"/>
          <a:chExt cx="0" cy="0"/>
        </a:xfrm>
      </p:grpSpPr>
      <p:sp>
        <p:nvSpPr>
          <p:cNvPr id="1519" name="Google Shape;1519;gead6129809_0_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 name="Google Shape;1520;gead6129809_0_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124dc3920de_0_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124dc3920de_0_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gead6129809_0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6" name="Google Shape;1566;gead6129809_0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ead9bfe9e5_0_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ead9bfe9e5_0_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3" name="Shape 1733"/>
        <p:cNvGrpSpPr/>
        <p:nvPr/>
      </p:nvGrpSpPr>
      <p:grpSpPr>
        <a:xfrm>
          <a:off x="0" y="0"/>
          <a:ext cx="0" cy="0"/>
          <a:chOff x="0" y="0"/>
          <a:chExt cx="0" cy="0"/>
        </a:xfrm>
      </p:grpSpPr>
      <p:sp>
        <p:nvSpPr>
          <p:cNvPr id="1734" name="Google Shape;1734;g124dc3920de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5" name="Google Shape;1735;g124dc3920de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8" name="Shape 1848"/>
        <p:cNvGrpSpPr/>
        <p:nvPr/>
      </p:nvGrpSpPr>
      <p:grpSpPr>
        <a:xfrm>
          <a:off x="0" y="0"/>
          <a:ext cx="0" cy="0"/>
          <a:chOff x="0" y="0"/>
          <a:chExt cx="0" cy="0"/>
        </a:xfrm>
      </p:grpSpPr>
      <p:sp>
        <p:nvSpPr>
          <p:cNvPr id="1849" name="Google Shape;1849;gead6129809_0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0" name="Google Shape;1850;gead6129809_0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6" name="Shape 1896"/>
        <p:cNvGrpSpPr/>
        <p:nvPr/>
      </p:nvGrpSpPr>
      <p:grpSpPr>
        <a:xfrm>
          <a:off x="0" y="0"/>
          <a:ext cx="0" cy="0"/>
          <a:chOff x="0" y="0"/>
          <a:chExt cx="0" cy="0"/>
        </a:xfrm>
      </p:grpSpPr>
      <p:sp>
        <p:nvSpPr>
          <p:cNvPr id="1897" name="Google Shape;1897;g124dc3920de_0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8" name="Google Shape;1898;g124dc3920de_0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 name="Shape 1902"/>
        <p:cNvGrpSpPr/>
        <p:nvPr/>
      </p:nvGrpSpPr>
      <p:grpSpPr>
        <a:xfrm>
          <a:off x="0" y="0"/>
          <a:ext cx="0" cy="0"/>
          <a:chOff x="0" y="0"/>
          <a:chExt cx="0" cy="0"/>
        </a:xfrm>
      </p:grpSpPr>
      <p:sp>
        <p:nvSpPr>
          <p:cNvPr id="1903" name="Google Shape;1903;gead6129809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4" name="Google Shape;1904;gead6129809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8" name="Shape 1908"/>
        <p:cNvGrpSpPr/>
        <p:nvPr/>
      </p:nvGrpSpPr>
      <p:grpSpPr>
        <a:xfrm>
          <a:off x="0" y="0"/>
          <a:ext cx="0" cy="0"/>
          <a:chOff x="0" y="0"/>
          <a:chExt cx="0" cy="0"/>
        </a:xfrm>
      </p:grpSpPr>
      <p:sp>
        <p:nvSpPr>
          <p:cNvPr id="1909" name="Google Shape;1909;g124dc3920de_0_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0" name="Google Shape;1910;g124dc3920de_0_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4" name="Shape 1914"/>
        <p:cNvGrpSpPr/>
        <p:nvPr/>
      </p:nvGrpSpPr>
      <p:grpSpPr>
        <a:xfrm>
          <a:off x="0" y="0"/>
          <a:ext cx="0" cy="0"/>
          <a:chOff x="0" y="0"/>
          <a:chExt cx="0" cy="0"/>
        </a:xfrm>
      </p:grpSpPr>
      <p:sp>
        <p:nvSpPr>
          <p:cNvPr id="1915" name="Google Shape;1915;SLIDES_API92903987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6" name="Google Shape;1916;SLIDES_API92903987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1" name="Shape 1921"/>
        <p:cNvGrpSpPr/>
        <p:nvPr/>
      </p:nvGrpSpPr>
      <p:grpSpPr>
        <a:xfrm>
          <a:off x="0" y="0"/>
          <a:ext cx="0" cy="0"/>
          <a:chOff x="0" y="0"/>
          <a:chExt cx="0" cy="0"/>
        </a:xfrm>
      </p:grpSpPr>
      <p:sp>
        <p:nvSpPr>
          <p:cNvPr id="1922" name="Google Shape;1922;gfc0a439e2a_1_13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3" name="Google Shape;1923;gfc0a439e2a_1_13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8" name="Shape 1928"/>
        <p:cNvGrpSpPr/>
        <p:nvPr/>
      </p:nvGrpSpPr>
      <p:grpSpPr>
        <a:xfrm>
          <a:off x="0" y="0"/>
          <a:ext cx="0" cy="0"/>
          <a:chOff x="0" y="0"/>
          <a:chExt cx="0" cy="0"/>
        </a:xfrm>
      </p:grpSpPr>
      <p:sp>
        <p:nvSpPr>
          <p:cNvPr id="1929" name="Google Shape;1929;gfc0a439e2a_1_13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0" name="Google Shape;1930;gfc0a439e2a_1_13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fc0a439e2a_1_13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fc0a439e2a_1_13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7" name="Shape 1967"/>
        <p:cNvGrpSpPr/>
        <p:nvPr/>
      </p:nvGrpSpPr>
      <p:grpSpPr>
        <a:xfrm>
          <a:off x="0" y="0"/>
          <a:ext cx="0" cy="0"/>
          <a:chOff x="0" y="0"/>
          <a:chExt cx="0" cy="0"/>
        </a:xfrm>
      </p:grpSpPr>
      <p:sp>
        <p:nvSpPr>
          <p:cNvPr id="1968" name="Google Shape;1968;gfc0a439e2a_1_13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9" name="Google Shape;1969;gfc0a439e2a_1_13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4" name="Shape 2304"/>
        <p:cNvGrpSpPr/>
        <p:nvPr/>
      </p:nvGrpSpPr>
      <p:grpSpPr>
        <a:xfrm>
          <a:off x="0" y="0"/>
          <a:ext cx="0" cy="0"/>
          <a:chOff x="0" y="0"/>
          <a:chExt cx="0" cy="0"/>
        </a:xfrm>
      </p:grpSpPr>
      <p:sp>
        <p:nvSpPr>
          <p:cNvPr id="2305" name="Google Shape;2305;gfc0a439e2a_1_13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6" name="Google Shape;2306;gfc0a439e2a_1_13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4" name="Shape 8804"/>
        <p:cNvGrpSpPr/>
        <p:nvPr/>
      </p:nvGrpSpPr>
      <p:grpSpPr>
        <a:xfrm>
          <a:off x="0" y="0"/>
          <a:ext cx="0" cy="0"/>
          <a:chOff x="0" y="0"/>
          <a:chExt cx="0" cy="0"/>
        </a:xfrm>
      </p:grpSpPr>
      <p:sp>
        <p:nvSpPr>
          <p:cNvPr id="8805" name="Google Shape;8805;gfc0a439e2a_1_200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6" name="Google Shape;8806;gfc0a439e2a_1_200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1" name="Shape 9231"/>
        <p:cNvGrpSpPr/>
        <p:nvPr/>
      </p:nvGrpSpPr>
      <p:grpSpPr>
        <a:xfrm>
          <a:off x="0" y="0"/>
          <a:ext cx="0" cy="0"/>
          <a:chOff x="0" y="0"/>
          <a:chExt cx="0" cy="0"/>
        </a:xfrm>
      </p:grpSpPr>
      <p:sp>
        <p:nvSpPr>
          <p:cNvPr id="9232" name="Google Shape;9232;gfc0a439e2a_1_20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3" name="Google Shape;9233;gfc0a439e2a_1_20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4" name="Shape 9394"/>
        <p:cNvGrpSpPr/>
        <p:nvPr/>
      </p:nvGrpSpPr>
      <p:grpSpPr>
        <a:xfrm>
          <a:off x="0" y="0"/>
          <a:ext cx="0" cy="0"/>
          <a:chOff x="0" y="0"/>
          <a:chExt cx="0" cy="0"/>
        </a:xfrm>
      </p:grpSpPr>
      <p:sp>
        <p:nvSpPr>
          <p:cNvPr id="9395" name="Google Shape;9395;gfc0a439e2a_1_20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6" name="Google Shape;9396;gfc0a439e2a_1_20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6" name="Shape 9796"/>
        <p:cNvGrpSpPr/>
        <p:nvPr/>
      </p:nvGrpSpPr>
      <p:grpSpPr>
        <a:xfrm>
          <a:off x="0" y="0"/>
          <a:ext cx="0" cy="0"/>
          <a:chOff x="0" y="0"/>
          <a:chExt cx="0" cy="0"/>
        </a:xfrm>
      </p:grpSpPr>
      <p:sp>
        <p:nvSpPr>
          <p:cNvPr id="9797" name="Google Shape;9797;gfc0a439e2a_1_21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8" name="Google Shape;9798;gfc0a439e2a_1_21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7" name="Shape 10167"/>
        <p:cNvGrpSpPr/>
        <p:nvPr/>
      </p:nvGrpSpPr>
      <p:grpSpPr>
        <a:xfrm>
          <a:off x="0" y="0"/>
          <a:ext cx="0" cy="0"/>
          <a:chOff x="0" y="0"/>
          <a:chExt cx="0" cy="0"/>
        </a:xfrm>
      </p:grpSpPr>
      <p:sp>
        <p:nvSpPr>
          <p:cNvPr id="10168" name="Google Shape;10168;gfc0a439e2a_1_21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9" name="Google Shape;10169;gfc0a439e2a_1_21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9" name="Shape 10469"/>
        <p:cNvGrpSpPr/>
        <p:nvPr/>
      </p:nvGrpSpPr>
      <p:grpSpPr>
        <a:xfrm>
          <a:off x="0" y="0"/>
          <a:ext cx="0" cy="0"/>
          <a:chOff x="0" y="0"/>
          <a:chExt cx="0" cy="0"/>
        </a:xfrm>
      </p:grpSpPr>
      <p:sp>
        <p:nvSpPr>
          <p:cNvPr id="10470" name="Google Shape;10470;gfc0a439e2a_1_21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1" name="Google Shape;10471;gfc0a439e2a_1_21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1" name="Shape 10761"/>
        <p:cNvGrpSpPr/>
        <p:nvPr/>
      </p:nvGrpSpPr>
      <p:grpSpPr>
        <a:xfrm>
          <a:off x="0" y="0"/>
          <a:ext cx="0" cy="0"/>
          <a:chOff x="0" y="0"/>
          <a:chExt cx="0" cy="0"/>
        </a:xfrm>
      </p:grpSpPr>
      <p:sp>
        <p:nvSpPr>
          <p:cNvPr id="10762" name="Google Shape;10762;gfc0a439e2a_1_21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3" name="Google Shape;10763;gfc0a439e2a_1_21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0" name="Shape 11120"/>
        <p:cNvGrpSpPr/>
        <p:nvPr/>
      </p:nvGrpSpPr>
      <p:grpSpPr>
        <a:xfrm>
          <a:off x="0" y="0"/>
          <a:ext cx="0" cy="0"/>
          <a:chOff x="0" y="0"/>
          <a:chExt cx="0" cy="0"/>
        </a:xfrm>
      </p:grpSpPr>
      <p:sp>
        <p:nvSpPr>
          <p:cNvPr id="11121" name="Google Shape;11121;gfc0a439e2a_1_22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2" name="Google Shape;11122;gfc0a439e2a_1_22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7" name="Shape 11537"/>
        <p:cNvGrpSpPr/>
        <p:nvPr/>
      </p:nvGrpSpPr>
      <p:grpSpPr>
        <a:xfrm>
          <a:off x="0" y="0"/>
          <a:ext cx="0" cy="0"/>
          <a:chOff x="0" y="0"/>
          <a:chExt cx="0" cy="0"/>
        </a:xfrm>
      </p:grpSpPr>
      <p:sp>
        <p:nvSpPr>
          <p:cNvPr id="11538" name="Google Shape;11538;gfc0a439e2a_1_22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9" name="Google Shape;11539;gfc0a439e2a_1_22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7" name="Shape 11877"/>
        <p:cNvGrpSpPr/>
        <p:nvPr/>
      </p:nvGrpSpPr>
      <p:grpSpPr>
        <a:xfrm>
          <a:off x="0" y="0"/>
          <a:ext cx="0" cy="0"/>
          <a:chOff x="0" y="0"/>
          <a:chExt cx="0" cy="0"/>
        </a:xfrm>
      </p:grpSpPr>
      <p:sp>
        <p:nvSpPr>
          <p:cNvPr id="11878" name="Google Shape;11878;gfc0a439e2a_1_230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9" name="Google Shape;11879;gfc0a439e2a_1_230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5" name="Shape 12065"/>
        <p:cNvGrpSpPr/>
        <p:nvPr/>
      </p:nvGrpSpPr>
      <p:grpSpPr>
        <a:xfrm>
          <a:off x="0" y="0"/>
          <a:ext cx="0" cy="0"/>
          <a:chOff x="0" y="0"/>
          <a:chExt cx="0" cy="0"/>
        </a:xfrm>
      </p:grpSpPr>
      <p:sp>
        <p:nvSpPr>
          <p:cNvPr id="12066" name="Google Shape;12066;gfc0a439e2a_1_23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7" name="Google Shape;12067;gfc0a439e2a_1_23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1" name="Shape 12311"/>
        <p:cNvGrpSpPr/>
        <p:nvPr/>
      </p:nvGrpSpPr>
      <p:grpSpPr>
        <a:xfrm>
          <a:off x="0" y="0"/>
          <a:ext cx="0" cy="0"/>
          <a:chOff x="0" y="0"/>
          <a:chExt cx="0" cy="0"/>
        </a:xfrm>
      </p:grpSpPr>
      <p:sp>
        <p:nvSpPr>
          <p:cNvPr id="12312" name="Google Shape;12312;gfc0a439e2a_1_24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13" name="Google Shape;12313;gfc0a439e2a_1_24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rot="813319">
            <a:off x="-1616877"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flipH="1" rot="-649785">
            <a:off x="6475477"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125387"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8823147">
            <a:off x="-2265377"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536238" y="-142500"/>
            <a:ext cx="4935815" cy="3769836"/>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649785">
            <a:off x="716152"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1244193">
            <a:off x="4086917" y="-777268"/>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9555807">
            <a:off x="-6119383"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txBox="1"/>
          <p:nvPr>
            <p:ph type="ctrTitle"/>
          </p:nvPr>
        </p:nvSpPr>
        <p:spPr>
          <a:xfrm>
            <a:off x="723150" y="1494200"/>
            <a:ext cx="7697700" cy="1598100"/>
          </a:xfrm>
          <a:prstGeom prst="rect">
            <a:avLst/>
          </a:prstGeom>
        </p:spPr>
        <p:txBody>
          <a:bodyPr anchorCtr="0" anchor="ctr" bIns="91425" lIns="91425" spcFirstLastPara="1" rIns="91425" wrap="square" tIns="91425">
            <a:noAutofit/>
          </a:bodyPr>
          <a:lstStyle>
            <a:lvl1pPr lvl="0" rtl="0">
              <a:lnSpc>
                <a:spcPct val="90000"/>
              </a:lnSpc>
              <a:spcBef>
                <a:spcPts val="0"/>
              </a:spcBef>
              <a:spcAft>
                <a:spcPts val="0"/>
              </a:spcAft>
              <a:buSzPts val="5200"/>
              <a:buNone/>
              <a:defRPr sz="6600">
                <a:latin typeface="Kulim Park SemiBold"/>
                <a:ea typeface="Kulim Park SemiBold"/>
                <a:cs typeface="Kulim Park SemiBold"/>
                <a:sym typeface="Kulim Park SemiBold"/>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8" name="Google Shape;18;p2"/>
          <p:cNvSpPr txBox="1"/>
          <p:nvPr>
            <p:ph idx="1" type="subTitle"/>
          </p:nvPr>
        </p:nvSpPr>
        <p:spPr>
          <a:xfrm>
            <a:off x="1962550" y="3100575"/>
            <a:ext cx="5218500" cy="5487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txBox="1"/>
          <p:nvPr>
            <p:ph type="title"/>
          </p:nvPr>
        </p:nvSpPr>
        <p:spPr>
          <a:xfrm>
            <a:off x="716550" y="1929275"/>
            <a:ext cx="7410900" cy="1610100"/>
          </a:xfrm>
          <a:prstGeom prst="rect">
            <a:avLst/>
          </a:prstGeom>
          <a:noFill/>
          <a:ln>
            <a:noFill/>
          </a:ln>
        </p:spPr>
        <p:txBody>
          <a:bodyPr anchorCtr="0" anchor="b" bIns="91425" lIns="91425" spcFirstLastPara="1" rIns="91425" wrap="square" tIns="91425">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6" name="Google Shape;26;p3"/>
          <p:cNvSpPr txBox="1"/>
          <p:nvPr>
            <p:ph hasCustomPrompt="1" idx="2" type="title"/>
          </p:nvPr>
        </p:nvSpPr>
        <p:spPr>
          <a:xfrm>
            <a:off x="723300" y="845239"/>
            <a:ext cx="1498200" cy="11235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 name="Google Shape;27;p3"/>
          <p:cNvSpPr txBox="1"/>
          <p:nvPr>
            <p:ph idx="1" type="subTitle"/>
          </p:nvPr>
        </p:nvSpPr>
        <p:spPr>
          <a:xfrm>
            <a:off x="716550" y="3578850"/>
            <a:ext cx="7410900" cy="719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 name="Google Shape;28;p3"/>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p:nvPr/>
        </p:nvSpPr>
        <p:spPr>
          <a:xfrm rot="813319">
            <a:off x="-704002" y="2342077"/>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rot="-5553048">
            <a:off x="-3421688" y="1600648"/>
            <a:ext cx="5990367" cy="5613156"/>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flipH="1" rot="-1460553">
            <a:off x="6702382" y="-661835"/>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rot="3657786">
            <a:off x="7243056" y="893138"/>
            <a:ext cx="4558957" cy="1365879"/>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3624623">
            <a:off x="5761668" y="608449"/>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txBox="1"/>
          <p:nvPr>
            <p:ph type="title"/>
          </p:nvPr>
        </p:nvSpPr>
        <p:spPr>
          <a:xfrm>
            <a:off x="720000" y="437700"/>
            <a:ext cx="77028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 name="Google Shape;36;p4"/>
          <p:cNvSpPr txBox="1"/>
          <p:nvPr>
            <p:ph idx="1" type="body"/>
          </p:nvPr>
        </p:nvSpPr>
        <p:spPr>
          <a:xfrm>
            <a:off x="720000" y="1095450"/>
            <a:ext cx="7702800" cy="3610800"/>
          </a:xfrm>
          <a:prstGeom prst="rect">
            <a:avLst/>
          </a:prstGeom>
          <a:noFill/>
          <a:ln>
            <a:noFill/>
          </a:ln>
        </p:spPr>
        <p:txBody>
          <a:bodyPr anchorCtr="0" anchor="b" bIns="91425" lIns="91425" spcFirstLastPara="1" rIns="91425" wrap="square" tIns="91425">
            <a:noAutofit/>
          </a:bodyPr>
          <a:lstStyle>
            <a:lvl1pPr indent="-330200" lvl="0" marL="457200" rtl="0">
              <a:lnSpc>
                <a:spcPct val="100000"/>
              </a:lnSpc>
              <a:spcBef>
                <a:spcPts val="0"/>
              </a:spcBef>
              <a:spcAft>
                <a:spcPts val="0"/>
              </a:spcAft>
              <a:buSzPts val="1600"/>
              <a:buChar char="●"/>
              <a:defRPr sz="1250">
                <a:latin typeface="Manrope"/>
                <a:ea typeface="Manrope"/>
                <a:cs typeface="Manrope"/>
                <a:sym typeface="Manrope"/>
              </a:defRPr>
            </a:lvl1pPr>
            <a:lvl2pPr indent="-330200" lvl="1" marL="914400" rtl="0">
              <a:lnSpc>
                <a:spcPct val="100000"/>
              </a:lnSpc>
              <a:spcBef>
                <a:spcPts val="0"/>
              </a:spcBef>
              <a:spcAft>
                <a:spcPts val="0"/>
              </a:spcAft>
              <a:buSzPts val="1600"/>
              <a:buChar char="○"/>
              <a:defRPr/>
            </a:lvl2pPr>
            <a:lvl3pPr indent="-330200" lvl="2" marL="1371600" rtl="0">
              <a:lnSpc>
                <a:spcPct val="100000"/>
              </a:lnSpc>
              <a:spcBef>
                <a:spcPts val="0"/>
              </a:spcBef>
              <a:spcAft>
                <a:spcPts val="0"/>
              </a:spcAft>
              <a:buSzPts val="1600"/>
              <a:buChar char="■"/>
              <a:defRPr/>
            </a:lvl3pPr>
            <a:lvl4pPr indent="-330200" lvl="3" marL="1828800" rtl="0">
              <a:lnSpc>
                <a:spcPct val="100000"/>
              </a:lnSpc>
              <a:spcBef>
                <a:spcPts val="0"/>
              </a:spcBef>
              <a:spcAft>
                <a:spcPts val="0"/>
              </a:spcAft>
              <a:buSzPts val="1600"/>
              <a:buChar char="●"/>
              <a:defRPr/>
            </a:lvl4pPr>
            <a:lvl5pPr indent="-330200" lvl="4" marL="2286000" rtl="0">
              <a:lnSpc>
                <a:spcPct val="100000"/>
              </a:lnSpc>
              <a:spcBef>
                <a:spcPts val="0"/>
              </a:spcBef>
              <a:spcAft>
                <a:spcPts val="0"/>
              </a:spcAft>
              <a:buSzPts val="1600"/>
              <a:buChar char="○"/>
              <a:defRPr/>
            </a:lvl5pPr>
            <a:lvl6pPr indent="-330200" lvl="5" marL="2743200" rtl="0">
              <a:lnSpc>
                <a:spcPct val="100000"/>
              </a:lnSpc>
              <a:spcBef>
                <a:spcPts val="0"/>
              </a:spcBef>
              <a:spcAft>
                <a:spcPts val="0"/>
              </a:spcAft>
              <a:buSzPts val="1600"/>
              <a:buChar char="■"/>
              <a:defRPr/>
            </a:lvl6pPr>
            <a:lvl7pPr indent="-330200" lvl="6" marL="3200400" rtl="0">
              <a:lnSpc>
                <a:spcPct val="100000"/>
              </a:lnSpc>
              <a:spcBef>
                <a:spcPts val="0"/>
              </a:spcBef>
              <a:spcAft>
                <a:spcPts val="0"/>
              </a:spcAft>
              <a:buSzPts val="1600"/>
              <a:buChar char="●"/>
              <a:defRPr/>
            </a:lvl7pPr>
            <a:lvl8pPr indent="-330200" lvl="7" marL="3657600" rtl="0">
              <a:lnSpc>
                <a:spcPct val="100000"/>
              </a:lnSpc>
              <a:spcBef>
                <a:spcPts val="0"/>
              </a:spcBef>
              <a:spcAft>
                <a:spcPts val="0"/>
              </a:spcAft>
              <a:buSzPts val="1600"/>
              <a:buChar char="○"/>
              <a:defRPr/>
            </a:lvl8pPr>
            <a:lvl9pPr indent="-330200" lvl="8" marL="4114800" rtl="0">
              <a:lnSpc>
                <a:spcPct val="100000"/>
              </a:lnSpc>
              <a:spcBef>
                <a:spcPts val="0"/>
              </a:spcBef>
              <a:spcAft>
                <a:spcPts val="0"/>
              </a:spcAft>
              <a:buSzPts val="16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7" name="Shape 37"/>
        <p:cNvGrpSpPr/>
        <p:nvPr/>
      </p:nvGrpSpPr>
      <p:grpSpPr>
        <a:xfrm>
          <a:off x="0" y="0"/>
          <a:ext cx="0" cy="0"/>
          <a:chOff x="0" y="0"/>
          <a:chExt cx="0" cy="0"/>
        </a:xfrm>
      </p:grpSpPr>
      <p:sp>
        <p:nvSpPr>
          <p:cNvPr id="38" name="Google Shape;38;p5"/>
          <p:cNvSpPr/>
          <p:nvPr/>
        </p:nvSpPr>
        <p:spPr>
          <a:xfrm>
            <a:off x="-4528356"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flipH="1" rot="-9405665">
            <a:off x="6846081" y="1281156"/>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flipH="1" rot="1478505">
            <a:off x="3709533"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 name="Google Shape;42;p5"/>
          <p:cNvSpPr txBox="1"/>
          <p:nvPr>
            <p:ph idx="2" type="title"/>
          </p:nvPr>
        </p:nvSpPr>
        <p:spPr>
          <a:xfrm>
            <a:off x="4789925" y="3371526"/>
            <a:ext cx="23253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3" name="Google Shape;43;p5"/>
          <p:cNvSpPr txBox="1"/>
          <p:nvPr>
            <p:ph idx="1" type="subTitle"/>
          </p:nvPr>
        </p:nvSpPr>
        <p:spPr>
          <a:xfrm>
            <a:off x="4789950" y="3879601"/>
            <a:ext cx="2325300" cy="62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4" name="Google Shape;44;p5"/>
          <p:cNvSpPr txBox="1"/>
          <p:nvPr>
            <p:ph idx="3" type="title"/>
          </p:nvPr>
        </p:nvSpPr>
        <p:spPr>
          <a:xfrm>
            <a:off x="2028750" y="3371526"/>
            <a:ext cx="23253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 name="Google Shape;45;p5"/>
          <p:cNvSpPr txBox="1"/>
          <p:nvPr>
            <p:ph idx="4" type="subTitle"/>
          </p:nvPr>
        </p:nvSpPr>
        <p:spPr>
          <a:xfrm>
            <a:off x="2028775" y="3879601"/>
            <a:ext cx="2325300" cy="62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6" name="Google Shape;46;p5"/>
          <p:cNvSpPr/>
          <p:nvPr/>
        </p:nvSpPr>
        <p:spPr>
          <a:xfrm flipH="1" rot="9524149">
            <a:off x="-6659422" y="-2925302"/>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rot="-9555841">
            <a:off x="-6785773"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sp>
        <p:nvSpPr>
          <p:cNvPr id="49" name="Google Shape;49;p6"/>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rot="3952094">
            <a:off x="497883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rot="-7426355">
            <a:off x="-555754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7" name="Shape 57"/>
        <p:cNvGrpSpPr/>
        <p:nvPr/>
      </p:nvGrpSpPr>
      <p:grpSpPr>
        <a:xfrm>
          <a:off x="0" y="0"/>
          <a:ext cx="0" cy="0"/>
          <a:chOff x="0" y="0"/>
          <a:chExt cx="0" cy="0"/>
        </a:xfrm>
      </p:grpSpPr>
      <p:sp>
        <p:nvSpPr>
          <p:cNvPr id="58" name="Google Shape;58;p7"/>
          <p:cNvSpPr/>
          <p:nvPr/>
        </p:nvSpPr>
        <p:spPr>
          <a:xfrm flipH="1" rot="3394465">
            <a:off x="5041484" y="22860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7"/>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p:nvPr/>
        </p:nvSpPr>
        <p:spPr>
          <a:xfrm flipH="1" rot="955394">
            <a:off x="1460861" y="-2197712"/>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7"/>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00000"/>
              </a:lnSpc>
              <a:spcBef>
                <a:spcPts val="0"/>
              </a:spcBef>
              <a:spcAft>
                <a:spcPts val="0"/>
              </a:spcAft>
              <a:buSzPts val="1600"/>
              <a:buFont typeface="Nunito Light"/>
              <a:buChar char="○"/>
              <a:defRPr/>
            </a:lvl2pPr>
            <a:lvl3pPr indent="-323850" lvl="2" marL="1371600" rtl="0">
              <a:lnSpc>
                <a:spcPct val="100000"/>
              </a:lnSpc>
              <a:spcBef>
                <a:spcPts val="1600"/>
              </a:spcBef>
              <a:spcAft>
                <a:spcPts val="0"/>
              </a:spcAft>
              <a:buSzPts val="1500"/>
              <a:buFont typeface="Nunito Light"/>
              <a:buChar char="■"/>
              <a:defRPr/>
            </a:lvl3pPr>
            <a:lvl4pPr indent="-323850" lvl="3" marL="1828800" rtl="0">
              <a:lnSpc>
                <a:spcPct val="100000"/>
              </a:lnSpc>
              <a:spcBef>
                <a:spcPts val="1600"/>
              </a:spcBef>
              <a:spcAft>
                <a:spcPts val="0"/>
              </a:spcAft>
              <a:buSzPts val="1500"/>
              <a:buFont typeface="Nunito Light"/>
              <a:buChar char="●"/>
              <a:defRPr/>
            </a:lvl4pPr>
            <a:lvl5pPr indent="-330200" lvl="4" marL="2286000" rtl="0">
              <a:lnSpc>
                <a:spcPct val="100000"/>
              </a:lnSpc>
              <a:spcBef>
                <a:spcPts val="1600"/>
              </a:spcBef>
              <a:spcAft>
                <a:spcPts val="0"/>
              </a:spcAft>
              <a:buSzPts val="1600"/>
              <a:buFont typeface="Nunito Light"/>
              <a:buChar char="○"/>
              <a:defRPr/>
            </a:lvl5pPr>
            <a:lvl6pPr indent="-330200" lvl="5" marL="2743200" rtl="0">
              <a:lnSpc>
                <a:spcPct val="100000"/>
              </a:lnSpc>
              <a:spcBef>
                <a:spcPts val="1600"/>
              </a:spcBef>
              <a:spcAft>
                <a:spcPts val="0"/>
              </a:spcAft>
              <a:buSzPts val="1600"/>
              <a:buFont typeface="Nunito Light"/>
              <a:buChar char="■"/>
              <a:defRPr/>
            </a:lvl6pPr>
            <a:lvl7pPr indent="-311150" lvl="6" marL="3200400" rtl="0">
              <a:lnSpc>
                <a:spcPct val="100000"/>
              </a:lnSpc>
              <a:spcBef>
                <a:spcPts val="1600"/>
              </a:spcBef>
              <a:spcAft>
                <a:spcPts val="0"/>
              </a:spcAft>
              <a:buSzPts val="1300"/>
              <a:buFont typeface="Nunito Light"/>
              <a:buChar char="●"/>
              <a:defRPr/>
            </a:lvl7pPr>
            <a:lvl8pPr indent="-311150" lvl="7" marL="3657600" rtl="0">
              <a:lnSpc>
                <a:spcPct val="100000"/>
              </a:lnSpc>
              <a:spcBef>
                <a:spcPts val="1600"/>
              </a:spcBef>
              <a:spcAft>
                <a:spcPts val="0"/>
              </a:spcAft>
              <a:buSzPts val="1300"/>
              <a:buFont typeface="Nunito Light"/>
              <a:buChar char="○"/>
              <a:defRPr/>
            </a:lvl8pPr>
            <a:lvl9pPr indent="-330200" lvl="8" marL="4114800" rtl="0">
              <a:lnSpc>
                <a:spcPct val="100000"/>
              </a:lnSpc>
              <a:spcBef>
                <a:spcPts val="1600"/>
              </a:spcBef>
              <a:spcAft>
                <a:spcPts val="1600"/>
              </a:spcAft>
              <a:buSzPts val="1600"/>
              <a:buFont typeface="Nunito Light"/>
              <a:buChar char="■"/>
              <a:defRPr/>
            </a:lvl9pPr>
          </a:lstStyle>
          <a:p/>
        </p:txBody>
      </p:sp>
      <p:sp>
        <p:nvSpPr>
          <p:cNvPr id="62" name="Google Shape;62;p7"/>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3" name="Shape 63"/>
        <p:cNvGrpSpPr/>
        <p:nvPr/>
      </p:nvGrpSpPr>
      <p:grpSpPr>
        <a:xfrm>
          <a:off x="0" y="0"/>
          <a:ext cx="0" cy="0"/>
          <a:chOff x="0" y="0"/>
          <a:chExt cx="0" cy="0"/>
        </a:xfrm>
      </p:grpSpPr>
      <p:sp>
        <p:nvSpPr>
          <p:cNvPr id="64" name="Google Shape;64;p8"/>
          <p:cNvSpPr/>
          <p:nvPr/>
        </p:nvSpPr>
        <p:spPr>
          <a:xfrm flipH="1" rot="-813319">
            <a:off x="4432698"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rot="649785">
            <a:off x="-1816445"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flipH="1">
            <a:off x="620870"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flipH="1" rot="-8823147">
            <a:off x="5492915"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flipH="1">
            <a:off x="-2254122" y="-142500"/>
            <a:ext cx="4935815" cy="3769836"/>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flipH="1" rot="-649785">
            <a:off x="3942880"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flipH="1" rot="-1244193">
            <a:off x="-2695083" y="-777268"/>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flipH="1" rot="9555807">
            <a:off x="7511217"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txBox="1"/>
          <p:nvPr>
            <p:ph type="title"/>
          </p:nvPr>
        </p:nvSpPr>
        <p:spPr>
          <a:xfrm>
            <a:off x="1796850" y="1301800"/>
            <a:ext cx="5550300" cy="25398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4800"/>
              <a:buNone/>
              <a:defRPr sz="8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3" name="Shape 73"/>
        <p:cNvGrpSpPr/>
        <p:nvPr/>
      </p:nvGrpSpPr>
      <p:grpSpPr>
        <a:xfrm>
          <a:off x="0" y="0"/>
          <a:ext cx="0" cy="0"/>
          <a:chOff x="0" y="0"/>
          <a:chExt cx="0" cy="0"/>
        </a:xfrm>
      </p:grpSpPr>
      <p:sp>
        <p:nvSpPr>
          <p:cNvPr id="74" name="Google Shape;74;p9"/>
          <p:cNvSpPr/>
          <p:nvPr/>
        </p:nvSpPr>
        <p:spPr>
          <a:xfrm rot="813319">
            <a:off x="-2477752" y="-5055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9"/>
          <p:cNvSpPr/>
          <p:nvPr/>
        </p:nvSpPr>
        <p:spPr>
          <a:xfrm flipH="1" rot="3394465">
            <a:off x="4067684" y="51096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9"/>
          <p:cNvSpPr/>
          <p:nvPr/>
        </p:nvSpPr>
        <p:spPr>
          <a:xfrm>
            <a:off x="7010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9"/>
          <p:cNvSpPr/>
          <p:nvPr/>
        </p:nvSpPr>
        <p:spPr>
          <a:xfrm rot="3406877">
            <a:off x="3098060" y="-32126"/>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9"/>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9"/>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9"/>
          <p:cNvSpPr/>
          <p:nvPr/>
        </p:nvSpPr>
        <p:spPr>
          <a:xfrm rot="-7426355">
            <a:off x="-555754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9"/>
          <p:cNvSpPr txBox="1"/>
          <p:nvPr>
            <p:ph type="title"/>
          </p:nvPr>
        </p:nvSpPr>
        <p:spPr>
          <a:xfrm>
            <a:off x="723300" y="775600"/>
            <a:ext cx="6137400" cy="17844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5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2" name="Google Shape;82;p9"/>
          <p:cNvSpPr txBox="1"/>
          <p:nvPr>
            <p:ph idx="1" type="subTitle"/>
          </p:nvPr>
        </p:nvSpPr>
        <p:spPr>
          <a:xfrm>
            <a:off x="799500" y="2583500"/>
            <a:ext cx="61374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3" name="Shape 83"/>
        <p:cNvGrpSpPr/>
        <p:nvPr/>
      </p:nvGrpSpPr>
      <p:grpSpPr>
        <a:xfrm>
          <a:off x="0" y="0"/>
          <a:ext cx="0" cy="0"/>
          <a:chOff x="0" y="0"/>
          <a:chExt cx="0" cy="0"/>
        </a:xfrm>
      </p:grpSpPr>
      <p:sp>
        <p:nvSpPr>
          <p:cNvPr id="84" name="Google Shape;84;p10"/>
          <p:cNvSpPr/>
          <p:nvPr>
            <p:ph idx="2" type="pic"/>
          </p:nvPr>
        </p:nvSpPr>
        <p:spPr>
          <a:xfrm>
            <a:off x="0" y="0"/>
            <a:ext cx="9144000" cy="5143500"/>
          </a:xfrm>
          <a:prstGeom prst="rect">
            <a:avLst/>
          </a:prstGeom>
          <a:noFill/>
          <a:ln>
            <a:noFill/>
          </a:ln>
        </p:spPr>
      </p:sp>
      <p:sp>
        <p:nvSpPr>
          <p:cNvPr id="85" name="Google Shape;85;p10"/>
          <p:cNvSpPr txBox="1"/>
          <p:nvPr>
            <p:ph type="title"/>
          </p:nvPr>
        </p:nvSpPr>
        <p:spPr>
          <a:xfrm>
            <a:off x="723300" y="1315950"/>
            <a:ext cx="2771700" cy="25116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2800"/>
              <a:buNone/>
              <a:defRPr sz="3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6" name="Shape 86"/>
        <p:cNvGrpSpPr/>
        <p:nvPr/>
      </p:nvGrpSpPr>
      <p:grpSpPr>
        <a:xfrm>
          <a:off x="0" y="0"/>
          <a:ext cx="0" cy="0"/>
          <a:chOff x="0" y="0"/>
          <a:chExt cx="0" cy="0"/>
        </a:xfrm>
      </p:grpSpPr>
      <p:sp>
        <p:nvSpPr>
          <p:cNvPr id="87" name="Google Shape;87;p11"/>
          <p:cNvSpPr/>
          <p:nvPr/>
        </p:nvSpPr>
        <p:spPr>
          <a:xfrm rot="-10285629">
            <a:off x="5066449"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1"/>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1"/>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1"/>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1"/>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1"/>
          <p:cNvSpPr/>
          <p:nvPr/>
        </p:nvSpPr>
        <p:spPr>
          <a:xfrm flipH="1" rot="9555841">
            <a:off x="70234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1"/>
          <p:cNvSpPr txBox="1"/>
          <p:nvPr>
            <p:ph hasCustomPrompt="1" type="title"/>
          </p:nvPr>
        </p:nvSpPr>
        <p:spPr>
          <a:xfrm>
            <a:off x="1248600" y="1528200"/>
            <a:ext cx="6646800" cy="153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11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94" name="Google Shape;94;p11"/>
          <p:cNvSpPr txBox="1"/>
          <p:nvPr>
            <p:ph idx="1" type="subTitle"/>
          </p:nvPr>
        </p:nvSpPr>
        <p:spPr>
          <a:xfrm>
            <a:off x="1248450" y="3114175"/>
            <a:ext cx="66468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95" name="Shape 9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0">
    <p:spTree>
      <p:nvGrpSpPr>
        <p:cNvPr id="96" name="Shape 96"/>
        <p:cNvGrpSpPr/>
        <p:nvPr/>
      </p:nvGrpSpPr>
      <p:grpSpPr>
        <a:xfrm>
          <a:off x="0" y="0"/>
          <a:ext cx="0" cy="0"/>
          <a:chOff x="0" y="0"/>
          <a:chExt cx="0" cy="0"/>
        </a:xfrm>
      </p:grpSpPr>
      <p:sp>
        <p:nvSpPr>
          <p:cNvPr id="97" name="Google Shape;97;p13"/>
          <p:cNvSpPr/>
          <p:nvPr/>
        </p:nvSpPr>
        <p:spPr>
          <a:xfrm flipH="1" rot="-514371">
            <a:off x="4546199" y="58167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3"/>
          <p:cNvSpPr/>
          <p:nvPr/>
        </p:nvSpPr>
        <p:spPr>
          <a:xfrm rot="10800000">
            <a:off x="6590028" y="-183052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3"/>
          <p:cNvSpPr/>
          <p:nvPr/>
        </p:nvSpPr>
        <p:spPr>
          <a:xfrm rot="1051413">
            <a:off x="5372927" y="-597860"/>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3"/>
          <p:cNvSpPr/>
          <p:nvPr/>
        </p:nvSpPr>
        <p:spPr>
          <a:xfrm rot="6697654">
            <a:off x="-3373442" y="-4867145"/>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3"/>
          <p:cNvSpPr/>
          <p:nvPr/>
        </p:nvSpPr>
        <p:spPr>
          <a:xfrm flipH="1" rot="9986681">
            <a:off x="-4180552" y="104304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3"/>
          <p:cNvSpPr txBox="1"/>
          <p:nvPr>
            <p:ph type="title"/>
          </p:nvPr>
        </p:nvSpPr>
        <p:spPr>
          <a:xfrm>
            <a:off x="3394963" y="1596925"/>
            <a:ext cx="3855600" cy="16101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3" name="Google Shape;103;p13"/>
          <p:cNvSpPr txBox="1"/>
          <p:nvPr>
            <p:ph hasCustomPrompt="1" idx="2" type="title"/>
          </p:nvPr>
        </p:nvSpPr>
        <p:spPr>
          <a:xfrm>
            <a:off x="1893438" y="1677639"/>
            <a:ext cx="1498200" cy="11235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4" name="Google Shape;104;p13"/>
          <p:cNvSpPr txBox="1"/>
          <p:nvPr>
            <p:ph idx="1" type="subTitle"/>
          </p:nvPr>
        </p:nvSpPr>
        <p:spPr>
          <a:xfrm>
            <a:off x="3394963" y="3246489"/>
            <a:ext cx="2752500" cy="719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05" name="Google Shape;105;p13"/>
          <p:cNvSpPr/>
          <p:nvPr/>
        </p:nvSpPr>
        <p:spPr>
          <a:xfrm flipH="1" rot="10800000">
            <a:off x="779327" y="3478782"/>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1">
    <p:spTree>
      <p:nvGrpSpPr>
        <p:cNvPr id="106" name="Shape 106"/>
        <p:cNvGrpSpPr/>
        <p:nvPr/>
      </p:nvGrpSpPr>
      <p:grpSpPr>
        <a:xfrm>
          <a:off x="0" y="0"/>
          <a:ext cx="0" cy="0"/>
          <a:chOff x="0" y="0"/>
          <a:chExt cx="0" cy="0"/>
        </a:xfrm>
      </p:grpSpPr>
      <p:sp>
        <p:nvSpPr>
          <p:cNvPr id="107" name="Google Shape;107;p14"/>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4"/>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4"/>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4"/>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txBox="1"/>
          <p:nvPr>
            <p:ph type="title"/>
          </p:nvPr>
        </p:nvSpPr>
        <p:spPr>
          <a:xfrm>
            <a:off x="1549950" y="1929275"/>
            <a:ext cx="6044100" cy="16101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3" name="Google Shape;113;p14"/>
          <p:cNvSpPr txBox="1"/>
          <p:nvPr>
            <p:ph hasCustomPrompt="1" idx="2" type="title"/>
          </p:nvPr>
        </p:nvSpPr>
        <p:spPr>
          <a:xfrm>
            <a:off x="3822900" y="845239"/>
            <a:ext cx="1498200" cy="11235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4" name="Google Shape;114;p14"/>
          <p:cNvSpPr txBox="1"/>
          <p:nvPr>
            <p:ph idx="1" type="subTitle"/>
          </p:nvPr>
        </p:nvSpPr>
        <p:spPr>
          <a:xfrm>
            <a:off x="2414570" y="3578849"/>
            <a:ext cx="4314900" cy="719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15" name="Google Shape;115;p14"/>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5">
    <p:spTree>
      <p:nvGrpSpPr>
        <p:cNvPr id="116" name="Shape 116"/>
        <p:cNvGrpSpPr/>
        <p:nvPr/>
      </p:nvGrpSpPr>
      <p:grpSpPr>
        <a:xfrm>
          <a:off x="0" y="0"/>
          <a:ext cx="0" cy="0"/>
          <a:chOff x="0" y="0"/>
          <a:chExt cx="0" cy="0"/>
        </a:xfrm>
      </p:grpSpPr>
      <p:sp>
        <p:nvSpPr>
          <p:cNvPr id="117" name="Google Shape;117;p15"/>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5"/>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5"/>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5"/>
          <p:cNvSpPr txBox="1"/>
          <p:nvPr>
            <p:ph type="title"/>
          </p:nvPr>
        </p:nvSpPr>
        <p:spPr>
          <a:xfrm>
            <a:off x="1309450" y="2081675"/>
            <a:ext cx="6746400" cy="16101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3" name="Google Shape;123;p15"/>
          <p:cNvSpPr txBox="1"/>
          <p:nvPr>
            <p:ph hasCustomPrompt="1" idx="2" type="title"/>
          </p:nvPr>
        </p:nvSpPr>
        <p:spPr>
          <a:xfrm>
            <a:off x="6066050" y="691889"/>
            <a:ext cx="1498200" cy="11235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4" name="Google Shape;124;p15"/>
          <p:cNvSpPr txBox="1"/>
          <p:nvPr>
            <p:ph idx="1" type="subTitle"/>
          </p:nvPr>
        </p:nvSpPr>
        <p:spPr>
          <a:xfrm>
            <a:off x="1309450" y="3731250"/>
            <a:ext cx="6746400" cy="719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25" name="Google Shape;125;p15"/>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26" name="Shape 126"/>
        <p:cNvGrpSpPr/>
        <p:nvPr/>
      </p:nvGrpSpPr>
      <p:grpSpPr>
        <a:xfrm>
          <a:off x="0" y="0"/>
          <a:ext cx="0" cy="0"/>
          <a:chOff x="0" y="0"/>
          <a:chExt cx="0" cy="0"/>
        </a:xfrm>
      </p:grpSpPr>
      <p:sp>
        <p:nvSpPr>
          <p:cNvPr id="127" name="Google Shape;127;p16"/>
          <p:cNvSpPr/>
          <p:nvPr/>
        </p:nvSpPr>
        <p:spPr>
          <a:xfrm flipH="1" rot="9339447">
            <a:off x="-5157706" y="21951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6"/>
          <p:cNvSpPr/>
          <p:nvPr/>
        </p:nvSpPr>
        <p:spPr>
          <a:xfrm>
            <a:off x="1118566" y="154919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6"/>
          <p:cNvSpPr/>
          <p:nvPr/>
        </p:nvSpPr>
        <p:spPr>
          <a:xfrm flipH="1">
            <a:off x="4816263" y="1549200"/>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6"/>
          <p:cNvSpPr/>
          <p:nvPr/>
        </p:nvSpPr>
        <p:spPr>
          <a:xfrm flipH="1">
            <a:off x="6912085" y="1489537"/>
            <a:ext cx="1162249" cy="103281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6"/>
          <p:cNvSpPr/>
          <p:nvPr/>
        </p:nvSpPr>
        <p:spPr>
          <a:xfrm>
            <a:off x="3050700" y="1519363"/>
            <a:ext cx="1095097"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6"/>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6"/>
          <p:cNvSpPr/>
          <p:nvPr/>
        </p:nvSpPr>
        <p:spPr>
          <a:xfrm rot="649785">
            <a:off x="6848027" y="-2440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6"/>
          <p:cNvSpPr/>
          <p:nvPr/>
        </p:nvSpPr>
        <p:spPr>
          <a:xfrm rot="813319">
            <a:off x="-4299402" y="-4717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6"/>
          <p:cNvSpPr/>
          <p:nvPr/>
        </p:nvSpPr>
        <p:spPr>
          <a:xfrm rot="9089871">
            <a:off x="7049951"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6"/>
          <p:cNvSpPr/>
          <p:nvPr/>
        </p:nvSpPr>
        <p:spPr>
          <a:xfrm rot="-576017">
            <a:off x="-4825529" y="-672274"/>
            <a:ext cx="7826074"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6"/>
          <p:cNvSpPr txBox="1"/>
          <p:nvPr>
            <p:ph type="title"/>
          </p:nvPr>
        </p:nvSpPr>
        <p:spPr>
          <a:xfrm>
            <a:off x="732775"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8" name="Google Shape;138;p16"/>
          <p:cNvSpPr txBox="1"/>
          <p:nvPr>
            <p:ph idx="1" type="subTitle"/>
          </p:nvPr>
        </p:nvSpPr>
        <p:spPr>
          <a:xfrm>
            <a:off x="732787"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39" name="Google Shape;139;p16"/>
          <p:cNvSpPr txBox="1"/>
          <p:nvPr>
            <p:ph hasCustomPrompt="1" idx="2" type="title"/>
          </p:nvPr>
        </p:nvSpPr>
        <p:spPr>
          <a:xfrm>
            <a:off x="73277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0" name="Google Shape;140;p16"/>
          <p:cNvSpPr txBox="1"/>
          <p:nvPr>
            <p:ph idx="3" type="title"/>
          </p:nvPr>
        </p:nvSpPr>
        <p:spPr>
          <a:xfrm>
            <a:off x="2680250"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1" name="Google Shape;141;p16"/>
          <p:cNvSpPr txBox="1"/>
          <p:nvPr>
            <p:ph idx="4" type="subTitle"/>
          </p:nvPr>
        </p:nvSpPr>
        <p:spPr>
          <a:xfrm>
            <a:off x="2680262"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2" name="Google Shape;142;p16"/>
          <p:cNvSpPr txBox="1"/>
          <p:nvPr>
            <p:ph idx="5" type="title"/>
          </p:nvPr>
        </p:nvSpPr>
        <p:spPr>
          <a:xfrm>
            <a:off x="4627725"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3" name="Google Shape;143;p16"/>
          <p:cNvSpPr txBox="1"/>
          <p:nvPr>
            <p:ph idx="6" type="subTitle"/>
          </p:nvPr>
        </p:nvSpPr>
        <p:spPr>
          <a:xfrm>
            <a:off x="4627737"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4" name="Google Shape;144;p16"/>
          <p:cNvSpPr txBox="1"/>
          <p:nvPr>
            <p:ph idx="7" type="title"/>
          </p:nvPr>
        </p:nvSpPr>
        <p:spPr>
          <a:xfrm>
            <a:off x="6575200"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5" name="Google Shape;145;p16"/>
          <p:cNvSpPr txBox="1"/>
          <p:nvPr>
            <p:ph idx="8" type="subTitle"/>
          </p:nvPr>
        </p:nvSpPr>
        <p:spPr>
          <a:xfrm>
            <a:off x="6575212"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6" name="Google Shape;146;p16"/>
          <p:cNvSpPr txBox="1"/>
          <p:nvPr>
            <p:ph hasCustomPrompt="1" idx="9" type="title"/>
          </p:nvPr>
        </p:nvSpPr>
        <p:spPr>
          <a:xfrm>
            <a:off x="268024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7" name="Google Shape;147;p16"/>
          <p:cNvSpPr txBox="1"/>
          <p:nvPr>
            <p:ph hasCustomPrompt="1" idx="13" type="title"/>
          </p:nvPr>
        </p:nvSpPr>
        <p:spPr>
          <a:xfrm>
            <a:off x="4627721"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8" name="Google Shape;148;p16"/>
          <p:cNvSpPr txBox="1"/>
          <p:nvPr>
            <p:ph hasCustomPrompt="1" idx="14" type="title"/>
          </p:nvPr>
        </p:nvSpPr>
        <p:spPr>
          <a:xfrm>
            <a:off x="657519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9" name="Google Shape;149;p16"/>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17">
    <p:spTree>
      <p:nvGrpSpPr>
        <p:cNvPr id="150" name="Shape 150"/>
        <p:cNvGrpSpPr/>
        <p:nvPr/>
      </p:nvGrpSpPr>
      <p:grpSpPr>
        <a:xfrm>
          <a:off x="0" y="0"/>
          <a:ext cx="0" cy="0"/>
          <a:chOff x="0" y="0"/>
          <a:chExt cx="0" cy="0"/>
        </a:xfrm>
      </p:grpSpPr>
      <p:sp>
        <p:nvSpPr>
          <p:cNvPr id="151" name="Google Shape;151;p17"/>
          <p:cNvSpPr/>
          <p:nvPr/>
        </p:nvSpPr>
        <p:spPr>
          <a:xfrm rot="-9339447">
            <a:off x="7118442" y="32165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7"/>
          <p:cNvSpPr/>
          <p:nvPr/>
        </p:nvSpPr>
        <p:spPr>
          <a:xfrm flipH="1" rot="10285603">
            <a:off x="-6088365" y="-16178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7"/>
          <p:cNvSpPr/>
          <p:nvPr/>
        </p:nvSpPr>
        <p:spPr>
          <a:xfrm flipH="1" rot="-649785">
            <a:off x="-1251909" y="-487200"/>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7"/>
          <p:cNvSpPr/>
          <p:nvPr/>
        </p:nvSpPr>
        <p:spPr>
          <a:xfrm flipH="1" rot="-813319">
            <a:off x="7653159" y="-35663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7"/>
          <p:cNvSpPr/>
          <p:nvPr/>
        </p:nvSpPr>
        <p:spPr>
          <a:xfrm flipH="1" rot="-9989847">
            <a:off x="-4910832" y="2960605"/>
            <a:ext cx="7826215" cy="287790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7"/>
          <p:cNvSpPr/>
          <p:nvPr/>
        </p:nvSpPr>
        <p:spPr>
          <a:xfrm flipH="1" rot="-323977">
            <a:off x="6050295" y="-977077"/>
            <a:ext cx="7826148" cy="287787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7"/>
          <p:cNvSpPr txBox="1"/>
          <p:nvPr>
            <p:ph type="title"/>
          </p:nvPr>
        </p:nvSpPr>
        <p:spPr>
          <a:xfrm>
            <a:off x="1987675" y="1412700"/>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8" name="Google Shape;158;p17"/>
          <p:cNvSpPr txBox="1"/>
          <p:nvPr>
            <p:ph idx="1" type="subTitle"/>
          </p:nvPr>
        </p:nvSpPr>
        <p:spPr>
          <a:xfrm>
            <a:off x="1987700" y="2292125"/>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59" name="Google Shape;159;p17"/>
          <p:cNvSpPr txBox="1"/>
          <p:nvPr>
            <p:ph hasCustomPrompt="1" idx="2" type="title"/>
          </p:nvPr>
        </p:nvSpPr>
        <p:spPr>
          <a:xfrm>
            <a:off x="845800" y="18880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0" name="Google Shape;160;p17"/>
          <p:cNvSpPr txBox="1"/>
          <p:nvPr>
            <p:ph idx="3" type="title"/>
          </p:nvPr>
        </p:nvSpPr>
        <p:spPr>
          <a:xfrm>
            <a:off x="1928100" y="316274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1" name="Google Shape;161;p17"/>
          <p:cNvSpPr txBox="1"/>
          <p:nvPr>
            <p:ph idx="4" type="subTitle"/>
          </p:nvPr>
        </p:nvSpPr>
        <p:spPr>
          <a:xfrm>
            <a:off x="1928125" y="4042172"/>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2" name="Google Shape;162;p17"/>
          <p:cNvSpPr txBox="1"/>
          <p:nvPr>
            <p:ph idx="5" type="title"/>
          </p:nvPr>
        </p:nvSpPr>
        <p:spPr>
          <a:xfrm>
            <a:off x="6000750" y="141268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3" name="Google Shape;163;p17"/>
          <p:cNvSpPr txBox="1"/>
          <p:nvPr>
            <p:ph idx="6" type="subTitle"/>
          </p:nvPr>
        </p:nvSpPr>
        <p:spPr>
          <a:xfrm>
            <a:off x="6000775" y="2292102"/>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4" name="Google Shape;164;p17"/>
          <p:cNvSpPr txBox="1"/>
          <p:nvPr>
            <p:ph idx="7" type="title"/>
          </p:nvPr>
        </p:nvSpPr>
        <p:spPr>
          <a:xfrm>
            <a:off x="5981196" y="316273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5" name="Google Shape;165;p17"/>
          <p:cNvSpPr txBox="1"/>
          <p:nvPr>
            <p:ph idx="8" type="subTitle"/>
          </p:nvPr>
        </p:nvSpPr>
        <p:spPr>
          <a:xfrm>
            <a:off x="5981200" y="4042161"/>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6" name="Google Shape;166;p17"/>
          <p:cNvSpPr txBox="1"/>
          <p:nvPr>
            <p:ph hasCustomPrompt="1" idx="9" type="title"/>
          </p:nvPr>
        </p:nvSpPr>
        <p:spPr>
          <a:xfrm>
            <a:off x="845798" y="36442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7" name="Google Shape;167;p17"/>
          <p:cNvSpPr txBox="1"/>
          <p:nvPr>
            <p:ph hasCustomPrompt="1" idx="13" type="title"/>
          </p:nvPr>
        </p:nvSpPr>
        <p:spPr>
          <a:xfrm>
            <a:off x="4895098" y="18880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8" name="Google Shape;168;p17"/>
          <p:cNvSpPr txBox="1"/>
          <p:nvPr>
            <p:ph hasCustomPrompt="1" idx="14" type="title"/>
          </p:nvPr>
        </p:nvSpPr>
        <p:spPr>
          <a:xfrm>
            <a:off x="4895098" y="36442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 name="Google Shape;169;p17"/>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0" name="Shape 170"/>
        <p:cNvGrpSpPr/>
        <p:nvPr/>
      </p:nvGrpSpPr>
      <p:grpSpPr>
        <a:xfrm>
          <a:off x="0" y="0"/>
          <a:ext cx="0" cy="0"/>
          <a:chOff x="0" y="0"/>
          <a:chExt cx="0" cy="0"/>
        </a:xfrm>
      </p:grpSpPr>
      <p:sp>
        <p:nvSpPr>
          <p:cNvPr id="171" name="Google Shape;171;p18"/>
          <p:cNvSpPr txBox="1"/>
          <p:nvPr>
            <p:ph type="title"/>
          </p:nvPr>
        </p:nvSpPr>
        <p:spPr>
          <a:xfrm>
            <a:off x="723300" y="3402013"/>
            <a:ext cx="3848700" cy="531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2" name="Google Shape;172;p18"/>
          <p:cNvSpPr txBox="1"/>
          <p:nvPr>
            <p:ph idx="1" type="subTitle"/>
          </p:nvPr>
        </p:nvSpPr>
        <p:spPr>
          <a:xfrm>
            <a:off x="723350" y="822500"/>
            <a:ext cx="4902000" cy="2078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32">
    <p:spTree>
      <p:nvGrpSpPr>
        <p:cNvPr id="173" name="Shape 173"/>
        <p:cNvGrpSpPr/>
        <p:nvPr/>
      </p:nvGrpSpPr>
      <p:grpSpPr>
        <a:xfrm>
          <a:off x="0" y="0"/>
          <a:ext cx="0" cy="0"/>
          <a:chOff x="0" y="0"/>
          <a:chExt cx="0" cy="0"/>
        </a:xfrm>
      </p:grpSpPr>
      <p:sp>
        <p:nvSpPr>
          <p:cNvPr id="174" name="Google Shape;174;p19"/>
          <p:cNvSpPr/>
          <p:nvPr/>
        </p:nvSpPr>
        <p:spPr>
          <a:xfrm flipH="1" rot="-7269862">
            <a:off x="1986429" y="-4605738"/>
            <a:ext cx="7471639" cy="47717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rot="-10558870">
            <a:off x="5522782" y="-185325"/>
            <a:ext cx="6402110" cy="568915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9"/>
          <p:cNvSpPr/>
          <p:nvPr/>
        </p:nvSpPr>
        <p:spPr>
          <a:xfrm rot="6189239">
            <a:off x="4325710" y="1085979"/>
            <a:ext cx="7825966" cy="2877809"/>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9"/>
          <p:cNvSpPr/>
          <p:nvPr/>
        </p:nvSpPr>
        <p:spPr>
          <a:xfrm rot="514371">
            <a:off x="-5180633" y="-97967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rot="2141143">
            <a:off x="-1290068" y="-2916503"/>
            <a:ext cx="5766686" cy="368291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rot="10800000">
            <a:off x="-126965" y="3402013"/>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9"/>
          <p:cNvSpPr/>
          <p:nvPr/>
        </p:nvSpPr>
        <p:spPr>
          <a:xfrm rot="-7948588">
            <a:off x="-5205140" y="1519073"/>
            <a:ext cx="8200910" cy="301568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9"/>
          <p:cNvSpPr txBox="1"/>
          <p:nvPr>
            <p:ph type="title"/>
          </p:nvPr>
        </p:nvSpPr>
        <p:spPr>
          <a:xfrm>
            <a:off x="2064826" y="3261285"/>
            <a:ext cx="50145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82" name="Google Shape;182;p19"/>
          <p:cNvSpPr txBox="1"/>
          <p:nvPr>
            <p:ph idx="1" type="subTitle"/>
          </p:nvPr>
        </p:nvSpPr>
        <p:spPr>
          <a:xfrm>
            <a:off x="1378650" y="1348062"/>
            <a:ext cx="6386700" cy="141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6">
    <p:spTree>
      <p:nvGrpSpPr>
        <p:cNvPr id="183" name="Shape 183"/>
        <p:cNvGrpSpPr/>
        <p:nvPr/>
      </p:nvGrpSpPr>
      <p:grpSpPr>
        <a:xfrm>
          <a:off x="0" y="0"/>
          <a:ext cx="0" cy="0"/>
          <a:chOff x="0" y="0"/>
          <a:chExt cx="0" cy="0"/>
        </a:xfrm>
      </p:grpSpPr>
      <p:sp>
        <p:nvSpPr>
          <p:cNvPr id="184" name="Google Shape;184;p20"/>
          <p:cNvSpPr/>
          <p:nvPr/>
        </p:nvSpPr>
        <p:spPr>
          <a:xfrm rot="-3394465">
            <a:off x="-2929870"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0"/>
          <p:cNvSpPr/>
          <p:nvPr/>
        </p:nvSpPr>
        <p:spPr>
          <a:xfrm flipH="1">
            <a:off x="-4081962"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0"/>
          <p:cNvSpPr/>
          <p:nvPr/>
        </p:nvSpPr>
        <p:spPr>
          <a:xfrm flipH="1" rot="-3952094">
            <a:off x="-395440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0"/>
          <p:cNvSpPr/>
          <p:nvPr/>
        </p:nvSpPr>
        <p:spPr>
          <a:xfrm rot="649760">
            <a:off x="-3199069"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0"/>
          <p:cNvSpPr/>
          <p:nvPr/>
        </p:nvSpPr>
        <p:spPr>
          <a:xfrm flipH="1" rot="-813319">
            <a:off x="4926200"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0"/>
          <p:cNvSpPr/>
          <p:nvPr/>
        </p:nvSpPr>
        <p:spPr>
          <a:xfrm flipH="1" rot="10285603">
            <a:off x="6080701"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0"/>
          <p:cNvSpPr/>
          <p:nvPr/>
        </p:nvSpPr>
        <p:spPr>
          <a:xfrm flipH="1" rot="7426355">
            <a:off x="658205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0"/>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6">
    <p:spTree>
      <p:nvGrpSpPr>
        <p:cNvPr id="192" name="Shape 192"/>
        <p:cNvGrpSpPr/>
        <p:nvPr/>
      </p:nvGrpSpPr>
      <p:grpSpPr>
        <a:xfrm>
          <a:off x="0" y="0"/>
          <a:ext cx="0" cy="0"/>
          <a:chOff x="0" y="0"/>
          <a:chExt cx="0" cy="0"/>
        </a:xfrm>
      </p:grpSpPr>
      <p:sp>
        <p:nvSpPr>
          <p:cNvPr id="193" name="Google Shape;193;p21"/>
          <p:cNvSpPr/>
          <p:nvPr/>
        </p:nvSpPr>
        <p:spPr>
          <a:xfrm rot="-3394465">
            <a:off x="-3638445" y="46118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1"/>
          <p:cNvSpPr/>
          <p:nvPr/>
        </p:nvSpPr>
        <p:spPr>
          <a:xfrm flipH="1">
            <a:off x="-5015862" y="-4052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1"/>
          <p:cNvSpPr/>
          <p:nvPr/>
        </p:nvSpPr>
        <p:spPr>
          <a:xfrm flipH="1" rot="-3052073">
            <a:off x="-4888312" y="1110880"/>
            <a:ext cx="7826119" cy="287786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1"/>
          <p:cNvSpPr/>
          <p:nvPr/>
        </p:nvSpPr>
        <p:spPr>
          <a:xfrm rot="649760">
            <a:off x="-4262669" y="18921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1"/>
          <p:cNvSpPr/>
          <p:nvPr/>
        </p:nvSpPr>
        <p:spPr>
          <a:xfrm flipH="1" rot="-813319">
            <a:off x="4754300" y="-2305086"/>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1"/>
          <p:cNvSpPr/>
          <p:nvPr/>
        </p:nvSpPr>
        <p:spPr>
          <a:xfrm flipH="1" rot="10285603">
            <a:off x="4790126" y="3666917"/>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1"/>
          <p:cNvSpPr/>
          <p:nvPr/>
        </p:nvSpPr>
        <p:spPr>
          <a:xfrm flipH="1" rot="4726292">
            <a:off x="5414633" y="2626082"/>
            <a:ext cx="7826019" cy="287782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1"/>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3">
    <p:spTree>
      <p:nvGrpSpPr>
        <p:cNvPr id="201" name="Shape 201"/>
        <p:cNvGrpSpPr/>
        <p:nvPr/>
      </p:nvGrpSpPr>
      <p:grpSpPr>
        <a:xfrm>
          <a:off x="0" y="0"/>
          <a:ext cx="0" cy="0"/>
          <a:chOff x="0" y="0"/>
          <a:chExt cx="0" cy="0"/>
        </a:xfrm>
      </p:grpSpPr>
      <p:sp>
        <p:nvSpPr>
          <p:cNvPr id="202" name="Google Shape;202;p22"/>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5">
    <p:spTree>
      <p:nvGrpSpPr>
        <p:cNvPr id="203" name="Shape 203"/>
        <p:cNvGrpSpPr/>
        <p:nvPr/>
      </p:nvGrpSpPr>
      <p:grpSpPr>
        <a:xfrm>
          <a:off x="0" y="0"/>
          <a:ext cx="0" cy="0"/>
          <a:chOff x="0" y="0"/>
          <a:chExt cx="0" cy="0"/>
        </a:xfrm>
      </p:grpSpPr>
      <p:sp>
        <p:nvSpPr>
          <p:cNvPr id="204" name="Google Shape;204;p23"/>
          <p:cNvSpPr/>
          <p:nvPr/>
        </p:nvSpPr>
        <p:spPr>
          <a:xfrm rot="-10285629">
            <a:off x="5828449" y="-26577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3"/>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3"/>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3"/>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3"/>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3"/>
          <p:cNvSpPr/>
          <p:nvPr/>
        </p:nvSpPr>
        <p:spPr>
          <a:xfrm flipH="1" rot="9555841">
            <a:off x="70234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3"/>
          <p:cNvSpPr txBox="1"/>
          <p:nvPr>
            <p:ph type="title"/>
          </p:nvPr>
        </p:nvSpPr>
        <p:spPr>
          <a:xfrm>
            <a:off x="897750" y="951837"/>
            <a:ext cx="7348500" cy="1532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6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11" name="Google Shape;211;p23"/>
          <p:cNvSpPr txBox="1"/>
          <p:nvPr>
            <p:ph idx="1" type="subTitle"/>
          </p:nvPr>
        </p:nvSpPr>
        <p:spPr>
          <a:xfrm>
            <a:off x="1732950" y="2483763"/>
            <a:ext cx="5678100" cy="170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3">
    <p:spTree>
      <p:nvGrpSpPr>
        <p:cNvPr id="212" name="Shape 212"/>
        <p:cNvGrpSpPr/>
        <p:nvPr/>
      </p:nvGrpSpPr>
      <p:grpSpPr>
        <a:xfrm>
          <a:off x="0" y="0"/>
          <a:ext cx="0" cy="0"/>
          <a:chOff x="0" y="0"/>
          <a:chExt cx="0" cy="0"/>
        </a:xfrm>
      </p:grpSpPr>
      <p:sp>
        <p:nvSpPr>
          <p:cNvPr id="213" name="Google Shape;213;p24"/>
          <p:cNvSpPr/>
          <p:nvPr/>
        </p:nvSpPr>
        <p:spPr>
          <a:xfrm flipH="1" rot="4102360">
            <a:off x="-2758583" y="412968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4"/>
          <p:cNvSpPr/>
          <p:nvPr/>
        </p:nvSpPr>
        <p:spPr>
          <a:xfrm rot="813319">
            <a:off x="-431355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4"/>
          <p:cNvSpPr txBox="1"/>
          <p:nvPr>
            <p:ph idx="1" type="subTitle"/>
          </p:nvPr>
        </p:nvSpPr>
        <p:spPr>
          <a:xfrm>
            <a:off x="723300" y="3021075"/>
            <a:ext cx="3394200" cy="113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16" name="Google Shape;216;p24"/>
          <p:cNvSpPr txBox="1"/>
          <p:nvPr>
            <p:ph type="title"/>
          </p:nvPr>
        </p:nvSpPr>
        <p:spPr>
          <a:xfrm flipH="1">
            <a:off x="719825" y="986925"/>
            <a:ext cx="2888400" cy="19173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7" name="Google Shape;217;p24"/>
          <p:cNvSpPr/>
          <p:nvPr>
            <p:ph idx="2" type="pic"/>
          </p:nvPr>
        </p:nvSpPr>
        <p:spPr>
          <a:xfrm>
            <a:off x="4411375" y="-75"/>
            <a:ext cx="4732800" cy="5143500"/>
          </a:xfrm>
          <a:prstGeom prst="rect">
            <a:avLst/>
          </a:prstGeom>
          <a:noFill/>
          <a:ln>
            <a:noFill/>
          </a:ln>
        </p:spPr>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
    <p:spTree>
      <p:nvGrpSpPr>
        <p:cNvPr id="218" name="Shape 218"/>
        <p:cNvGrpSpPr/>
        <p:nvPr/>
      </p:nvGrpSpPr>
      <p:grpSpPr>
        <a:xfrm>
          <a:off x="0" y="0"/>
          <a:ext cx="0" cy="0"/>
          <a:chOff x="0" y="0"/>
          <a:chExt cx="0" cy="0"/>
        </a:xfrm>
      </p:grpSpPr>
      <p:sp>
        <p:nvSpPr>
          <p:cNvPr id="219" name="Google Shape;219;p25"/>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5"/>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5"/>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5"/>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5"/>
          <p:cNvSpPr txBox="1"/>
          <p:nvPr>
            <p:ph idx="1" type="subTitle"/>
          </p:nvPr>
        </p:nvSpPr>
        <p:spPr>
          <a:xfrm>
            <a:off x="723300" y="2291463"/>
            <a:ext cx="3035100" cy="138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24" name="Google Shape;224;p25"/>
          <p:cNvSpPr txBox="1"/>
          <p:nvPr>
            <p:ph type="title"/>
          </p:nvPr>
        </p:nvSpPr>
        <p:spPr>
          <a:xfrm flipH="1">
            <a:off x="719825" y="1463638"/>
            <a:ext cx="3035100" cy="7110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5" name="Google Shape;225;p25"/>
          <p:cNvSpPr/>
          <p:nvPr/>
        </p:nvSpPr>
        <p:spPr>
          <a:xfrm flipH="1" rot="-649760">
            <a:off x="-3395808" y="45146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8">
    <p:spTree>
      <p:nvGrpSpPr>
        <p:cNvPr id="226" name="Shape 226"/>
        <p:cNvGrpSpPr/>
        <p:nvPr/>
      </p:nvGrpSpPr>
      <p:grpSpPr>
        <a:xfrm>
          <a:off x="0" y="0"/>
          <a:ext cx="0" cy="0"/>
          <a:chOff x="0" y="0"/>
          <a:chExt cx="0" cy="0"/>
        </a:xfrm>
      </p:grpSpPr>
      <p:sp>
        <p:nvSpPr>
          <p:cNvPr id="227" name="Google Shape;227;p26"/>
          <p:cNvSpPr/>
          <p:nvPr/>
        </p:nvSpPr>
        <p:spPr>
          <a:xfrm rot="-3394465">
            <a:off x="-4398774" y="421144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6"/>
          <p:cNvSpPr/>
          <p:nvPr/>
        </p:nvSpPr>
        <p:spPr>
          <a:xfrm flipH="1">
            <a:off x="-5777841"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6"/>
          <p:cNvSpPr/>
          <p:nvPr/>
        </p:nvSpPr>
        <p:spPr>
          <a:xfrm flipH="1" rot="-3952094">
            <a:off x="-4776410" y="665034"/>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6"/>
          <p:cNvSpPr/>
          <p:nvPr/>
        </p:nvSpPr>
        <p:spPr>
          <a:xfrm rot="649760">
            <a:off x="-4213998" y="5351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6"/>
          <p:cNvSpPr/>
          <p:nvPr/>
        </p:nvSpPr>
        <p:spPr>
          <a:xfrm flipH="1" rot="-813319">
            <a:off x="4527346" y="-34147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6"/>
          <p:cNvSpPr/>
          <p:nvPr/>
        </p:nvSpPr>
        <p:spPr>
          <a:xfrm flipH="1" rot="10285603">
            <a:off x="4806347" y="33637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6"/>
          <p:cNvSpPr/>
          <p:nvPr/>
        </p:nvSpPr>
        <p:spPr>
          <a:xfrm flipH="1" rot="5626330">
            <a:off x="3918525" y="675664"/>
            <a:ext cx="7826010" cy="287782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6"/>
          <p:cNvSpPr txBox="1"/>
          <p:nvPr>
            <p:ph idx="1" type="body"/>
          </p:nvPr>
        </p:nvSpPr>
        <p:spPr>
          <a:xfrm>
            <a:off x="1133900" y="1868725"/>
            <a:ext cx="6223800" cy="23526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00000"/>
              </a:lnSpc>
              <a:spcBef>
                <a:spcPts val="0"/>
              </a:spcBef>
              <a:spcAft>
                <a:spcPts val="0"/>
              </a:spcAft>
              <a:buSzPts val="1600"/>
              <a:buFont typeface="Nunito Light"/>
              <a:buChar char="○"/>
              <a:defRPr/>
            </a:lvl2pPr>
            <a:lvl3pPr indent="-323850" lvl="2" marL="1371600" rtl="0">
              <a:lnSpc>
                <a:spcPct val="100000"/>
              </a:lnSpc>
              <a:spcBef>
                <a:spcPts val="1600"/>
              </a:spcBef>
              <a:spcAft>
                <a:spcPts val="0"/>
              </a:spcAft>
              <a:buSzPts val="1500"/>
              <a:buFont typeface="Nunito Light"/>
              <a:buChar char="■"/>
              <a:defRPr/>
            </a:lvl3pPr>
            <a:lvl4pPr indent="-323850" lvl="3" marL="1828800" rtl="0">
              <a:lnSpc>
                <a:spcPct val="100000"/>
              </a:lnSpc>
              <a:spcBef>
                <a:spcPts val="1600"/>
              </a:spcBef>
              <a:spcAft>
                <a:spcPts val="0"/>
              </a:spcAft>
              <a:buSzPts val="1500"/>
              <a:buFont typeface="Nunito Light"/>
              <a:buChar char="●"/>
              <a:defRPr/>
            </a:lvl4pPr>
            <a:lvl5pPr indent="-330200" lvl="4" marL="2286000" rtl="0">
              <a:lnSpc>
                <a:spcPct val="100000"/>
              </a:lnSpc>
              <a:spcBef>
                <a:spcPts val="1600"/>
              </a:spcBef>
              <a:spcAft>
                <a:spcPts val="0"/>
              </a:spcAft>
              <a:buSzPts val="1600"/>
              <a:buFont typeface="Nunito Light"/>
              <a:buChar char="○"/>
              <a:defRPr/>
            </a:lvl5pPr>
            <a:lvl6pPr indent="-330200" lvl="5" marL="2743200" rtl="0">
              <a:lnSpc>
                <a:spcPct val="100000"/>
              </a:lnSpc>
              <a:spcBef>
                <a:spcPts val="1600"/>
              </a:spcBef>
              <a:spcAft>
                <a:spcPts val="0"/>
              </a:spcAft>
              <a:buSzPts val="1600"/>
              <a:buFont typeface="Nunito Light"/>
              <a:buChar char="■"/>
              <a:defRPr/>
            </a:lvl6pPr>
            <a:lvl7pPr indent="-311150" lvl="6" marL="3200400" rtl="0">
              <a:lnSpc>
                <a:spcPct val="100000"/>
              </a:lnSpc>
              <a:spcBef>
                <a:spcPts val="1600"/>
              </a:spcBef>
              <a:spcAft>
                <a:spcPts val="0"/>
              </a:spcAft>
              <a:buSzPts val="1300"/>
              <a:buFont typeface="Nunito Light"/>
              <a:buChar char="●"/>
              <a:defRPr/>
            </a:lvl7pPr>
            <a:lvl8pPr indent="-311150" lvl="7" marL="3657600" rtl="0">
              <a:lnSpc>
                <a:spcPct val="100000"/>
              </a:lnSpc>
              <a:spcBef>
                <a:spcPts val="1600"/>
              </a:spcBef>
              <a:spcAft>
                <a:spcPts val="0"/>
              </a:spcAft>
              <a:buSzPts val="1300"/>
              <a:buFont typeface="Nunito Light"/>
              <a:buChar char="○"/>
              <a:defRPr/>
            </a:lvl8pPr>
            <a:lvl9pPr indent="-330200" lvl="8" marL="4114800" rtl="0">
              <a:lnSpc>
                <a:spcPct val="100000"/>
              </a:lnSpc>
              <a:spcBef>
                <a:spcPts val="1600"/>
              </a:spcBef>
              <a:spcAft>
                <a:spcPts val="1600"/>
              </a:spcAft>
              <a:buSzPts val="1600"/>
              <a:buFont typeface="Nunito Light"/>
              <a:buChar char="■"/>
              <a:defRPr/>
            </a:lvl9pPr>
          </a:lstStyle>
          <a:p/>
        </p:txBody>
      </p:sp>
      <p:sp>
        <p:nvSpPr>
          <p:cNvPr id="235" name="Google Shape;235;p26"/>
          <p:cNvSpPr txBox="1"/>
          <p:nvPr>
            <p:ph type="title"/>
          </p:nvPr>
        </p:nvSpPr>
        <p:spPr>
          <a:xfrm>
            <a:off x="1133900" y="922175"/>
            <a:ext cx="6363600" cy="9003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800"/>
              <a:buNone/>
              <a:defRPr sz="4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spTree>
      <p:nvGrpSpPr>
        <p:cNvPr id="236" name="Shape 236"/>
        <p:cNvGrpSpPr/>
        <p:nvPr/>
      </p:nvGrpSpPr>
      <p:grpSpPr>
        <a:xfrm>
          <a:off x="0" y="0"/>
          <a:ext cx="0" cy="0"/>
          <a:chOff x="0" y="0"/>
          <a:chExt cx="0" cy="0"/>
        </a:xfrm>
      </p:grpSpPr>
      <p:sp>
        <p:nvSpPr>
          <p:cNvPr id="237" name="Google Shape;237;p27"/>
          <p:cNvSpPr/>
          <p:nvPr/>
        </p:nvSpPr>
        <p:spPr>
          <a:xfrm flipH="1" rot="7585667">
            <a:off x="-5466599" y="794591"/>
            <a:ext cx="9471614" cy="604907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7"/>
          <p:cNvSpPr/>
          <p:nvPr/>
        </p:nvSpPr>
        <p:spPr>
          <a:xfrm rot="-5902333">
            <a:off x="3975367" y="2957142"/>
            <a:ext cx="9416513" cy="60138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7"/>
          <p:cNvSpPr/>
          <p:nvPr/>
        </p:nvSpPr>
        <p:spPr>
          <a:xfrm flipH="1" rot="-2613329">
            <a:off x="5160201" y="-3949042"/>
            <a:ext cx="6402056" cy="56891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7"/>
          <p:cNvSpPr/>
          <p:nvPr/>
        </p:nvSpPr>
        <p:spPr>
          <a:xfrm flipH="1" rot="-2700000">
            <a:off x="-4428810" y="-2266646"/>
            <a:ext cx="7065482" cy="539636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7"/>
          <p:cNvSpPr txBox="1"/>
          <p:nvPr>
            <p:ph idx="1" type="subTitle"/>
          </p:nvPr>
        </p:nvSpPr>
        <p:spPr>
          <a:xfrm>
            <a:off x="4959025" y="2291463"/>
            <a:ext cx="3035100" cy="138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42" name="Google Shape;242;p27"/>
          <p:cNvSpPr txBox="1"/>
          <p:nvPr>
            <p:ph type="title"/>
          </p:nvPr>
        </p:nvSpPr>
        <p:spPr>
          <a:xfrm flipH="1">
            <a:off x="4955550" y="1463638"/>
            <a:ext cx="3035100" cy="7110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3" name="Google Shape;243;p27"/>
          <p:cNvSpPr/>
          <p:nvPr/>
        </p:nvSpPr>
        <p:spPr>
          <a:xfrm rot="-1150203">
            <a:off x="7474328" y="896864"/>
            <a:ext cx="4974547" cy="149039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25">
    <p:spTree>
      <p:nvGrpSpPr>
        <p:cNvPr id="244" name="Shape 244"/>
        <p:cNvGrpSpPr/>
        <p:nvPr/>
      </p:nvGrpSpPr>
      <p:grpSpPr>
        <a:xfrm>
          <a:off x="0" y="0"/>
          <a:ext cx="0" cy="0"/>
          <a:chOff x="0" y="0"/>
          <a:chExt cx="0" cy="0"/>
        </a:xfrm>
      </p:grpSpPr>
      <p:sp>
        <p:nvSpPr>
          <p:cNvPr id="245" name="Google Shape;245;p28"/>
          <p:cNvSpPr txBox="1"/>
          <p:nvPr>
            <p:ph idx="1" type="subTitle"/>
          </p:nvPr>
        </p:nvSpPr>
        <p:spPr>
          <a:xfrm>
            <a:off x="4349577" y="2925675"/>
            <a:ext cx="4081200" cy="113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46" name="Google Shape;246;p28"/>
          <p:cNvSpPr txBox="1"/>
          <p:nvPr>
            <p:ph type="title"/>
          </p:nvPr>
        </p:nvSpPr>
        <p:spPr>
          <a:xfrm flipH="1">
            <a:off x="4349575" y="1266675"/>
            <a:ext cx="4081200" cy="15423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7" name="Google Shape;247;p28"/>
          <p:cNvSpPr/>
          <p:nvPr/>
        </p:nvSpPr>
        <p:spPr>
          <a:xfrm flipH="1" rot="4102360">
            <a:off x="4431017" y="3716310"/>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rot="813319">
            <a:off x="4927123" y="-25796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28">
    <p:spTree>
      <p:nvGrpSpPr>
        <p:cNvPr id="249" name="Shape 249"/>
        <p:cNvGrpSpPr/>
        <p:nvPr/>
      </p:nvGrpSpPr>
      <p:grpSpPr>
        <a:xfrm>
          <a:off x="0" y="0"/>
          <a:ext cx="0" cy="0"/>
          <a:chOff x="0" y="0"/>
          <a:chExt cx="0" cy="0"/>
        </a:xfrm>
      </p:grpSpPr>
      <p:sp>
        <p:nvSpPr>
          <p:cNvPr id="250" name="Google Shape;250;p29"/>
          <p:cNvSpPr/>
          <p:nvPr/>
        </p:nvSpPr>
        <p:spPr>
          <a:xfrm rot="3214333">
            <a:off x="-5499024" y="-2387504"/>
            <a:ext cx="9471614" cy="604907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flipH="1" rot="-4897667">
            <a:off x="4234767" y="-2245089"/>
            <a:ext cx="9416513" cy="60138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rot="-8186671">
            <a:off x="3376801" y="4110400"/>
            <a:ext cx="6402056" cy="56891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rot="-8100000">
            <a:off x="-4461235" y="1326447"/>
            <a:ext cx="7065482" cy="539636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txBox="1"/>
          <p:nvPr>
            <p:ph idx="1" type="subTitle"/>
          </p:nvPr>
        </p:nvSpPr>
        <p:spPr>
          <a:xfrm>
            <a:off x="1536900" y="2291463"/>
            <a:ext cx="3035100" cy="138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55" name="Google Shape;255;p29"/>
          <p:cNvSpPr/>
          <p:nvPr/>
        </p:nvSpPr>
        <p:spPr>
          <a:xfrm flipH="1" rot="-9649797">
            <a:off x="6371853" y="4455308"/>
            <a:ext cx="4974547" cy="149039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38">
    <p:spTree>
      <p:nvGrpSpPr>
        <p:cNvPr id="257" name="Shape 257"/>
        <p:cNvGrpSpPr/>
        <p:nvPr/>
      </p:nvGrpSpPr>
      <p:grpSpPr>
        <a:xfrm>
          <a:off x="0" y="0"/>
          <a:ext cx="0" cy="0"/>
          <a:chOff x="0" y="0"/>
          <a:chExt cx="0" cy="0"/>
        </a:xfrm>
      </p:grpSpPr>
      <p:sp>
        <p:nvSpPr>
          <p:cNvPr id="258" name="Google Shape;258;p30"/>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0"/>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0"/>
          <p:cNvSpPr/>
          <p:nvPr/>
        </p:nvSpPr>
        <p:spPr>
          <a:xfrm rot="3952094">
            <a:off x="468168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0"/>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0"/>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0"/>
          <p:cNvSpPr/>
          <p:nvPr/>
        </p:nvSpPr>
        <p:spPr>
          <a:xfrm rot="-7426355">
            <a:off x="-466609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0"/>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6" name="Google Shape;266;p30"/>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lvl1pPr indent="-330200" lvl="0" marL="457200" rtl="0" algn="ctr">
              <a:lnSpc>
                <a:spcPct val="100000"/>
              </a:lnSpc>
              <a:spcBef>
                <a:spcPts val="0"/>
              </a:spcBef>
              <a:spcAft>
                <a:spcPts val="0"/>
              </a:spcAft>
              <a:buSzPts val="1600"/>
              <a:buChar char="●"/>
              <a:defRPr/>
            </a:lvl1pPr>
            <a:lvl2pPr indent="-330200" lvl="1" marL="914400" rtl="0" algn="ctr">
              <a:lnSpc>
                <a:spcPct val="100000"/>
              </a:lnSpc>
              <a:spcBef>
                <a:spcPts val="0"/>
              </a:spcBef>
              <a:spcAft>
                <a:spcPts val="0"/>
              </a:spcAft>
              <a:buSzPts val="1600"/>
              <a:buChar char="○"/>
              <a:defRPr/>
            </a:lvl2pPr>
            <a:lvl3pPr indent="-330200" lvl="2" marL="1371600" rtl="0" algn="ctr">
              <a:lnSpc>
                <a:spcPct val="100000"/>
              </a:lnSpc>
              <a:spcBef>
                <a:spcPts val="1600"/>
              </a:spcBef>
              <a:spcAft>
                <a:spcPts val="0"/>
              </a:spcAft>
              <a:buSzPts val="1600"/>
              <a:buChar char="■"/>
              <a:defRPr/>
            </a:lvl3pPr>
            <a:lvl4pPr indent="-330200" lvl="3" marL="1828800" rtl="0" algn="ctr">
              <a:lnSpc>
                <a:spcPct val="100000"/>
              </a:lnSpc>
              <a:spcBef>
                <a:spcPts val="1600"/>
              </a:spcBef>
              <a:spcAft>
                <a:spcPts val="0"/>
              </a:spcAft>
              <a:buSzPts val="1600"/>
              <a:buChar char="●"/>
              <a:defRPr/>
            </a:lvl4pPr>
            <a:lvl5pPr indent="-330200" lvl="4" marL="2286000" rtl="0" algn="ctr">
              <a:lnSpc>
                <a:spcPct val="100000"/>
              </a:lnSpc>
              <a:spcBef>
                <a:spcPts val="1600"/>
              </a:spcBef>
              <a:spcAft>
                <a:spcPts val="0"/>
              </a:spcAft>
              <a:buSzPts val="1600"/>
              <a:buChar char="○"/>
              <a:defRPr/>
            </a:lvl5pPr>
            <a:lvl6pPr indent="-330200" lvl="5" marL="2743200" rtl="0" algn="ctr">
              <a:lnSpc>
                <a:spcPct val="100000"/>
              </a:lnSpc>
              <a:spcBef>
                <a:spcPts val="1600"/>
              </a:spcBef>
              <a:spcAft>
                <a:spcPts val="0"/>
              </a:spcAft>
              <a:buSzPts val="1600"/>
              <a:buChar char="■"/>
              <a:defRPr/>
            </a:lvl6pPr>
            <a:lvl7pPr indent="-330200" lvl="6" marL="3200400" rtl="0" algn="ctr">
              <a:lnSpc>
                <a:spcPct val="100000"/>
              </a:lnSpc>
              <a:spcBef>
                <a:spcPts val="1600"/>
              </a:spcBef>
              <a:spcAft>
                <a:spcPts val="0"/>
              </a:spcAft>
              <a:buSzPts val="1600"/>
              <a:buChar char="●"/>
              <a:defRPr/>
            </a:lvl7pPr>
            <a:lvl8pPr indent="-330200" lvl="7" marL="3657600" rtl="0" algn="ctr">
              <a:lnSpc>
                <a:spcPct val="100000"/>
              </a:lnSpc>
              <a:spcBef>
                <a:spcPts val="1600"/>
              </a:spcBef>
              <a:spcAft>
                <a:spcPts val="0"/>
              </a:spcAft>
              <a:buSzPts val="1600"/>
              <a:buChar char="○"/>
              <a:defRPr/>
            </a:lvl8pPr>
            <a:lvl9pPr indent="-330200" lvl="8" marL="4114800" rtl="0" algn="ctr">
              <a:lnSpc>
                <a:spcPct val="100000"/>
              </a:lnSpc>
              <a:spcBef>
                <a:spcPts val="1600"/>
              </a:spcBef>
              <a:spcAft>
                <a:spcPts val="1600"/>
              </a:spcAft>
              <a:buSzPts val="1600"/>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39">
    <p:spTree>
      <p:nvGrpSpPr>
        <p:cNvPr id="267" name="Shape 267"/>
        <p:cNvGrpSpPr/>
        <p:nvPr/>
      </p:nvGrpSpPr>
      <p:grpSpPr>
        <a:xfrm>
          <a:off x="0" y="0"/>
          <a:ext cx="0" cy="0"/>
          <a:chOff x="0" y="0"/>
          <a:chExt cx="0" cy="0"/>
        </a:xfrm>
      </p:grpSpPr>
      <p:sp>
        <p:nvSpPr>
          <p:cNvPr id="268" name="Google Shape;268;p31"/>
          <p:cNvSpPr/>
          <p:nvPr>
            <p:ph idx="2" type="pic"/>
          </p:nvPr>
        </p:nvSpPr>
        <p:spPr>
          <a:xfrm>
            <a:off x="704000" y="1274500"/>
            <a:ext cx="3546900" cy="3244200"/>
          </a:xfrm>
          <a:prstGeom prst="rect">
            <a:avLst/>
          </a:prstGeom>
          <a:noFill/>
          <a:ln>
            <a:noFill/>
          </a:ln>
        </p:spPr>
      </p:sp>
      <p:sp>
        <p:nvSpPr>
          <p:cNvPr id="269" name="Google Shape;269;p31"/>
          <p:cNvSpPr/>
          <p:nvPr/>
        </p:nvSpPr>
        <p:spPr>
          <a:xfrm flipH="1" rot="3394465">
            <a:off x="5041484" y="22860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flipH="1" rot="955394">
            <a:off x="1460861" y="-2197712"/>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lvl1pPr indent="-330200" lvl="0" marL="457200">
              <a:lnSpc>
                <a:spcPct val="100000"/>
              </a:lnSpc>
              <a:spcBef>
                <a:spcPts val="0"/>
              </a:spcBef>
              <a:spcAft>
                <a:spcPts val="0"/>
              </a:spcAft>
              <a:buSzPts val="1600"/>
              <a:buFont typeface="Nunito Light"/>
              <a:buChar char="●"/>
              <a:defRPr sz="1400"/>
            </a:lvl1pPr>
            <a:lvl2pPr indent="-330200" lvl="1" marL="914400">
              <a:lnSpc>
                <a:spcPct val="100000"/>
              </a:lnSpc>
              <a:spcBef>
                <a:spcPts val="0"/>
              </a:spcBef>
              <a:spcAft>
                <a:spcPts val="0"/>
              </a:spcAft>
              <a:buSzPts val="1600"/>
              <a:buFont typeface="Nunito Light"/>
              <a:buChar char="○"/>
              <a:defRPr/>
            </a:lvl2pPr>
            <a:lvl3pPr indent="-323850" lvl="2" marL="1371600">
              <a:lnSpc>
                <a:spcPct val="100000"/>
              </a:lnSpc>
              <a:spcBef>
                <a:spcPts val="1600"/>
              </a:spcBef>
              <a:spcAft>
                <a:spcPts val="0"/>
              </a:spcAft>
              <a:buSzPts val="1500"/>
              <a:buFont typeface="Nunito Light"/>
              <a:buChar char="■"/>
              <a:defRPr/>
            </a:lvl3pPr>
            <a:lvl4pPr indent="-323850" lvl="3" marL="1828800">
              <a:lnSpc>
                <a:spcPct val="100000"/>
              </a:lnSpc>
              <a:spcBef>
                <a:spcPts val="1600"/>
              </a:spcBef>
              <a:spcAft>
                <a:spcPts val="0"/>
              </a:spcAft>
              <a:buSzPts val="1500"/>
              <a:buFont typeface="Nunito Light"/>
              <a:buChar char="●"/>
              <a:defRPr/>
            </a:lvl4pPr>
            <a:lvl5pPr indent="-330200" lvl="4" marL="2286000">
              <a:lnSpc>
                <a:spcPct val="100000"/>
              </a:lnSpc>
              <a:spcBef>
                <a:spcPts val="1600"/>
              </a:spcBef>
              <a:spcAft>
                <a:spcPts val="0"/>
              </a:spcAft>
              <a:buSzPts val="1600"/>
              <a:buFont typeface="Nunito Light"/>
              <a:buChar char="○"/>
              <a:defRPr/>
            </a:lvl5pPr>
            <a:lvl6pPr indent="-330200" lvl="5" marL="2743200">
              <a:lnSpc>
                <a:spcPct val="100000"/>
              </a:lnSpc>
              <a:spcBef>
                <a:spcPts val="1600"/>
              </a:spcBef>
              <a:spcAft>
                <a:spcPts val="0"/>
              </a:spcAft>
              <a:buSzPts val="1600"/>
              <a:buFont typeface="Nunito Light"/>
              <a:buChar char="■"/>
              <a:defRPr/>
            </a:lvl6pPr>
            <a:lvl7pPr indent="-311150" lvl="6" marL="3200400">
              <a:lnSpc>
                <a:spcPct val="100000"/>
              </a:lnSpc>
              <a:spcBef>
                <a:spcPts val="1600"/>
              </a:spcBef>
              <a:spcAft>
                <a:spcPts val="0"/>
              </a:spcAft>
              <a:buSzPts val="1300"/>
              <a:buFont typeface="Nunito Light"/>
              <a:buChar char="●"/>
              <a:defRPr/>
            </a:lvl7pPr>
            <a:lvl8pPr indent="-311150" lvl="7" marL="3657600">
              <a:lnSpc>
                <a:spcPct val="100000"/>
              </a:lnSpc>
              <a:spcBef>
                <a:spcPts val="1600"/>
              </a:spcBef>
              <a:spcAft>
                <a:spcPts val="0"/>
              </a:spcAft>
              <a:buSzPts val="1300"/>
              <a:buFont typeface="Nunito Light"/>
              <a:buChar char="○"/>
              <a:defRPr/>
            </a:lvl8pPr>
            <a:lvl9pPr indent="-330200" lvl="8" marL="4114800">
              <a:lnSpc>
                <a:spcPct val="100000"/>
              </a:lnSpc>
              <a:spcBef>
                <a:spcPts val="1600"/>
              </a:spcBef>
              <a:spcAft>
                <a:spcPts val="1600"/>
              </a:spcAft>
              <a:buSzPts val="1600"/>
              <a:buFont typeface="Nunito Light"/>
              <a:buChar char="■"/>
              <a:defRPr/>
            </a:lvl9pPr>
          </a:lstStyle>
          <a:p/>
        </p:txBody>
      </p:sp>
      <p:sp>
        <p:nvSpPr>
          <p:cNvPr id="273" name="Google Shape;273;p31"/>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SzPts val="2800"/>
              <a:buNone/>
              <a:defRPr>
                <a:latin typeface="Kulim Park"/>
                <a:ea typeface="Kulim Park"/>
                <a:cs typeface="Kulim Park"/>
                <a:sym typeface="Kulim Park"/>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74" name="Shape 274"/>
        <p:cNvGrpSpPr/>
        <p:nvPr/>
      </p:nvGrpSpPr>
      <p:grpSpPr>
        <a:xfrm>
          <a:off x="0" y="0"/>
          <a:ext cx="0" cy="0"/>
          <a:chOff x="0" y="0"/>
          <a:chExt cx="0" cy="0"/>
        </a:xfrm>
      </p:grpSpPr>
      <p:sp>
        <p:nvSpPr>
          <p:cNvPr id="275" name="Google Shape;275;p32"/>
          <p:cNvSpPr/>
          <p:nvPr/>
        </p:nvSpPr>
        <p:spPr>
          <a:xfrm flipH="1" rot="-859945">
            <a:off x="5665328" y="3096461"/>
            <a:ext cx="4772748" cy="424134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4528356"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flipH="1" rot="-9405665">
            <a:off x="6846081" y="1281156"/>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flipH="1" rot="1478505">
            <a:off x="1794833" y="-211178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flipH="1" rot="9524149">
            <a:off x="-6659422" y="-2925302"/>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rot="-9555841">
            <a:off x="-6785773"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txBox="1"/>
          <p:nvPr>
            <p:ph type="title"/>
          </p:nvPr>
        </p:nvSpPr>
        <p:spPr>
          <a:xfrm>
            <a:off x="1699900" y="2520537"/>
            <a:ext cx="27369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2" name="Google Shape;282;p32"/>
          <p:cNvSpPr txBox="1"/>
          <p:nvPr>
            <p:ph idx="1" type="subTitle"/>
          </p:nvPr>
        </p:nvSpPr>
        <p:spPr>
          <a:xfrm>
            <a:off x="1699975" y="3065348"/>
            <a:ext cx="2736900" cy="103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3" name="Google Shape;283;p32"/>
          <p:cNvSpPr txBox="1"/>
          <p:nvPr>
            <p:ph idx="2" type="title"/>
          </p:nvPr>
        </p:nvSpPr>
        <p:spPr>
          <a:xfrm>
            <a:off x="4707338" y="2520537"/>
            <a:ext cx="2736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4" name="Google Shape;284;p32"/>
          <p:cNvSpPr txBox="1"/>
          <p:nvPr>
            <p:ph idx="3" type="subTitle"/>
          </p:nvPr>
        </p:nvSpPr>
        <p:spPr>
          <a:xfrm>
            <a:off x="4707501" y="3065348"/>
            <a:ext cx="2736600" cy="103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5" name="Google Shape;285;p32"/>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9">
    <p:spTree>
      <p:nvGrpSpPr>
        <p:cNvPr id="286" name="Shape 286"/>
        <p:cNvGrpSpPr/>
        <p:nvPr/>
      </p:nvGrpSpPr>
      <p:grpSpPr>
        <a:xfrm>
          <a:off x="0" y="0"/>
          <a:ext cx="0" cy="0"/>
          <a:chOff x="0" y="0"/>
          <a:chExt cx="0" cy="0"/>
        </a:xfrm>
      </p:grpSpPr>
      <p:sp>
        <p:nvSpPr>
          <p:cNvPr id="287" name="Google Shape;287;p33"/>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8" name="Google Shape;288;p33"/>
          <p:cNvSpPr txBox="1"/>
          <p:nvPr>
            <p:ph idx="2" type="title"/>
          </p:nvPr>
        </p:nvSpPr>
        <p:spPr>
          <a:xfrm>
            <a:off x="4572012" y="3186751"/>
            <a:ext cx="23253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9" name="Google Shape;289;p33"/>
          <p:cNvSpPr txBox="1"/>
          <p:nvPr>
            <p:ph idx="1" type="subTitle"/>
          </p:nvPr>
        </p:nvSpPr>
        <p:spPr>
          <a:xfrm>
            <a:off x="4572037" y="3694826"/>
            <a:ext cx="2325300" cy="62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90" name="Google Shape;290;p33"/>
          <p:cNvSpPr txBox="1"/>
          <p:nvPr>
            <p:ph idx="3" type="title"/>
          </p:nvPr>
        </p:nvSpPr>
        <p:spPr>
          <a:xfrm>
            <a:off x="4572000" y="1747851"/>
            <a:ext cx="23253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1" name="Google Shape;291;p33"/>
          <p:cNvSpPr txBox="1"/>
          <p:nvPr>
            <p:ph idx="4" type="subTitle"/>
          </p:nvPr>
        </p:nvSpPr>
        <p:spPr>
          <a:xfrm>
            <a:off x="4572025" y="2255926"/>
            <a:ext cx="2325300" cy="62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92" name="Google Shape;292;p33"/>
          <p:cNvSpPr/>
          <p:nvPr/>
        </p:nvSpPr>
        <p:spPr>
          <a:xfrm flipH="1" rot="-813319">
            <a:off x="7030742"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31">
    <p:spTree>
      <p:nvGrpSpPr>
        <p:cNvPr id="293" name="Shape 293"/>
        <p:cNvGrpSpPr/>
        <p:nvPr/>
      </p:nvGrpSpPr>
      <p:grpSpPr>
        <a:xfrm>
          <a:off x="0" y="0"/>
          <a:ext cx="0" cy="0"/>
          <a:chOff x="0" y="0"/>
          <a:chExt cx="0" cy="0"/>
        </a:xfrm>
      </p:grpSpPr>
      <p:sp>
        <p:nvSpPr>
          <p:cNvPr id="294" name="Google Shape;294;p34"/>
          <p:cNvSpPr/>
          <p:nvPr/>
        </p:nvSpPr>
        <p:spPr>
          <a:xfrm rot="-9940055">
            <a:off x="6313853" y="-2245551"/>
            <a:ext cx="4772748" cy="424134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4"/>
          <p:cNvSpPr/>
          <p:nvPr/>
        </p:nvSpPr>
        <p:spPr>
          <a:xfrm flipH="1" rot="10800000">
            <a:off x="-4512131" y="0"/>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4"/>
          <p:cNvSpPr/>
          <p:nvPr/>
        </p:nvSpPr>
        <p:spPr>
          <a:xfrm rot="405705">
            <a:off x="6781192" y="537430"/>
            <a:ext cx="7309974" cy="6849668"/>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4"/>
          <p:cNvSpPr/>
          <p:nvPr/>
        </p:nvSpPr>
        <p:spPr>
          <a:xfrm rot="10221505">
            <a:off x="2162666" y="4072255"/>
            <a:ext cx="7826058" cy="2877843"/>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4"/>
          <p:cNvSpPr/>
          <p:nvPr/>
        </p:nvSpPr>
        <p:spPr>
          <a:xfrm rot="1275851">
            <a:off x="-7113372" y="1815710"/>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4"/>
          <p:cNvSpPr/>
          <p:nvPr/>
        </p:nvSpPr>
        <p:spPr>
          <a:xfrm flipH="1" rot="-1244159">
            <a:off x="-7039848" y="-79298"/>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4"/>
          <p:cNvSpPr txBox="1"/>
          <p:nvPr>
            <p:ph type="title"/>
          </p:nvPr>
        </p:nvSpPr>
        <p:spPr>
          <a:xfrm>
            <a:off x="2014775" y="1710525"/>
            <a:ext cx="51141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1" name="Google Shape;301;p34"/>
          <p:cNvSpPr txBox="1"/>
          <p:nvPr>
            <p:ph idx="1" type="subTitle"/>
          </p:nvPr>
        </p:nvSpPr>
        <p:spPr>
          <a:xfrm>
            <a:off x="2014925" y="2255348"/>
            <a:ext cx="51141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02" name="Google Shape;302;p34"/>
          <p:cNvSpPr txBox="1"/>
          <p:nvPr>
            <p:ph idx="2" type="title"/>
          </p:nvPr>
        </p:nvSpPr>
        <p:spPr>
          <a:xfrm>
            <a:off x="2014780" y="3258850"/>
            <a:ext cx="51138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3" name="Google Shape;303;p34"/>
          <p:cNvSpPr txBox="1"/>
          <p:nvPr>
            <p:ph idx="3" type="subTitle"/>
          </p:nvPr>
        </p:nvSpPr>
        <p:spPr>
          <a:xfrm>
            <a:off x="2015075" y="3803672"/>
            <a:ext cx="51138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04" name="Google Shape;304;p34"/>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05" name="Shape 305"/>
        <p:cNvGrpSpPr/>
        <p:nvPr/>
      </p:nvGrpSpPr>
      <p:grpSpPr>
        <a:xfrm>
          <a:off x="0" y="0"/>
          <a:ext cx="0" cy="0"/>
          <a:chOff x="0" y="0"/>
          <a:chExt cx="0" cy="0"/>
        </a:xfrm>
      </p:grpSpPr>
      <p:sp>
        <p:nvSpPr>
          <p:cNvPr id="306" name="Google Shape;306;p35"/>
          <p:cNvSpPr/>
          <p:nvPr/>
        </p:nvSpPr>
        <p:spPr>
          <a:xfrm rot="-10285629">
            <a:off x="6057524"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rot="9405665">
            <a:off x="-4880740"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flipH="1" rot="9555841">
            <a:off x="780170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3" name="Google Shape;313;p35"/>
          <p:cNvSpPr txBox="1"/>
          <p:nvPr>
            <p:ph idx="2" type="title"/>
          </p:nvPr>
        </p:nvSpPr>
        <p:spPr>
          <a:xfrm>
            <a:off x="1164025"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4" name="Google Shape;314;p35"/>
          <p:cNvSpPr txBox="1"/>
          <p:nvPr>
            <p:ph idx="1" type="subTitle"/>
          </p:nvPr>
        </p:nvSpPr>
        <p:spPr>
          <a:xfrm>
            <a:off x="1164075"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15" name="Google Shape;315;p35"/>
          <p:cNvSpPr txBox="1"/>
          <p:nvPr>
            <p:ph idx="3" type="title"/>
          </p:nvPr>
        </p:nvSpPr>
        <p:spPr>
          <a:xfrm>
            <a:off x="3549063"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6" name="Google Shape;316;p35"/>
          <p:cNvSpPr txBox="1"/>
          <p:nvPr>
            <p:ph idx="4" type="subTitle"/>
          </p:nvPr>
        </p:nvSpPr>
        <p:spPr>
          <a:xfrm>
            <a:off x="3549150"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17" name="Google Shape;317;p35"/>
          <p:cNvSpPr txBox="1"/>
          <p:nvPr>
            <p:ph idx="5" type="title"/>
          </p:nvPr>
        </p:nvSpPr>
        <p:spPr>
          <a:xfrm>
            <a:off x="5934100"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8" name="Google Shape;318;p35"/>
          <p:cNvSpPr txBox="1"/>
          <p:nvPr>
            <p:ph idx="6" type="subTitle"/>
          </p:nvPr>
        </p:nvSpPr>
        <p:spPr>
          <a:xfrm>
            <a:off x="5934225"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2">
    <p:spTree>
      <p:nvGrpSpPr>
        <p:cNvPr id="319" name="Shape 319"/>
        <p:cNvGrpSpPr/>
        <p:nvPr/>
      </p:nvGrpSpPr>
      <p:grpSpPr>
        <a:xfrm>
          <a:off x="0" y="0"/>
          <a:ext cx="0" cy="0"/>
          <a:chOff x="0" y="0"/>
          <a:chExt cx="0" cy="0"/>
        </a:xfrm>
      </p:grpSpPr>
      <p:sp>
        <p:nvSpPr>
          <p:cNvPr id="320" name="Google Shape;320;p36"/>
          <p:cNvSpPr/>
          <p:nvPr/>
        </p:nvSpPr>
        <p:spPr>
          <a:xfrm flipH="1" rot="10285629">
            <a:off x="-7063092" y="-236754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6"/>
          <p:cNvSpPr/>
          <p:nvPr/>
        </p:nvSpPr>
        <p:spPr>
          <a:xfrm>
            <a:off x="-4432130" y="168593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6"/>
          <p:cNvSpPr/>
          <p:nvPr/>
        </p:nvSpPr>
        <p:spPr>
          <a:xfrm flipH="1" rot="-2839443">
            <a:off x="2550622" y="3252659"/>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6"/>
          <p:cNvSpPr/>
          <p:nvPr/>
        </p:nvSpPr>
        <p:spPr>
          <a:xfrm flipH="1" rot="-10305679">
            <a:off x="6458116" y="671626"/>
            <a:ext cx="7310080" cy="6849767"/>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6"/>
          <p:cNvSpPr/>
          <p:nvPr/>
        </p:nvSpPr>
        <p:spPr>
          <a:xfrm flipH="1" rot="1478505">
            <a:off x="3777012" y="-1076247"/>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6"/>
          <p:cNvSpPr/>
          <p:nvPr/>
        </p:nvSpPr>
        <p:spPr>
          <a:xfrm rot="-9555841">
            <a:off x="-6505500" y="24943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6"/>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7" name="Google Shape;327;p36"/>
          <p:cNvSpPr txBox="1"/>
          <p:nvPr>
            <p:ph idx="2" type="title"/>
          </p:nvPr>
        </p:nvSpPr>
        <p:spPr>
          <a:xfrm>
            <a:off x="1164025" y="29129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8" name="Google Shape;328;p36"/>
          <p:cNvSpPr txBox="1"/>
          <p:nvPr>
            <p:ph idx="1" type="subTitle"/>
          </p:nvPr>
        </p:nvSpPr>
        <p:spPr>
          <a:xfrm>
            <a:off x="1164075" y="34473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29" name="Google Shape;329;p36"/>
          <p:cNvSpPr txBox="1"/>
          <p:nvPr>
            <p:ph idx="3" type="title"/>
          </p:nvPr>
        </p:nvSpPr>
        <p:spPr>
          <a:xfrm>
            <a:off x="3549063" y="2379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0" name="Google Shape;330;p36"/>
          <p:cNvSpPr txBox="1"/>
          <p:nvPr>
            <p:ph idx="4" type="subTitle"/>
          </p:nvPr>
        </p:nvSpPr>
        <p:spPr>
          <a:xfrm>
            <a:off x="3549150" y="2913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1" name="Google Shape;331;p36"/>
          <p:cNvSpPr txBox="1"/>
          <p:nvPr>
            <p:ph idx="5" type="title"/>
          </p:nvPr>
        </p:nvSpPr>
        <p:spPr>
          <a:xfrm>
            <a:off x="5934100" y="29129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2" name="Google Shape;332;p36"/>
          <p:cNvSpPr txBox="1"/>
          <p:nvPr>
            <p:ph idx="6" type="subTitle"/>
          </p:nvPr>
        </p:nvSpPr>
        <p:spPr>
          <a:xfrm>
            <a:off x="5934225" y="34473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34">
    <p:spTree>
      <p:nvGrpSpPr>
        <p:cNvPr id="333" name="Shape 333"/>
        <p:cNvGrpSpPr/>
        <p:nvPr/>
      </p:nvGrpSpPr>
      <p:grpSpPr>
        <a:xfrm>
          <a:off x="0" y="0"/>
          <a:ext cx="0" cy="0"/>
          <a:chOff x="0" y="0"/>
          <a:chExt cx="0" cy="0"/>
        </a:xfrm>
      </p:grpSpPr>
      <p:sp>
        <p:nvSpPr>
          <p:cNvPr id="334" name="Google Shape;334;p37"/>
          <p:cNvSpPr txBox="1"/>
          <p:nvPr>
            <p:ph type="title"/>
          </p:nvPr>
        </p:nvSpPr>
        <p:spPr>
          <a:xfrm>
            <a:off x="2077025" y="151837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5" name="Google Shape;335;p37"/>
          <p:cNvSpPr txBox="1"/>
          <p:nvPr>
            <p:ph idx="1" type="subTitle"/>
          </p:nvPr>
        </p:nvSpPr>
        <p:spPr>
          <a:xfrm>
            <a:off x="2077175" y="2063201"/>
            <a:ext cx="59091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6" name="Google Shape;336;p37"/>
          <p:cNvSpPr txBox="1"/>
          <p:nvPr>
            <p:ph idx="2" type="title"/>
          </p:nvPr>
        </p:nvSpPr>
        <p:spPr>
          <a:xfrm>
            <a:off x="2077027" y="257712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7" name="Google Shape;337;p37"/>
          <p:cNvSpPr txBox="1"/>
          <p:nvPr>
            <p:ph idx="3" type="subTitle"/>
          </p:nvPr>
        </p:nvSpPr>
        <p:spPr>
          <a:xfrm>
            <a:off x="2077350" y="3121951"/>
            <a:ext cx="59088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8" name="Google Shape;338;p37"/>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9" name="Google Shape;339;p37"/>
          <p:cNvSpPr/>
          <p:nvPr/>
        </p:nvSpPr>
        <p:spPr>
          <a:xfrm flipH="1" rot="10285629">
            <a:off x="-6531342" y="-212179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7"/>
          <p:cNvSpPr/>
          <p:nvPr/>
        </p:nvSpPr>
        <p:spPr>
          <a:xfrm>
            <a:off x="-4516430"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7"/>
          <p:cNvSpPr/>
          <p:nvPr/>
        </p:nvSpPr>
        <p:spPr>
          <a:xfrm flipH="1" rot="-2839443">
            <a:off x="877472" y="3220259"/>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7"/>
          <p:cNvSpPr/>
          <p:nvPr/>
        </p:nvSpPr>
        <p:spPr>
          <a:xfrm flipH="1" rot="-10305679">
            <a:off x="6411091" y="301976"/>
            <a:ext cx="7310080" cy="6849767"/>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7"/>
          <p:cNvSpPr/>
          <p:nvPr/>
        </p:nvSpPr>
        <p:spPr>
          <a:xfrm flipH="1" rot="3278516">
            <a:off x="4649136" y="-366101"/>
            <a:ext cx="7826271" cy="287792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7"/>
          <p:cNvSpPr/>
          <p:nvPr/>
        </p:nvSpPr>
        <p:spPr>
          <a:xfrm rot="-9555841">
            <a:off x="-6466450" y="2570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7"/>
          <p:cNvSpPr txBox="1"/>
          <p:nvPr>
            <p:ph idx="5" type="title"/>
          </p:nvPr>
        </p:nvSpPr>
        <p:spPr>
          <a:xfrm>
            <a:off x="2077027" y="363587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46" name="Google Shape;346;p37"/>
          <p:cNvSpPr txBox="1"/>
          <p:nvPr>
            <p:ph idx="6" type="subTitle"/>
          </p:nvPr>
        </p:nvSpPr>
        <p:spPr>
          <a:xfrm>
            <a:off x="2077350" y="4180701"/>
            <a:ext cx="59088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47" name="Shape 347"/>
        <p:cNvGrpSpPr/>
        <p:nvPr/>
      </p:nvGrpSpPr>
      <p:grpSpPr>
        <a:xfrm>
          <a:off x="0" y="0"/>
          <a:ext cx="0" cy="0"/>
          <a:chOff x="0" y="0"/>
          <a:chExt cx="0" cy="0"/>
        </a:xfrm>
      </p:grpSpPr>
      <p:sp>
        <p:nvSpPr>
          <p:cNvPr id="348" name="Google Shape;348;p38"/>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8"/>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8"/>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8"/>
          <p:cNvSpPr/>
          <p:nvPr/>
        </p:nvSpPr>
        <p:spPr>
          <a:xfrm rot="-10285603">
            <a:off x="633647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8"/>
          <p:cNvSpPr/>
          <p:nvPr/>
        </p:nvSpPr>
        <p:spPr>
          <a:xfrm rot="-2238616">
            <a:off x="-4635728" y="470344"/>
            <a:ext cx="7826078" cy="287785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8"/>
          <p:cNvSpPr txBox="1"/>
          <p:nvPr>
            <p:ph type="title"/>
          </p:nvPr>
        </p:nvSpPr>
        <p:spPr>
          <a:xfrm>
            <a:off x="5664001" y="1703625"/>
            <a:ext cx="22272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54" name="Google Shape;354;p38"/>
          <p:cNvSpPr txBox="1"/>
          <p:nvPr>
            <p:ph idx="1" type="subTitle"/>
          </p:nvPr>
        </p:nvSpPr>
        <p:spPr>
          <a:xfrm>
            <a:off x="5664053" y="2135500"/>
            <a:ext cx="25086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55" name="Google Shape;355;p38"/>
          <p:cNvSpPr txBox="1"/>
          <p:nvPr>
            <p:ph idx="2" type="title"/>
          </p:nvPr>
        </p:nvSpPr>
        <p:spPr>
          <a:xfrm>
            <a:off x="5664001" y="3198000"/>
            <a:ext cx="22272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56" name="Google Shape;356;p38"/>
          <p:cNvSpPr txBox="1"/>
          <p:nvPr>
            <p:ph idx="3" type="subTitle"/>
          </p:nvPr>
        </p:nvSpPr>
        <p:spPr>
          <a:xfrm>
            <a:off x="5664025" y="3629875"/>
            <a:ext cx="25086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57" name="Google Shape;357;p38"/>
          <p:cNvSpPr txBox="1"/>
          <p:nvPr>
            <p:ph idx="4" type="title"/>
          </p:nvPr>
        </p:nvSpPr>
        <p:spPr>
          <a:xfrm>
            <a:off x="1252726" y="1703625"/>
            <a:ext cx="2227200" cy="48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58" name="Google Shape;358;p38"/>
          <p:cNvSpPr txBox="1"/>
          <p:nvPr>
            <p:ph idx="5" type="subTitle"/>
          </p:nvPr>
        </p:nvSpPr>
        <p:spPr>
          <a:xfrm>
            <a:off x="971503" y="2135500"/>
            <a:ext cx="2508600" cy="66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59" name="Google Shape;359;p38"/>
          <p:cNvSpPr txBox="1"/>
          <p:nvPr>
            <p:ph idx="6" type="title"/>
          </p:nvPr>
        </p:nvSpPr>
        <p:spPr>
          <a:xfrm>
            <a:off x="1252726" y="3198000"/>
            <a:ext cx="2227200" cy="48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60" name="Google Shape;360;p38"/>
          <p:cNvSpPr txBox="1"/>
          <p:nvPr>
            <p:ph idx="7" type="subTitle"/>
          </p:nvPr>
        </p:nvSpPr>
        <p:spPr>
          <a:xfrm>
            <a:off x="971475" y="3629875"/>
            <a:ext cx="2508600" cy="66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61" name="Google Shape;361;p38"/>
          <p:cNvSpPr txBox="1"/>
          <p:nvPr>
            <p:ph idx="8"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362" name="Shape 362"/>
        <p:cNvGrpSpPr/>
        <p:nvPr/>
      </p:nvGrpSpPr>
      <p:grpSpPr>
        <a:xfrm>
          <a:off x="0" y="0"/>
          <a:ext cx="0" cy="0"/>
          <a:chOff x="0" y="0"/>
          <a:chExt cx="0" cy="0"/>
        </a:xfrm>
      </p:grpSpPr>
      <p:sp>
        <p:nvSpPr>
          <p:cNvPr id="363" name="Google Shape;363;p39"/>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9"/>
          <p:cNvSpPr/>
          <p:nvPr/>
        </p:nvSpPr>
        <p:spPr>
          <a:xfrm rot="-10285603">
            <a:off x="586952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9"/>
          <p:cNvSpPr txBox="1"/>
          <p:nvPr>
            <p:ph type="title"/>
          </p:nvPr>
        </p:nvSpPr>
        <p:spPr>
          <a:xfrm flipH="1">
            <a:off x="3993600" y="437700"/>
            <a:ext cx="4410900" cy="6579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6" name="Google Shape;366;p39"/>
          <p:cNvSpPr txBox="1"/>
          <p:nvPr>
            <p:ph idx="2" type="title"/>
          </p:nvPr>
        </p:nvSpPr>
        <p:spPr>
          <a:xfrm>
            <a:off x="4157088" y="2211700"/>
            <a:ext cx="1454400" cy="929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67" name="Google Shape;367;p39"/>
          <p:cNvSpPr txBox="1"/>
          <p:nvPr>
            <p:ph idx="1" type="subTitle"/>
          </p:nvPr>
        </p:nvSpPr>
        <p:spPr>
          <a:xfrm>
            <a:off x="5964350" y="2211700"/>
            <a:ext cx="2440500" cy="92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68" name="Google Shape;368;p39"/>
          <p:cNvSpPr txBox="1"/>
          <p:nvPr>
            <p:ph idx="3" type="title"/>
          </p:nvPr>
        </p:nvSpPr>
        <p:spPr>
          <a:xfrm>
            <a:off x="4157088" y="3465525"/>
            <a:ext cx="1454400" cy="929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69" name="Google Shape;369;p39"/>
          <p:cNvSpPr txBox="1"/>
          <p:nvPr>
            <p:ph idx="4" type="subTitle"/>
          </p:nvPr>
        </p:nvSpPr>
        <p:spPr>
          <a:xfrm>
            <a:off x="5964350" y="3465525"/>
            <a:ext cx="2440500" cy="92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24">
    <p:spTree>
      <p:nvGrpSpPr>
        <p:cNvPr id="370" name="Shape 370"/>
        <p:cNvGrpSpPr/>
        <p:nvPr/>
      </p:nvGrpSpPr>
      <p:grpSpPr>
        <a:xfrm>
          <a:off x="0" y="0"/>
          <a:ext cx="0" cy="0"/>
          <a:chOff x="0" y="0"/>
          <a:chExt cx="0" cy="0"/>
        </a:xfrm>
      </p:grpSpPr>
      <p:sp>
        <p:nvSpPr>
          <p:cNvPr id="371" name="Google Shape;371;p40"/>
          <p:cNvSpPr/>
          <p:nvPr/>
        </p:nvSpPr>
        <p:spPr>
          <a:xfrm rot="-4102360">
            <a:off x="4113422" y="47654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0"/>
          <p:cNvSpPr/>
          <p:nvPr/>
        </p:nvSpPr>
        <p:spPr>
          <a:xfrm flipH="1" rot="-813319">
            <a:off x="7043160" y="-160894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0"/>
          <p:cNvSpPr/>
          <p:nvPr/>
        </p:nvSpPr>
        <p:spPr>
          <a:xfrm rot="-3394465">
            <a:off x="-4084285" y="336016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0"/>
          <p:cNvSpPr/>
          <p:nvPr/>
        </p:nvSpPr>
        <p:spPr>
          <a:xfrm flipH="1" rot="10285603">
            <a:off x="-4881689" y="-150840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0"/>
          <p:cNvSpPr/>
          <p:nvPr/>
        </p:nvSpPr>
        <p:spPr>
          <a:xfrm flipH="1" rot="6738480">
            <a:off x="5484634" y="1473878"/>
            <a:ext cx="7826261" cy="287791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0"/>
          <p:cNvSpPr txBox="1"/>
          <p:nvPr>
            <p:ph type="title"/>
          </p:nvPr>
        </p:nvSpPr>
        <p:spPr>
          <a:xfrm>
            <a:off x="463326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77" name="Google Shape;377;p40"/>
          <p:cNvSpPr txBox="1"/>
          <p:nvPr>
            <p:ph idx="1" type="subTitle"/>
          </p:nvPr>
        </p:nvSpPr>
        <p:spPr>
          <a:xfrm>
            <a:off x="4633297"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78" name="Google Shape;378;p40"/>
          <p:cNvSpPr txBox="1"/>
          <p:nvPr>
            <p:ph idx="2" type="title"/>
          </p:nvPr>
        </p:nvSpPr>
        <p:spPr>
          <a:xfrm>
            <a:off x="654461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79" name="Google Shape;379;p40"/>
          <p:cNvSpPr txBox="1"/>
          <p:nvPr>
            <p:ph idx="3" type="subTitle"/>
          </p:nvPr>
        </p:nvSpPr>
        <p:spPr>
          <a:xfrm>
            <a:off x="6544625"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80" name="Google Shape;380;p40"/>
          <p:cNvSpPr txBox="1"/>
          <p:nvPr>
            <p:ph idx="4" type="title"/>
          </p:nvPr>
        </p:nvSpPr>
        <p:spPr>
          <a:xfrm>
            <a:off x="272186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81" name="Google Shape;381;p40"/>
          <p:cNvSpPr txBox="1"/>
          <p:nvPr>
            <p:ph idx="5" type="subTitle"/>
          </p:nvPr>
        </p:nvSpPr>
        <p:spPr>
          <a:xfrm>
            <a:off x="2722019"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82" name="Google Shape;382;p40"/>
          <p:cNvSpPr txBox="1"/>
          <p:nvPr>
            <p:ph idx="6" type="title"/>
          </p:nvPr>
        </p:nvSpPr>
        <p:spPr>
          <a:xfrm>
            <a:off x="81061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83" name="Google Shape;383;p40"/>
          <p:cNvSpPr txBox="1"/>
          <p:nvPr>
            <p:ph idx="7" type="subTitle"/>
          </p:nvPr>
        </p:nvSpPr>
        <p:spPr>
          <a:xfrm>
            <a:off x="810750"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84" name="Google Shape;384;p40"/>
          <p:cNvSpPr txBox="1"/>
          <p:nvPr>
            <p:ph idx="8"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85" name="Shape 385"/>
        <p:cNvGrpSpPr/>
        <p:nvPr/>
      </p:nvGrpSpPr>
      <p:grpSpPr>
        <a:xfrm>
          <a:off x="0" y="0"/>
          <a:ext cx="0" cy="0"/>
          <a:chOff x="0" y="0"/>
          <a:chExt cx="0" cy="0"/>
        </a:xfrm>
      </p:grpSpPr>
      <p:sp>
        <p:nvSpPr>
          <p:cNvPr id="386" name="Google Shape;386;p41"/>
          <p:cNvSpPr/>
          <p:nvPr/>
        </p:nvSpPr>
        <p:spPr>
          <a:xfrm rot="-10285629">
            <a:off x="6057524"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1"/>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1"/>
          <p:cNvSpPr/>
          <p:nvPr/>
        </p:nvSpPr>
        <p:spPr>
          <a:xfrm rot="9405665">
            <a:off x="-5036390" y="19320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rot="-1478505">
            <a:off x="-435239" y="-2304911"/>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flipH="1" rot="9555841">
            <a:off x="80422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txBox="1"/>
          <p:nvPr>
            <p:ph type="title"/>
          </p:nvPr>
        </p:nvSpPr>
        <p:spPr>
          <a:xfrm>
            <a:off x="1465625" y="162742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3" name="Google Shape;393;p41"/>
          <p:cNvSpPr txBox="1"/>
          <p:nvPr>
            <p:ph idx="1" type="subTitle"/>
          </p:nvPr>
        </p:nvSpPr>
        <p:spPr>
          <a:xfrm>
            <a:off x="1465675" y="208760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4" name="Google Shape;394;p41"/>
          <p:cNvSpPr txBox="1"/>
          <p:nvPr>
            <p:ph idx="2" type="title"/>
          </p:nvPr>
        </p:nvSpPr>
        <p:spPr>
          <a:xfrm>
            <a:off x="1465625" y="2665450"/>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5" name="Google Shape;395;p41"/>
          <p:cNvSpPr txBox="1"/>
          <p:nvPr>
            <p:ph idx="3" type="subTitle"/>
          </p:nvPr>
        </p:nvSpPr>
        <p:spPr>
          <a:xfrm>
            <a:off x="1465675" y="3124625"/>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6" name="Google Shape;396;p41"/>
          <p:cNvSpPr txBox="1"/>
          <p:nvPr>
            <p:ph idx="4" type="title"/>
          </p:nvPr>
        </p:nvSpPr>
        <p:spPr>
          <a:xfrm>
            <a:off x="1465625" y="370347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7" name="Google Shape;397;p41"/>
          <p:cNvSpPr txBox="1"/>
          <p:nvPr>
            <p:ph idx="5" type="subTitle"/>
          </p:nvPr>
        </p:nvSpPr>
        <p:spPr>
          <a:xfrm>
            <a:off x="1465675" y="416265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8" name="Google Shape;398;p41"/>
          <p:cNvSpPr txBox="1"/>
          <p:nvPr>
            <p:ph idx="6" type="title"/>
          </p:nvPr>
        </p:nvSpPr>
        <p:spPr>
          <a:xfrm>
            <a:off x="5348850" y="162742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9" name="Google Shape;399;p41"/>
          <p:cNvSpPr txBox="1"/>
          <p:nvPr>
            <p:ph idx="7" type="subTitle"/>
          </p:nvPr>
        </p:nvSpPr>
        <p:spPr>
          <a:xfrm>
            <a:off x="5348900" y="208760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0" name="Google Shape;400;p41"/>
          <p:cNvSpPr txBox="1"/>
          <p:nvPr>
            <p:ph idx="8" type="title"/>
          </p:nvPr>
        </p:nvSpPr>
        <p:spPr>
          <a:xfrm>
            <a:off x="5348850" y="2665450"/>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01" name="Google Shape;401;p41"/>
          <p:cNvSpPr txBox="1"/>
          <p:nvPr>
            <p:ph idx="9" type="subTitle"/>
          </p:nvPr>
        </p:nvSpPr>
        <p:spPr>
          <a:xfrm>
            <a:off x="5348900" y="3124625"/>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2" name="Google Shape;402;p41"/>
          <p:cNvSpPr txBox="1"/>
          <p:nvPr>
            <p:ph idx="13" type="title"/>
          </p:nvPr>
        </p:nvSpPr>
        <p:spPr>
          <a:xfrm>
            <a:off x="5348850" y="370347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03" name="Google Shape;403;p41"/>
          <p:cNvSpPr txBox="1"/>
          <p:nvPr>
            <p:ph idx="14" type="subTitle"/>
          </p:nvPr>
        </p:nvSpPr>
        <p:spPr>
          <a:xfrm>
            <a:off x="5348900" y="416265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4" name="Google Shape;404;p41"/>
          <p:cNvSpPr txBox="1"/>
          <p:nvPr>
            <p:ph idx="15"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7_1">
    <p:spTree>
      <p:nvGrpSpPr>
        <p:cNvPr id="405" name="Shape 405"/>
        <p:cNvGrpSpPr/>
        <p:nvPr/>
      </p:nvGrpSpPr>
      <p:grpSpPr>
        <a:xfrm>
          <a:off x="0" y="0"/>
          <a:ext cx="0" cy="0"/>
          <a:chOff x="0" y="0"/>
          <a:chExt cx="0" cy="0"/>
        </a:xfrm>
      </p:grpSpPr>
      <p:sp>
        <p:nvSpPr>
          <p:cNvPr id="406" name="Google Shape;406;p42"/>
          <p:cNvSpPr/>
          <p:nvPr/>
        </p:nvSpPr>
        <p:spPr>
          <a:xfrm flipH="1" rot="9339447">
            <a:off x="-5157706" y="21951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2"/>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2"/>
          <p:cNvSpPr/>
          <p:nvPr/>
        </p:nvSpPr>
        <p:spPr>
          <a:xfrm rot="649785">
            <a:off x="6848027" y="-2440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2"/>
          <p:cNvSpPr/>
          <p:nvPr/>
        </p:nvSpPr>
        <p:spPr>
          <a:xfrm rot="813319">
            <a:off x="-4299402" y="-4717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2"/>
          <p:cNvSpPr/>
          <p:nvPr/>
        </p:nvSpPr>
        <p:spPr>
          <a:xfrm rot="9089871">
            <a:off x="7049951"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2"/>
          <p:cNvSpPr/>
          <p:nvPr/>
        </p:nvSpPr>
        <p:spPr>
          <a:xfrm rot="-576017">
            <a:off x="-4825529" y="-672274"/>
            <a:ext cx="7826074"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2"/>
          <p:cNvSpPr txBox="1"/>
          <p:nvPr>
            <p:ph type="title"/>
          </p:nvPr>
        </p:nvSpPr>
        <p:spPr>
          <a:xfrm>
            <a:off x="72107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3" name="Google Shape;413;p42"/>
          <p:cNvSpPr txBox="1"/>
          <p:nvPr>
            <p:ph idx="1" type="subTitle"/>
          </p:nvPr>
        </p:nvSpPr>
        <p:spPr>
          <a:xfrm>
            <a:off x="72112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4" name="Google Shape;414;p42"/>
          <p:cNvSpPr txBox="1"/>
          <p:nvPr>
            <p:ph idx="2" type="title"/>
          </p:nvPr>
        </p:nvSpPr>
        <p:spPr>
          <a:xfrm>
            <a:off x="72107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5" name="Google Shape;415;p42"/>
          <p:cNvSpPr txBox="1"/>
          <p:nvPr>
            <p:ph idx="3" type="subTitle"/>
          </p:nvPr>
        </p:nvSpPr>
        <p:spPr>
          <a:xfrm>
            <a:off x="72110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6" name="Google Shape;416;p42"/>
          <p:cNvSpPr txBox="1"/>
          <p:nvPr>
            <p:ph idx="4" type="title"/>
          </p:nvPr>
        </p:nvSpPr>
        <p:spPr>
          <a:xfrm>
            <a:off x="345837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7" name="Google Shape;417;p42"/>
          <p:cNvSpPr txBox="1"/>
          <p:nvPr>
            <p:ph idx="5" type="subTitle"/>
          </p:nvPr>
        </p:nvSpPr>
        <p:spPr>
          <a:xfrm>
            <a:off x="345842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8" name="Google Shape;418;p42"/>
          <p:cNvSpPr txBox="1"/>
          <p:nvPr>
            <p:ph idx="6" type="title"/>
          </p:nvPr>
        </p:nvSpPr>
        <p:spPr>
          <a:xfrm>
            <a:off x="345837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9" name="Google Shape;419;p42"/>
          <p:cNvSpPr txBox="1"/>
          <p:nvPr>
            <p:ph idx="7" type="subTitle"/>
          </p:nvPr>
        </p:nvSpPr>
        <p:spPr>
          <a:xfrm>
            <a:off x="345840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0" name="Google Shape;420;p42"/>
          <p:cNvSpPr txBox="1"/>
          <p:nvPr>
            <p:ph idx="8" type="title"/>
          </p:nvPr>
        </p:nvSpPr>
        <p:spPr>
          <a:xfrm>
            <a:off x="619572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21" name="Google Shape;421;p42"/>
          <p:cNvSpPr txBox="1"/>
          <p:nvPr>
            <p:ph idx="9" type="subTitle"/>
          </p:nvPr>
        </p:nvSpPr>
        <p:spPr>
          <a:xfrm>
            <a:off x="619577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2" name="Google Shape;422;p42"/>
          <p:cNvSpPr txBox="1"/>
          <p:nvPr>
            <p:ph idx="13" type="title"/>
          </p:nvPr>
        </p:nvSpPr>
        <p:spPr>
          <a:xfrm>
            <a:off x="619572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23" name="Google Shape;423;p42"/>
          <p:cNvSpPr txBox="1"/>
          <p:nvPr>
            <p:ph idx="14" type="subTitle"/>
          </p:nvPr>
        </p:nvSpPr>
        <p:spPr>
          <a:xfrm>
            <a:off x="619575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4" name="Google Shape;424;p42"/>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2">
  <p:cSld name="CUSTOM_27">
    <p:spTree>
      <p:nvGrpSpPr>
        <p:cNvPr id="425" name="Shape 425"/>
        <p:cNvGrpSpPr/>
        <p:nvPr/>
      </p:nvGrpSpPr>
      <p:grpSpPr>
        <a:xfrm>
          <a:off x="0" y="0"/>
          <a:ext cx="0" cy="0"/>
          <a:chOff x="0" y="0"/>
          <a:chExt cx="0" cy="0"/>
        </a:xfrm>
      </p:grpSpPr>
      <p:sp>
        <p:nvSpPr>
          <p:cNvPr id="426" name="Google Shape;426;p43"/>
          <p:cNvSpPr/>
          <p:nvPr/>
        </p:nvSpPr>
        <p:spPr>
          <a:xfrm rot="-9339447">
            <a:off x="6847042" y="29704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3"/>
          <p:cNvSpPr/>
          <p:nvPr/>
        </p:nvSpPr>
        <p:spPr>
          <a:xfrm flipH="1" rot="10285603">
            <a:off x="-5277715" y="-246410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3"/>
          <p:cNvSpPr/>
          <p:nvPr/>
        </p:nvSpPr>
        <p:spPr>
          <a:xfrm flipH="1" rot="-649785">
            <a:off x="-4089159" y="1056050"/>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3"/>
          <p:cNvSpPr/>
          <p:nvPr/>
        </p:nvSpPr>
        <p:spPr>
          <a:xfrm flipH="1" rot="-813319">
            <a:off x="7695609" y="-35221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3"/>
          <p:cNvSpPr/>
          <p:nvPr/>
        </p:nvSpPr>
        <p:spPr>
          <a:xfrm flipH="1" rot="-9089871">
            <a:off x="-5596635"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3"/>
          <p:cNvSpPr/>
          <p:nvPr/>
        </p:nvSpPr>
        <p:spPr>
          <a:xfrm flipH="1" rot="1476017">
            <a:off x="6812373" y="775527"/>
            <a:ext cx="7826071"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3"/>
          <p:cNvSpPr txBox="1"/>
          <p:nvPr>
            <p:ph type="title"/>
          </p:nvPr>
        </p:nvSpPr>
        <p:spPr>
          <a:xfrm>
            <a:off x="1242888"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3" name="Google Shape;433;p43"/>
          <p:cNvSpPr txBox="1"/>
          <p:nvPr>
            <p:ph idx="1" type="subTitle"/>
          </p:nvPr>
        </p:nvSpPr>
        <p:spPr>
          <a:xfrm>
            <a:off x="1242930"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4" name="Google Shape;434;p43"/>
          <p:cNvSpPr txBox="1"/>
          <p:nvPr>
            <p:ph idx="2" type="title"/>
          </p:nvPr>
        </p:nvSpPr>
        <p:spPr>
          <a:xfrm>
            <a:off x="1242889"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5" name="Google Shape;435;p43"/>
          <p:cNvSpPr txBox="1"/>
          <p:nvPr>
            <p:ph idx="3" type="subTitle"/>
          </p:nvPr>
        </p:nvSpPr>
        <p:spPr>
          <a:xfrm>
            <a:off x="1242909"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6" name="Google Shape;436;p43"/>
          <p:cNvSpPr txBox="1"/>
          <p:nvPr>
            <p:ph idx="4" type="title"/>
          </p:nvPr>
        </p:nvSpPr>
        <p:spPr>
          <a:xfrm>
            <a:off x="3973163"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7" name="Google Shape;437;p43"/>
          <p:cNvSpPr txBox="1"/>
          <p:nvPr>
            <p:ph idx="5" type="subTitle"/>
          </p:nvPr>
        </p:nvSpPr>
        <p:spPr>
          <a:xfrm>
            <a:off x="3973205"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8" name="Google Shape;438;p43"/>
          <p:cNvSpPr txBox="1"/>
          <p:nvPr>
            <p:ph idx="6" type="title"/>
          </p:nvPr>
        </p:nvSpPr>
        <p:spPr>
          <a:xfrm>
            <a:off x="3973164"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9" name="Google Shape;439;p43"/>
          <p:cNvSpPr txBox="1"/>
          <p:nvPr>
            <p:ph idx="7" type="subTitle"/>
          </p:nvPr>
        </p:nvSpPr>
        <p:spPr>
          <a:xfrm>
            <a:off x="3973184"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0" name="Google Shape;440;p43"/>
          <p:cNvSpPr txBox="1"/>
          <p:nvPr>
            <p:ph idx="8" type="title"/>
          </p:nvPr>
        </p:nvSpPr>
        <p:spPr>
          <a:xfrm>
            <a:off x="6703489"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41" name="Google Shape;441;p43"/>
          <p:cNvSpPr txBox="1"/>
          <p:nvPr>
            <p:ph idx="9" type="subTitle"/>
          </p:nvPr>
        </p:nvSpPr>
        <p:spPr>
          <a:xfrm>
            <a:off x="6703530"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2" name="Google Shape;442;p43"/>
          <p:cNvSpPr txBox="1"/>
          <p:nvPr>
            <p:ph idx="13" type="title"/>
          </p:nvPr>
        </p:nvSpPr>
        <p:spPr>
          <a:xfrm>
            <a:off x="6703489"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43" name="Google Shape;443;p43"/>
          <p:cNvSpPr txBox="1"/>
          <p:nvPr>
            <p:ph idx="14" type="subTitle"/>
          </p:nvPr>
        </p:nvSpPr>
        <p:spPr>
          <a:xfrm>
            <a:off x="6703509"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4" name="Google Shape;444;p43"/>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45" name="Shape 445"/>
        <p:cNvGrpSpPr/>
        <p:nvPr/>
      </p:nvGrpSpPr>
      <p:grpSpPr>
        <a:xfrm>
          <a:off x="0" y="0"/>
          <a:ext cx="0" cy="0"/>
          <a:chOff x="0" y="0"/>
          <a:chExt cx="0" cy="0"/>
        </a:xfrm>
      </p:grpSpPr>
      <p:sp>
        <p:nvSpPr>
          <p:cNvPr id="446" name="Google Shape;446;p44"/>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4"/>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4"/>
          <p:cNvSpPr/>
          <p:nvPr/>
        </p:nvSpPr>
        <p:spPr>
          <a:xfrm>
            <a:off x="531517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4"/>
          <p:cNvSpPr/>
          <p:nvPr/>
        </p:nvSpPr>
        <p:spPr>
          <a:xfrm rot="3406877">
            <a:off x="3098060" y="-32126"/>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4"/>
          <p:cNvSpPr/>
          <p:nvPr/>
        </p:nvSpPr>
        <p:spPr>
          <a:xfrm rot="-10285603">
            <a:off x="-4701904" y="288969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4"/>
          <p:cNvSpPr txBox="1"/>
          <p:nvPr>
            <p:ph hasCustomPrompt="1" type="title"/>
          </p:nvPr>
        </p:nvSpPr>
        <p:spPr>
          <a:xfrm>
            <a:off x="723300" y="751975"/>
            <a:ext cx="4696800" cy="1323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6000"/>
              <a:buNone/>
              <a:defRPr sz="73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453" name="Google Shape;453;p44"/>
          <p:cNvSpPr txBox="1"/>
          <p:nvPr>
            <p:ph idx="1" type="subTitle"/>
          </p:nvPr>
        </p:nvSpPr>
        <p:spPr>
          <a:xfrm>
            <a:off x="723300" y="2038177"/>
            <a:ext cx="4696800" cy="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T Sans"/>
              <a:buNon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Font typeface="PT Sans"/>
              <a:buNone/>
              <a:defRPr>
                <a:latin typeface="PT Sans"/>
                <a:ea typeface="PT Sans"/>
                <a:cs typeface="PT Sans"/>
                <a:sym typeface="PT Sans"/>
              </a:defRPr>
            </a:lvl4pPr>
            <a:lvl5pPr lvl="4" rtl="0">
              <a:lnSpc>
                <a:spcPct val="100000"/>
              </a:lnSpc>
              <a:spcBef>
                <a:spcPts val="0"/>
              </a:spcBef>
              <a:spcAft>
                <a:spcPts val="0"/>
              </a:spcAft>
              <a:buSzPts val="1600"/>
              <a:buFont typeface="PT Sans"/>
              <a:buNone/>
              <a:defRPr>
                <a:latin typeface="PT Sans"/>
                <a:ea typeface="PT Sans"/>
                <a:cs typeface="PT Sans"/>
                <a:sym typeface="PT Sans"/>
              </a:defRPr>
            </a:lvl5pPr>
            <a:lvl6pPr lvl="5" rtl="0">
              <a:lnSpc>
                <a:spcPct val="100000"/>
              </a:lnSpc>
              <a:spcBef>
                <a:spcPts val="0"/>
              </a:spcBef>
              <a:spcAft>
                <a:spcPts val="0"/>
              </a:spcAft>
              <a:buSzPts val="1600"/>
              <a:buFont typeface="PT Sans"/>
              <a:buNone/>
              <a:defRPr>
                <a:latin typeface="PT Sans"/>
                <a:ea typeface="PT Sans"/>
                <a:cs typeface="PT Sans"/>
                <a:sym typeface="PT Sans"/>
              </a:defRPr>
            </a:lvl6pPr>
            <a:lvl7pPr lvl="6" rtl="0">
              <a:lnSpc>
                <a:spcPct val="100000"/>
              </a:lnSpc>
              <a:spcBef>
                <a:spcPts val="0"/>
              </a:spcBef>
              <a:spcAft>
                <a:spcPts val="0"/>
              </a:spcAft>
              <a:buSzPts val="1600"/>
              <a:buFont typeface="PT Sans"/>
              <a:buNone/>
              <a:defRPr>
                <a:latin typeface="PT Sans"/>
                <a:ea typeface="PT Sans"/>
                <a:cs typeface="PT Sans"/>
                <a:sym typeface="PT Sans"/>
              </a:defRPr>
            </a:lvl7pPr>
            <a:lvl8pPr lvl="7" rtl="0">
              <a:lnSpc>
                <a:spcPct val="100000"/>
              </a:lnSpc>
              <a:spcBef>
                <a:spcPts val="0"/>
              </a:spcBef>
              <a:spcAft>
                <a:spcPts val="0"/>
              </a:spcAft>
              <a:buSzPts val="1600"/>
              <a:buFont typeface="PT Sans"/>
              <a:buNone/>
              <a:defRPr>
                <a:latin typeface="PT Sans"/>
                <a:ea typeface="PT Sans"/>
                <a:cs typeface="PT Sans"/>
                <a:sym typeface="PT Sans"/>
              </a:defRPr>
            </a:lvl8pPr>
            <a:lvl9pPr lvl="8" rtl="0">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54" name="Google Shape;454;p44"/>
          <p:cNvSpPr txBox="1"/>
          <p:nvPr>
            <p:ph hasCustomPrompt="1" idx="2" type="title"/>
          </p:nvPr>
        </p:nvSpPr>
        <p:spPr>
          <a:xfrm>
            <a:off x="723300" y="2598825"/>
            <a:ext cx="4696800" cy="1323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6000"/>
              <a:buNone/>
              <a:defRPr sz="73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455" name="Google Shape;455;p44"/>
          <p:cNvSpPr txBox="1"/>
          <p:nvPr>
            <p:ph idx="3" type="subTitle"/>
          </p:nvPr>
        </p:nvSpPr>
        <p:spPr>
          <a:xfrm>
            <a:off x="723300" y="3889928"/>
            <a:ext cx="4696800" cy="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T Sans"/>
              <a:buNon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Font typeface="PT Sans"/>
              <a:buNone/>
              <a:defRPr>
                <a:latin typeface="PT Sans"/>
                <a:ea typeface="PT Sans"/>
                <a:cs typeface="PT Sans"/>
                <a:sym typeface="PT Sans"/>
              </a:defRPr>
            </a:lvl4pPr>
            <a:lvl5pPr lvl="4" rtl="0">
              <a:lnSpc>
                <a:spcPct val="100000"/>
              </a:lnSpc>
              <a:spcBef>
                <a:spcPts val="0"/>
              </a:spcBef>
              <a:spcAft>
                <a:spcPts val="0"/>
              </a:spcAft>
              <a:buSzPts val="1600"/>
              <a:buFont typeface="PT Sans"/>
              <a:buNone/>
              <a:defRPr>
                <a:latin typeface="PT Sans"/>
                <a:ea typeface="PT Sans"/>
                <a:cs typeface="PT Sans"/>
                <a:sym typeface="PT Sans"/>
              </a:defRPr>
            </a:lvl5pPr>
            <a:lvl6pPr lvl="5" rtl="0">
              <a:lnSpc>
                <a:spcPct val="100000"/>
              </a:lnSpc>
              <a:spcBef>
                <a:spcPts val="0"/>
              </a:spcBef>
              <a:spcAft>
                <a:spcPts val="0"/>
              </a:spcAft>
              <a:buSzPts val="1600"/>
              <a:buFont typeface="PT Sans"/>
              <a:buNone/>
              <a:defRPr>
                <a:latin typeface="PT Sans"/>
                <a:ea typeface="PT Sans"/>
                <a:cs typeface="PT Sans"/>
                <a:sym typeface="PT Sans"/>
              </a:defRPr>
            </a:lvl6pPr>
            <a:lvl7pPr lvl="6" rtl="0">
              <a:lnSpc>
                <a:spcPct val="100000"/>
              </a:lnSpc>
              <a:spcBef>
                <a:spcPts val="0"/>
              </a:spcBef>
              <a:spcAft>
                <a:spcPts val="0"/>
              </a:spcAft>
              <a:buSzPts val="1600"/>
              <a:buFont typeface="PT Sans"/>
              <a:buNone/>
              <a:defRPr>
                <a:latin typeface="PT Sans"/>
                <a:ea typeface="PT Sans"/>
                <a:cs typeface="PT Sans"/>
                <a:sym typeface="PT Sans"/>
              </a:defRPr>
            </a:lvl7pPr>
            <a:lvl8pPr lvl="7" rtl="0">
              <a:lnSpc>
                <a:spcPct val="100000"/>
              </a:lnSpc>
              <a:spcBef>
                <a:spcPts val="0"/>
              </a:spcBef>
              <a:spcAft>
                <a:spcPts val="0"/>
              </a:spcAft>
              <a:buSzPts val="1600"/>
              <a:buFont typeface="PT Sans"/>
              <a:buNone/>
              <a:defRPr>
                <a:latin typeface="PT Sans"/>
                <a:ea typeface="PT Sans"/>
                <a:cs typeface="PT Sans"/>
                <a:sym typeface="PT Sans"/>
              </a:defRPr>
            </a:lvl8pPr>
            <a:lvl9pPr lvl="8" rtl="0">
              <a:lnSpc>
                <a:spcPct val="100000"/>
              </a:lnSpc>
              <a:spcBef>
                <a:spcPts val="0"/>
              </a:spcBef>
              <a:spcAft>
                <a:spcPts val="0"/>
              </a:spcAft>
              <a:buSzPts val="1600"/>
              <a:buFont typeface="PT Sans"/>
              <a:buNone/>
              <a:defRPr>
                <a:latin typeface="PT Sans"/>
                <a:ea typeface="PT Sans"/>
                <a:cs typeface="PT Sans"/>
                <a:sym typeface="PT Sans"/>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9">
    <p:spTree>
      <p:nvGrpSpPr>
        <p:cNvPr id="456" name="Shape 456"/>
        <p:cNvGrpSpPr/>
        <p:nvPr/>
      </p:nvGrpSpPr>
      <p:grpSpPr>
        <a:xfrm>
          <a:off x="0" y="0"/>
          <a:ext cx="0" cy="0"/>
          <a:chOff x="0" y="0"/>
          <a:chExt cx="0" cy="0"/>
        </a:xfrm>
      </p:grpSpPr>
      <p:sp>
        <p:nvSpPr>
          <p:cNvPr id="457" name="Google Shape;457;p45"/>
          <p:cNvSpPr/>
          <p:nvPr/>
        </p:nvSpPr>
        <p:spPr>
          <a:xfrm flipH="1" rot="-813319">
            <a:off x="4461871" y="-38204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5"/>
          <p:cNvSpPr/>
          <p:nvPr/>
        </p:nvSpPr>
        <p:spPr>
          <a:xfrm rot="-3394465">
            <a:off x="-4415599"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5"/>
          <p:cNvSpPr/>
          <p:nvPr/>
        </p:nvSpPr>
        <p:spPr>
          <a:xfrm flipH="1">
            <a:off x="-3718816" y="-232974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5"/>
          <p:cNvSpPr/>
          <p:nvPr/>
        </p:nvSpPr>
        <p:spPr>
          <a:xfrm flipH="1" rot="-3406877">
            <a:off x="4741603" y="2701799"/>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5"/>
          <p:cNvSpPr/>
          <p:nvPr/>
        </p:nvSpPr>
        <p:spPr>
          <a:xfrm rot="649760">
            <a:off x="-3160798" y="3729042"/>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5"/>
          <p:cNvSpPr/>
          <p:nvPr/>
        </p:nvSpPr>
        <p:spPr>
          <a:xfrm flipH="1" rot="10285603">
            <a:off x="4594972" y="288969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5"/>
          <p:cNvSpPr txBox="1"/>
          <p:nvPr>
            <p:ph hasCustomPrompt="1" type="title"/>
          </p:nvPr>
        </p:nvSpPr>
        <p:spPr>
          <a:xfrm>
            <a:off x="2223600" y="53950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4" name="Google Shape;464;p45"/>
          <p:cNvSpPr txBox="1"/>
          <p:nvPr>
            <p:ph idx="1" type="subTitle"/>
          </p:nvPr>
        </p:nvSpPr>
        <p:spPr>
          <a:xfrm>
            <a:off x="2223600" y="1437838"/>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65" name="Google Shape;465;p45"/>
          <p:cNvSpPr txBox="1"/>
          <p:nvPr>
            <p:ph hasCustomPrompt="1" idx="2" type="title"/>
          </p:nvPr>
        </p:nvSpPr>
        <p:spPr>
          <a:xfrm>
            <a:off x="2223600" y="335435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6" name="Google Shape;466;p45"/>
          <p:cNvSpPr txBox="1"/>
          <p:nvPr>
            <p:ph idx="3" type="subTitle"/>
          </p:nvPr>
        </p:nvSpPr>
        <p:spPr>
          <a:xfrm>
            <a:off x="2223600" y="4257426"/>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67" name="Google Shape;467;p45"/>
          <p:cNvSpPr txBox="1"/>
          <p:nvPr>
            <p:ph hasCustomPrompt="1" idx="4" type="title"/>
          </p:nvPr>
        </p:nvSpPr>
        <p:spPr>
          <a:xfrm>
            <a:off x="2223600" y="194455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8" name="Google Shape;468;p45"/>
          <p:cNvSpPr txBox="1"/>
          <p:nvPr>
            <p:ph idx="5" type="subTitle"/>
          </p:nvPr>
        </p:nvSpPr>
        <p:spPr>
          <a:xfrm>
            <a:off x="2223600" y="2847626"/>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8_1">
    <p:spTree>
      <p:nvGrpSpPr>
        <p:cNvPr id="469" name="Shape 469"/>
        <p:cNvGrpSpPr/>
        <p:nvPr/>
      </p:nvGrpSpPr>
      <p:grpSpPr>
        <a:xfrm>
          <a:off x="0" y="0"/>
          <a:ext cx="0" cy="0"/>
          <a:chOff x="0" y="0"/>
          <a:chExt cx="0" cy="0"/>
        </a:xfrm>
      </p:grpSpPr>
      <p:sp>
        <p:nvSpPr>
          <p:cNvPr id="470" name="Google Shape;470;p46"/>
          <p:cNvSpPr/>
          <p:nvPr/>
        </p:nvSpPr>
        <p:spPr>
          <a:xfrm rot="-3394465">
            <a:off x="-2929870"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6"/>
          <p:cNvSpPr/>
          <p:nvPr/>
        </p:nvSpPr>
        <p:spPr>
          <a:xfrm flipH="1">
            <a:off x="-4081962"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6"/>
          <p:cNvSpPr/>
          <p:nvPr/>
        </p:nvSpPr>
        <p:spPr>
          <a:xfrm flipH="1" rot="-3952094">
            <a:off x="-395440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6"/>
          <p:cNvSpPr/>
          <p:nvPr/>
        </p:nvSpPr>
        <p:spPr>
          <a:xfrm rot="649760">
            <a:off x="-3199069"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6"/>
          <p:cNvSpPr/>
          <p:nvPr/>
        </p:nvSpPr>
        <p:spPr>
          <a:xfrm flipH="1" rot="-813319">
            <a:off x="4926200"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6"/>
          <p:cNvSpPr/>
          <p:nvPr/>
        </p:nvSpPr>
        <p:spPr>
          <a:xfrm flipH="1" rot="10285603">
            <a:off x="6080701"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6"/>
          <p:cNvSpPr/>
          <p:nvPr/>
        </p:nvSpPr>
        <p:spPr>
          <a:xfrm flipH="1" rot="7426355">
            <a:off x="658205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6"/>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8" name="Google Shape;478;p46"/>
          <p:cNvSpPr txBox="1"/>
          <p:nvPr>
            <p:ph idx="2" type="title"/>
          </p:nvPr>
        </p:nvSpPr>
        <p:spPr>
          <a:xfrm>
            <a:off x="872476" y="1425413"/>
            <a:ext cx="23052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79" name="Google Shape;479;p46"/>
          <p:cNvSpPr txBox="1"/>
          <p:nvPr>
            <p:ph idx="1" type="subTitle"/>
          </p:nvPr>
        </p:nvSpPr>
        <p:spPr>
          <a:xfrm>
            <a:off x="872475" y="3674675"/>
            <a:ext cx="23052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0" name="Google Shape;480;p46"/>
          <p:cNvSpPr txBox="1"/>
          <p:nvPr>
            <p:ph idx="3" type="title"/>
          </p:nvPr>
        </p:nvSpPr>
        <p:spPr>
          <a:xfrm>
            <a:off x="3498100" y="1425413"/>
            <a:ext cx="21477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1" name="Google Shape;481;p46"/>
          <p:cNvSpPr txBox="1"/>
          <p:nvPr>
            <p:ph idx="4" type="subTitle"/>
          </p:nvPr>
        </p:nvSpPr>
        <p:spPr>
          <a:xfrm>
            <a:off x="3498101" y="3674675"/>
            <a:ext cx="21477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2" name="Google Shape;482;p46"/>
          <p:cNvSpPr txBox="1"/>
          <p:nvPr>
            <p:ph idx="5" type="title"/>
          </p:nvPr>
        </p:nvSpPr>
        <p:spPr>
          <a:xfrm>
            <a:off x="5966121" y="1425413"/>
            <a:ext cx="23055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3" name="Google Shape;483;p46"/>
          <p:cNvSpPr txBox="1"/>
          <p:nvPr>
            <p:ph idx="6" type="subTitle"/>
          </p:nvPr>
        </p:nvSpPr>
        <p:spPr>
          <a:xfrm>
            <a:off x="5966125" y="3674675"/>
            <a:ext cx="23055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4" name="Google Shape;484;p46"/>
          <p:cNvSpPr txBox="1"/>
          <p:nvPr>
            <p:ph hasCustomPrompt="1" idx="7" type="title"/>
          </p:nvPr>
        </p:nvSpPr>
        <p:spPr>
          <a:xfrm>
            <a:off x="1573073" y="252364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5" name="Google Shape;485;p46"/>
          <p:cNvSpPr txBox="1"/>
          <p:nvPr>
            <p:ph hasCustomPrompt="1" idx="8" type="title"/>
          </p:nvPr>
        </p:nvSpPr>
        <p:spPr>
          <a:xfrm>
            <a:off x="4123139" y="251893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6" name="Google Shape;486;p46"/>
          <p:cNvSpPr txBox="1"/>
          <p:nvPr>
            <p:ph hasCustomPrompt="1" idx="9" type="title"/>
          </p:nvPr>
        </p:nvSpPr>
        <p:spPr>
          <a:xfrm>
            <a:off x="6672769" y="252364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30">
    <p:spTree>
      <p:nvGrpSpPr>
        <p:cNvPr id="487" name="Shape 487"/>
        <p:cNvGrpSpPr/>
        <p:nvPr/>
      </p:nvGrpSpPr>
      <p:grpSpPr>
        <a:xfrm>
          <a:off x="0" y="0"/>
          <a:ext cx="0" cy="0"/>
          <a:chOff x="0" y="0"/>
          <a:chExt cx="0" cy="0"/>
        </a:xfrm>
      </p:grpSpPr>
      <p:sp>
        <p:nvSpPr>
          <p:cNvPr id="488" name="Google Shape;488;p47"/>
          <p:cNvSpPr/>
          <p:nvPr/>
        </p:nvSpPr>
        <p:spPr>
          <a:xfrm rot="7405535">
            <a:off x="3401384" y="-41810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7"/>
          <p:cNvSpPr/>
          <p:nvPr/>
        </p:nvSpPr>
        <p:spPr>
          <a:xfrm flipH="1" rot="10800000">
            <a:off x="6191327" y="657454"/>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7"/>
          <p:cNvSpPr/>
          <p:nvPr/>
        </p:nvSpPr>
        <p:spPr>
          <a:xfrm flipH="1" rot="6847906">
            <a:off x="5303136" y="1964597"/>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7"/>
          <p:cNvSpPr/>
          <p:nvPr/>
        </p:nvSpPr>
        <p:spPr>
          <a:xfrm rot="-10150240">
            <a:off x="7399442" y="4033234"/>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7"/>
          <p:cNvSpPr/>
          <p:nvPr/>
        </p:nvSpPr>
        <p:spPr>
          <a:xfrm flipH="1" rot="9986681">
            <a:off x="-2153452" y="2195519"/>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7"/>
          <p:cNvSpPr/>
          <p:nvPr/>
        </p:nvSpPr>
        <p:spPr>
          <a:xfrm flipH="1" rot="-514397">
            <a:off x="-4377604" y="-371435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7"/>
          <p:cNvSpPr/>
          <p:nvPr/>
        </p:nvSpPr>
        <p:spPr>
          <a:xfrm flipH="1" rot="-3373645">
            <a:off x="-5233242" y="79968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7"/>
          <p:cNvSpPr txBox="1"/>
          <p:nvPr>
            <p:ph type="title"/>
          </p:nvPr>
        </p:nvSpPr>
        <p:spPr>
          <a:xfrm>
            <a:off x="872476" y="2613288"/>
            <a:ext cx="23052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6" name="Google Shape;496;p47"/>
          <p:cNvSpPr txBox="1"/>
          <p:nvPr>
            <p:ph idx="1" type="subTitle"/>
          </p:nvPr>
        </p:nvSpPr>
        <p:spPr>
          <a:xfrm>
            <a:off x="872475" y="2979000"/>
            <a:ext cx="23052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97" name="Google Shape;497;p47"/>
          <p:cNvSpPr txBox="1"/>
          <p:nvPr>
            <p:ph idx="2" type="title"/>
          </p:nvPr>
        </p:nvSpPr>
        <p:spPr>
          <a:xfrm>
            <a:off x="3498100" y="2613288"/>
            <a:ext cx="21477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8" name="Google Shape;498;p47"/>
          <p:cNvSpPr txBox="1"/>
          <p:nvPr>
            <p:ph idx="3" type="subTitle"/>
          </p:nvPr>
        </p:nvSpPr>
        <p:spPr>
          <a:xfrm>
            <a:off x="3498101" y="2979000"/>
            <a:ext cx="21477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99" name="Google Shape;499;p47"/>
          <p:cNvSpPr txBox="1"/>
          <p:nvPr>
            <p:ph idx="4" type="title"/>
          </p:nvPr>
        </p:nvSpPr>
        <p:spPr>
          <a:xfrm>
            <a:off x="5966121" y="2613288"/>
            <a:ext cx="23055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0" name="Google Shape;500;p47"/>
          <p:cNvSpPr txBox="1"/>
          <p:nvPr>
            <p:ph idx="5" type="subTitle"/>
          </p:nvPr>
        </p:nvSpPr>
        <p:spPr>
          <a:xfrm>
            <a:off x="5966125" y="2979000"/>
            <a:ext cx="23055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501" name="Google Shape;501;p47"/>
          <p:cNvSpPr txBox="1"/>
          <p:nvPr>
            <p:ph hasCustomPrompt="1" idx="6" type="title"/>
          </p:nvPr>
        </p:nvSpPr>
        <p:spPr>
          <a:xfrm>
            <a:off x="1407025" y="1529650"/>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2" name="Google Shape;502;p47"/>
          <p:cNvSpPr txBox="1"/>
          <p:nvPr>
            <p:ph hasCustomPrompt="1" idx="7" type="title"/>
          </p:nvPr>
        </p:nvSpPr>
        <p:spPr>
          <a:xfrm>
            <a:off x="3957087" y="1524925"/>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3" name="Google Shape;503;p47"/>
          <p:cNvSpPr txBox="1"/>
          <p:nvPr>
            <p:ph hasCustomPrompt="1" idx="8" type="title"/>
          </p:nvPr>
        </p:nvSpPr>
        <p:spPr>
          <a:xfrm>
            <a:off x="6506727" y="1529650"/>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504" name="Shape 504"/>
        <p:cNvGrpSpPr/>
        <p:nvPr/>
      </p:nvGrpSpPr>
      <p:grpSpPr>
        <a:xfrm>
          <a:off x="0" y="0"/>
          <a:ext cx="0" cy="0"/>
          <a:chOff x="0" y="0"/>
          <a:chExt cx="0" cy="0"/>
        </a:xfrm>
      </p:grpSpPr>
      <p:sp>
        <p:nvSpPr>
          <p:cNvPr id="505" name="Google Shape;505;p48"/>
          <p:cNvSpPr/>
          <p:nvPr/>
        </p:nvSpPr>
        <p:spPr>
          <a:xfrm flipH="1" rot="-813319">
            <a:off x="4432698"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rot="649785">
            <a:off x="-1816445"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8"/>
          <p:cNvSpPr/>
          <p:nvPr/>
        </p:nvSpPr>
        <p:spPr>
          <a:xfrm flipH="1">
            <a:off x="620870"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p:nvPr/>
        </p:nvSpPr>
        <p:spPr>
          <a:xfrm flipH="1" rot="-8823147">
            <a:off x="5804215"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8"/>
          <p:cNvSpPr/>
          <p:nvPr/>
        </p:nvSpPr>
        <p:spPr>
          <a:xfrm flipH="1" rot="8100000">
            <a:off x="-2522993" y="494176"/>
            <a:ext cx="4935837" cy="3769884"/>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8"/>
          <p:cNvSpPr/>
          <p:nvPr/>
        </p:nvSpPr>
        <p:spPr>
          <a:xfrm flipH="1" rot="-649785">
            <a:off x="3942880"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8"/>
          <p:cNvSpPr/>
          <p:nvPr/>
        </p:nvSpPr>
        <p:spPr>
          <a:xfrm flipH="1" rot="-2128845">
            <a:off x="-1704639" y="-1767729"/>
            <a:ext cx="7826192" cy="287789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8"/>
          <p:cNvSpPr txBox="1"/>
          <p:nvPr>
            <p:ph type="title"/>
          </p:nvPr>
        </p:nvSpPr>
        <p:spPr>
          <a:xfrm>
            <a:off x="1276650" y="438900"/>
            <a:ext cx="6590700" cy="1000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7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3" name="Google Shape;513;p48"/>
          <p:cNvSpPr txBox="1"/>
          <p:nvPr>
            <p:ph idx="1" type="subTitle"/>
          </p:nvPr>
        </p:nvSpPr>
        <p:spPr>
          <a:xfrm>
            <a:off x="2854650" y="1652972"/>
            <a:ext cx="3434700" cy="1000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514" name="Google Shape;514;p48"/>
          <p:cNvSpPr/>
          <p:nvPr/>
        </p:nvSpPr>
        <p:spPr>
          <a:xfrm flipH="1" rot="9555807">
            <a:off x="7660042"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8"/>
          <p:cNvSpPr txBox="1"/>
          <p:nvPr/>
        </p:nvSpPr>
        <p:spPr>
          <a:xfrm>
            <a:off x="1672100" y="3967300"/>
            <a:ext cx="5806800" cy="36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Manrope"/>
                <a:ea typeface="Manrope"/>
                <a:cs typeface="Manrope"/>
                <a:sym typeface="Manrope"/>
              </a:rPr>
              <a:t>CREDITS: This presentation template was created by </a:t>
            </a:r>
            <a:r>
              <a:rPr b="1" lang="en" sz="1000">
                <a:solidFill>
                  <a:schemeClr val="dk1"/>
                </a:solidFill>
                <a:uFill>
                  <a:noFill/>
                </a:uFill>
                <a:latin typeface="Manrope"/>
                <a:ea typeface="Manrope"/>
                <a:cs typeface="Manrope"/>
                <a:sym typeface="Manrope"/>
                <a:hlinkClick r:id="rId2">
                  <a:extLst>
                    <a:ext uri="{A12FA001-AC4F-418D-AE19-62706E023703}">
                      <ahyp:hlinkClr val="tx"/>
                    </a:ext>
                  </a:extLst>
                </a:hlinkClick>
              </a:rPr>
              <a:t>Slidesgo</a:t>
            </a:r>
            <a:r>
              <a:rPr lang="en" sz="1000">
                <a:solidFill>
                  <a:schemeClr val="dk1"/>
                </a:solidFill>
                <a:latin typeface="Manrope"/>
                <a:ea typeface="Manrope"/>
                <a:cs typeface="Manrope"/>
                <a:sym typeface="Manrope"/>
              </a:rPr>
              <a:t>, and includes icons, infographics &amp; images by</a:t>
            </a:r>
            <a:r>
              <a:rPr b="1" lang="en" sz="1000">
                <a:solidFill>
                  <a:schemeClr val="dk1"/>
                </a:solidFill>
                <a:latin typeface="Manrope"/>
                <a:ea typeface="Manrope"/>
                <a:cs typeface="Manrope"/>
                <a:sym typeface="Manrope"/>
              </a:rPr>
              <a:t> </a:t>
            </a:r>
            <a:r>
              <a:rPr b="1" lang="en" sz="1000">
                <a:solidFill>
                  <a:schemeClr val="dk1"/>
                </a:solidFill>
                <a:uFill>
                  <a:noFill/>
                </a:uFill>
                <a:latin typeface="Manrope"/>
                <a:ea typeface="Manrope"/>
                <a:cs typeface="Manrope"/>
                <a:sym typeface="Manrope"/>
                <a:hlinkClick r:id="rId3">
                  <a:extLst>
                    <a:ext uri="{A12FA001-AC4F-418D-AE19-62706E023703}">
                      <ahyp:hlinkClr val="tx"/>
                    </a:ext>
                  </a:extLst>
                </a:hlinkClick>
              </a:rPr>
              <a:t>Freepik</a:t>
            </a:r>
            <a:endParaRPr b="1" sz="1000">
              <a:solidFill>
                <a:schemeClr val="dk1"/>
              </a:solidFill>
              <a:latin typeface="Manrope"/>
              <a:ea typeface="Manrope"/>
              <a:cs typeface="Manrope"/>
              <a:sym typeface="Manrope"/>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16" name="Shape 516"/>
        <p:cNvGrpSpPr/>
        <p:nvPr/>
      </p:nvGrpSpPr>
      <p:grpSpPr>
        <a:xfrm>
          <a:off x="0" y="0"/>
          <a:ext cx="0" cy="0"/>
          <a:chOff x="0" y="0"/>
          <a:chExt cx="0" cy="0"/>
        </a:xfrm>
      </p:grpSpPr>
      <p:sp>
        <p:nvSpPr>
          <p:cNvPr id="517" name="Google Shape;517;p49"/>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9"/>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9"/>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9"/>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9"/>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9"/>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23" name="Shape 523"/>
        <p:cNvGrpSpPr/>
        <p:nvPr/>
      </p:nvGrpSpPr>
      <p:grpSpPr>
        <a:xfrm>
          <a:off x="0" y="0"/>
          <a:ext cx="0" cy="0"/>
          <a:chOff x="0" y="0"/>
          <a:chExt cx="0" cy="0"/>
        </a:xfrm>
      </p:grpSpPr>
      <p:sp>
        <p:nvSpPr>
          <p:cNvPr id="524" name="Google Shape;524;p50"/>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0"/>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0"/>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0"/>
          <p:cNvSpPr/>
          <p:nvPr/>
        </p:nvSpPr>
        <p:spPr>
          <a:xfrm rot="-10285603">
            <a:off x="633647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0"/>
          <p:cNvSpPr/>
          <p:nvPr/>
        </p:nvSpPr>
        <p:spPr>
          <a:xfrm rot="-2238616">
            <a:off x="-4635728" y="470344"/>
            <a:ext cx="7826078" cy="287785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36">
    <p:spTree>
      <p:nvGrpSpPr>
        <p:cNvPr id="529" name="Shape 529"/>
        <p:cNvGrpSpPr/>
        <p:nvPr/>
      </p:nvGrpSpPr>
      <p:grpSpPr>
        <a:xfrm>
          <a:off x="0" y="0"/>
          <a:ext cx="0" cy="0"/>
          <a:chOff x="0" y="0"/>
          <a:chExt cx="0" cy="0"/>
        </a:xfrm>
      </p:grpSpPr>
      <p:sp>
        <p:nvSpPr>
          <p:cNvPr id="530" name="Google Shape;530;p51"/>
          <p:cNvSpPr/>
          <p:nvPr/>
        </p:nvSpPr>
        <p:spPr>
          <a:xfrm rot="813319">
            <a:off x="-1121291"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1"/>
          <p:cNvSpPr/>
          <p:nvPr/>
        </p:nvSpPr>
        <p:spPr>
          <a:xfrm flipH="1" rot="-649785">
            <a:off x="6971064"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1"/>
          <p:cNvSpPr/>
          <p:nvPr/>
        </p:nvSpPr>
        <p:spPr>
          <a:xfrm>
            <a:off x="1620973"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1"/>
          <p:cNvSpPr/>
          <p:nvPr/>
        </p:nvSpPr>
        <p:spPr>
          <a:xfrm rot="8823147">
            <a:off x="-2081090"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1"/>
          <p:cNvSpPr/>
          <p:nvPr/>
        </p:nvSpPr>
        <p:spPr>
          <a:xfrm rot="-8100000">
            <a:off x="7300672" y="494176"/>
            <a:ext cx="4935837" cy="3769884"/>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1"/>
          <p:cNvSpPr/>
          <p:nvPr/>
        </p:nvSpPr>
        <p:spPr>
          <a:xfrm rot="649785">
            <a:off x="1211739"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1"/>
          <p:cNvSpPr/>
          <p:nvPr/>
        </p:nvSpPr>
        <p:spPr>
          <a:xfrm rot="2128845">
            <a:off x="3591964" y="-1767729"/>
            <a:ext cx="7826192" cy="287789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1"/>
          <p:cNvSpPr/>
          <p:nvPr/>
        </p:nvSpPr>
        <p:spPr>
          <a:xfrm rot="-9555807">
            <a:off x="-5772621"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37">
    <p:spTree>
      <p:nvGrpSpPr>
        <p:cNvPr id="538" name="Shape 538"/>
        <p:cNvGrpSpPr/>
        <p:nvPr/>
      </p:nvGrpSpPr>
      <p:grpSpPr>
        <a:xfrm>
          <a:off x="0" y="0"/>
          <a:ext cx="0" cy="0"/>
          <a:chOff x="0" y="0"/>
          <a:chExt cx="0" cy="0"/>
        </a:xfrm>
      </p:grpSpPr>
      <p:sp>
        <p:nvSpPr>
          <p:cNvPr id="539" name="Google Shape;539;p52"/>
          <p:cNvSpPr/>
          <p:nvPr/>
        </p:nvSpPr>
        <p:spPr>
          <a:xfrm flipH="1" rot="-7405535">
            <a:off x="-3234670" y="-39524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2"/>
          <p:cNvSpPr/>
          <p:nvPr/>
        </p:nvSpPr>
        <p:spPr>
          <a:xfrm rot="10800000">
            <a:off x="-4386762" y="886054"/>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2"/>
          <p:cNvSpPr/>
          <p:nvPr/>
        </p:nvSpPr>
        <p:spPr>
          <a:xfrm rot="-6847906">
            <a:off x="-4259206" y="2193197"/>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2"/>
          <p:cNvSpPr/>
          <p:nvPr/>
        </p:nvSpPr>
        <p:spPr>
          <a:xfrm flipH="1" rot="10150240">
            <a:off x="-3503869" y="4261834"/>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2"/>
          <p:cNvSpPr/>
          <p:nvPr/>
        </p:nvSpPr>
        <p:spPr>
          <a:xfrm rot="-9986681">
            <a:off x="4621400" y="2424119"/>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2"/>
          <p:cNvSpPr/>
          <p:nvPr/>
        </p:nvSpPr>
        <p:spPr>
          <a:xfrm rot="514397">
            <a:off x="5775901" y="-348575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2"/>
          <p:cNvSpPr/>
          <p:nvPr/>
        </p:nvSpPr>
        <p:spPr>
          <a:xfrm rot="3373645">
            <a:off x="6277252" y="102828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49" name="Shape 549"/>
        <p:cNvGrpSpPr/>
        <p:nvPr/>
      </p:nvGrpSpPr>
      <p:grpSpPr>
        <a:xfrm>
          <a:off x="0" y="0"/>
          <a:ext cx="0" cy="0"/>
          <a:chOff x="0" y="0"/>
          <a:chExt cx="0" cy="0"/>
        </a:xfrm>
      </p:grpSpPr>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50" name="Shape 550"/>
        <p:cNvGrpSpPr/>
        <p:nvPr/>
      </p:nvGrpSpPr>
      <p:grpSpPr>
        <a:xfrm>
          <a:off x="0" y="0"/>
          <a:ext cx="0" cy="0"/>
          <a:chOff x="0" y="0"/>
          <a:chExt cx="0" cy="0"/>
        </a:xfrm>
      </p:grpSpPr>
      <p:sp>
        <p:nvSpPr>
          <p:cNvPr id="551" name="Google Shape;551;p5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55" name="Shape 55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slideLayout" Target="../slideLayouts/slideLayout36.xml"/><Relationship Id="rId37" Type="http://schemas.openxmlformats.org/officeDocument/2006/relationships/slideLayout" Target="../slideLayouts/slideLayout37.xml"/><Relationship Id="rId38" Type="http://schemas.openxmlformats.org/officeDocument/2006/relationships/slideLayout" Target="../slideLayouts/slideLayout38.xml"/><Relationship Id="rId39" Type="http://schemas.openxmlformats.org/officeDocument/2006/relationships/slideLayout" Target="../slideLayouts/slideLayout39.xml"/><Relationship Id="rId40" Type="http://schemas.openxmlformats.org/officeDocument/2006/relationships/slideLayout" Target="../slideLayouts/slideLayout40.xml"/><Relationship Id="rId41" Type="http://schemas.openxmlformats.org/officeDocument/2006/relationships/slideLayout" Target="../slideLayouts/slideLayout41.xml"/><Relationship Id="rId42" Type="http://schemas.openxmlformats.org/officeDocument/2006/relationships/slideLayout" Target="../slideLayouts/slideLayout42.xml"/><Relationship Id="rId43" Type="http://schemas.openxmlformats.org/officeDocument/2006/relationships/slideLayout" Target="../slideLayouts/slideLayout43.xml"/><Relationship Id="rId44" Type="http://schemas.openxmlformats.org/officeDocument/2006/relationships/slideLayout" Target="../slideLayouts/slideLayout44.xml"/><Relationship Id="rId45" Type="http://schemas.openxmlformats.org/officeDocument/2006/relationships/slideLayout" Target="../slideLayouts/slideLayout45.xml"/><Relationship Id="rId46" Type="http://schemas.openxmlformats.org/officeDocument/2006/relationships/slideLayout" Target="../slideLayouts/slideLayout46.xml"/><Relationship Id="rId47" Type="http://schemas.openxmlformats.org/officeDocument/2006/relationships/slideLayout" Target="../slideLayouts/slideLayout47.xml"/><Relationship Id="rId48" Type="http://schemas.openxmlformats.org/officeDocument/2006/relationships/slideLayout" Target="../slideLayouts/slideLayout48.xml"/><Relationship Id="rId49" Type="http://schemas.openxmlformats.org/officeDocument/2006/relationships/slideLayout" Target="../slideLayouts/slideLayout49.xml"/><Relationship Id="rId50" Type="http://schemas.openxmlformats.org/officeDocument/2006/relationships/slideLayout" Target="../slideLayouts/slideLayout50.xml"/><Relationship Id="rId51" Type="http://schemas.openxmlformats.org/officeDocument/2006/relationships/slideLayout" Target="../slideLayouts/slideLayout51.xml"/><Relationship Id="rId52" Type="http://schemas.openxmlformats.org/officeDocument/2006/relationships/theme" Target="../theme/theme4.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slideLayout" Target="../slideLayouts/slideLayout53.xml"/><Relationship Id="rId3"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1075" y="438900"/>
            <a:ext cx="76986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2800"/>
              <a:buFont typeface="Kulim Park"/>
              <a:buNone/>
              <a:defRPr sz="2800">
                <a:solidFill>
                  <a:schemeClr val="dk1"/>
                </a:solidFill>
                <a:latin typeface="Kulim Park"/>
                <a:ea typeface="Kulim Park"/>
                <a:cs typeface="Kulim Park"/>
                <a:sym typeface="Kulim Park"/>
              </a:defRPr>
            </a:lvl1pPr>
            <a:lvl2pPr lvl="1"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2pPr>
            <a:lvl3pPr lvl="2"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3pPr>
            <a:lvl4pPr lvl="3"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4pPr>
            <a:lvl5pPr lvl="4"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5pPr>
            <a:lvl6pPr lvl="5"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6pPr>
            <a:lvl7pPr lvl="6"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7pPr>
            <a:lvl8pPr lvl="7"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8pPr>
            <a:lvl9pPr lvl="8"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9pPr>
          </a:lstStyle>
          <a:p/>
        </p:txBody>
      </p:sp>
      <p:sp>
        <p:nvSpPr>
          <p:cNvPr id="7" name="Google Shape;7;p1"/>
          <p:cNvSpPr txBox="1"/>
          <p:nvPr>
            <p:ph idx="1" type="body"/>
          </p:nvPr>
        </p:nvSpPr>
        <p:spPr>
          <a:xfrm>
            <a:off x="721075" y="1351868"/>
            <a:ext cx="7701900" cy="32475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1pPr>
            <a:lvl2pPr indent="-330200" lvl="1" marL="914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2pPr>
            <a:lvl3pPr indent="-330200" lvl="2" marL="1371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3pPr>
            <a:lvl4pPr indent="-330200" lvl="3" marL="1828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4pPr>
            <a:lvl5pPr indent="-330200" lvl="4" marL="22860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5pPr>
            <a:lvl6pPr indent="-330200" lvl="5" marL="2743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6pPr>
            <a:lvl7pPr indent="-330200" lvl="6" marL="3200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7pPr>
            <a:lvl8pPr indent="-330200" lvl="7" marL="3657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8pPr>
            <a:lvl9pPr indent="-330200" lvl="8" marL="4114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46" name="Shape 546"/>
        <p:cNvGrpSpPr/>
        <p:nvPr/>
      </p:nvGrpSpPr>
      <p:grpSpPr>
        <a:xfrm>
          <a:off x="0" y="0"/>
          <a:ext cx="0" cy="0"/>
          <a:chOff x="0" y="0"/>
          <a:chExt cx="0" cy="0"/>
        </a:xfrm>
      </p:grpSpPr>
      <p:sp>
        <p:nvSpPr>
          <p:cNvPr id="547" name="Google Shape;547;p5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548" name="Google Shape;548;p5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9" r:id="rId1"/>
    <p:sldLayoutId id="214748370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52" name="Shape 552"/>
        <p:cNvGrpSpPr/>
        <p:nvPr/>
      </p:nvGrpSpPr>
      <p:grpSpPr>
        <a:xfrm>
          <a:off x="0" y="0"/>
          <a:ext cx="0" cy="0"/>
          <a:chOff x="0" y="0"/>
          <a:chExt cx="0" cy="0"/>
        </a:xfrm>
      </p:grpSpPr>
      <p:sp>
        <p:nvSpPr>
          <p:cNvPr id="553" name="Google Shape;553;p5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54" name="Google Shape;554;p5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slide69.xml"/><Relationship Id="rId4" Type="http://schemas.openxmlformats.org/officeDocument/2006/relationships/slide" Target="slide65.xml"/><Relationship Id="rId5" Type="http://schemas.openxmlformats.org/officeDocument/2006/relationships/slide" Target="slide63.xml"/><Relationship Id="rId6" Type="http://schemas.openxmlformats.org/officeDocument/2006/relationships/slide" Target="slide63.xml"/><Relationship Id="rId7" Type="http://schemas.openxmlformats.org/officeDocument/2006/relationships/slide" Target="slide60.xml"/><Relationship Id="rId8" Type="http://schemas.openxmlformats.org/officeDocument/2006/relationships/slide" Target="slide69.xml"/><Relationship Id="rId9" Type="http://schemas.openxmlformats.org/officeDocument/2006/relationships/slide" Target="slide71.xml"/><Relationship Id="rId10" Type="http://schemas.openxmlformats.org/officeDocument/2006/relationships/slide" Target="slide77.xml"/><Relationship Id="rId11" Type="http://schemas.openxmlformats.org/officeDocument/2006/relationships/hyperlink" Target="http://bit.ly/2Tynxth" TargetMode="External"/><Relationship Id="rId12" Type="http://schemas.openxmlformats.org/officeDocument/2006/relationships/hyperlink" Target="http://bit.ly/30B07Gq" TargetMode="External"/><Relationship Id="rId13" Type="http://schemas.openxmlformats.org/officeDocument/2006/relationships/hyperlink" Target="http://bit.ly/33VAFh3"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vidfy.com/?utm_source=slidesgo_template&amp;utm_medium=referral-link&amp;utm_campaign=promo-slide&amp;utm_term=slidesgo&amp;utm_content=vidfy"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xml"/><Relationship Id="rId3" Type="http://schemas.openxmlformats.org/officeDocument/2006/relationships/image" Target="../media/image1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1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xml"/><Relationship Id="rId3" Type="http://schemas.openxmlformats.org/officeDocument/2006/relationships/image" Target="../media/image2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image" Target="../media/image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image" Target="../media/image2.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0.xml"/><Relationship Id="rId3" Type="http://schemas.openxmlformats.org/officeDocument/2006/relationships/image" Target="../media/image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image" Target="../media/image2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2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1364826426" TargetMode="External"/><Relationship Id="rId5" Type="http://schemas.openxmlformats.org/officeDocument/2006/relationships/image" Target="../media/image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2031096041" TargetMode="External"/><Relationship Id="rId5" Type="http://schemas.openxmlformats.org/officeDocument/2006/relationships/image" Target="../media/image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6.xml"/><Relationship Id="rId3" Type="http://schemas.openxmlformats.org/officeDocument/2006/relationships/image" Target="../media/image16.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 Id="rId3" Type="http://schemas.openxmlformats.org/officeDocument/2006/relationships/image" Target="../media/image20.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 Id="rId3" Type="http://schemas.openxmlformats.org/officeDocument/2006/relationships/hyperlink" Target="https://docs.google.com/spreadsheets/d/13-Mnw-z_BJUf_SAIYhY94lcEvA2AGyKlqZTei9Hmry4/copy#gid=331389223" TargetMode="External"/><Relationship Id="rId4" Type="http://schemas.openxmlformats.org/officeDocument/2006/relationships/image" Target="../media/image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5.xml"/><Relationship Id="rId3" Type="http://schemas.openxmlformats.org/officeDocument/2006/relationships/image" Target="../media/image2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1568067999" TargetMode="External"/><Relationship Id="rId5" Type="http://schemas.openxmlformats.org/officeDocument/2006/relationships/image" Target="../media/image7.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362844867" TargetMode="External"/><Relationship Id="rId5" Type="http://schemas.openxmlformats.org/officeDocument/2006/relationships/image" Target="../media/image8.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7.xml"/><Relationship Id="rId3" Type="http://schemas.openxmlformats.org/officeDocument/2006/relationships/image" Target="../media/image9.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4.xml"/><Relationship Id="rId3" Type="http://schemas.openxmlformats.org/officeDocument/2006/relationships/hyperlink" Target="https://www.freepik.com/premium-photo/k-pop-stylish-people-urban-scene_18301292.htm/?utm_source=slidesgo_template&amp;utm_medium=referral-link&amp;utm_campaign=sg_resources&amp;utm_content=freepik" TargetMode="External"/><Relationship Id="rId4" Type="http://schemas.openxmlformats.org/officeDocument/2006/relationships/hyperlink" Target="https://www.freepik.com/premium-photo/young-people-urban-scene-with-k-pop-aesthetics_18301303.htm/?utm_source=slidesgo_template&amp;utm_medium=referral-link&amp;utm_campaign=sg_resources&amp;utm_content=freepik" TargetMode="External"/><Relationship Id="rId5" Type="http://schemas.openxmlformats.org/officeDocument/2006/relationships/hyperlink" Target="https://www.freepik.com/premium-photo/stylish-man-k-pop-clothing-urban-scene_18301312.htm/?utm_source=slidesgo_template&amp;utm_medium=referral-link&amp;utm_campaign=sg_resources&amp;utm_content=freepik" TargetMode="External"/><Relationship Id="rId6" Type="http://schemas.openxmlformats.org/officeDocument/2006/relationships/hyperlink" Target="https://www.freepik.com/premium-photo/abstract-minimal-concept-leaves-shadows_12230367.htm/?utm_source=slidesgo_template&amp;utm_medium=referral-link&amp;utm_campaign=sg_resources&amp;utm_content=freepik" TargetMode="External"/><Relationship Id="rId7" Type="http://schemas.openxmlformats.org/officeDocument/2006/relationships/hyperlink" Target="https://www.freepik.com/premium-photo/elegant-plants-decoration-vase_24022764.htm/?utm_source=slidesgo_template&amp;utm_medium=referral-link&amp;utm_campaign=sg_resources&amp;utm_content=freepik" TargetMode="Externa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5.xml"/><Relationship Id="rId3" Type="http://schemas.openxmlformats.org/officeDocument/2006/relationships/hyperlink" Target="https://www.flaticon.com/packs/seoul-1?word=korean/?utm_source=slidesgo_template&amp;utm_medium=referral-link&amp;utm_campaign=sg_resources&amp;utm_content=flaticon" TargetMode="External"/><Relationship Id="rId4" Type="http://schemas.openxmlformats.org/officeDocument/2006/relationships/hyperlink" Target="https://www.freepik.com/free-photo/abstract-minimal-concept-flowers-shadows_12230371.htm#page=1&amp;position=4&amp;from_view=collections/?utm_source=slidesgo_template&amp;utm_medium=referral-link&amp;utm_campaign=sg_resources&amp;utm_content=freepik" TargetMode="External"/><Relationship Id="rId5" Type="http://schemas.openxmlformats.org/officeDocument/2006/relationships/hyperlink" Target="https://www.freepik.com/free-photo/people-wearing-k-pop-aesthetics-clothing_18301271.htm#page=1&amp;position=3&amp;from_view=collections/?utm_source=slidesgo_template&amp;utm_medium=referral-link&amp;utm_campaign=sg_resources&amp;utm_content=freepik" TargetMode="External"/><Relationship Id="rId6" Type="http://schemas.openxmlformats.org/officeDocument/2006/relationships/hyperlink" Target="https://www.freepik.com/free-photo/abstract-minimal-concept-flowers-shadows_12230370.htm#page=1&amp;position=11&amp;from_view=collections/?utm_source=slidesgo_template&amp;utm_medium=referral-link&amp;utm_campaign=sg_resources&amp;utm_content=freepik" TargetMode="External"/><Relationship Id="rId7" Type="http://schemas.openxmlformats.org/officeDocument/2006/relationships/hyperlink" Target="https://www.freepik.com/free-photo/friends-wearing-k-pop-aesthetics-clothing_18301287.htm#page=1&amp;position=0&amp;from_view=collections/?utm_source=slidesgo_template&amp;utm_medium=referral-link&amp;utm_campaign=sg_resources&amp;utm_content=freepik" TargetMode="External"/><Relationship Id="rId8" Type="http://schemas.openxmlformats.org/officeDocument/2006/relationships/hyperlink" Target="https://www.freepik.com/free-photo/white-still-life-composition_12690696.htm#page=1&amp;position=13&amp;from_view=collections/?utm_source=slidesgo_template&amp;utm_medium=referral-link&amp;utm_campaign=sg_resources&amp;utm_content=freepik" TargetMode="External"/><Relationship Id="rId9" Type="http://schemas.openxmlformats.org/officeDocument/2006/relationships/hyperlink" Target="https://www.freepik.com/free-vector/creative-pastel-painted-wallpaper_10330754.htm#page=1&amp;position=15&amp;from_view=collections#position=15&amp;page=1/?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6.xml"/><Relationship Id="rId3" Type="http://schemas.openxmlformats.org/officeDocument/2006/relationships/hyperlink" Target="https://www.freepik.com/premium-photo/k-pop-stylish-people-urban-scene_18301298.htm/?utm_source=slidesgo_template&amp;utm_medium=referral-link&amp;utm_campaign=sg_resources&amp;utm_content=freepik" TargetMode="External"/><Relationship Id="rId4" Type="http://schemas.openxmlformats.org/officeDocument/2006/relationships/hyperlink" Target="https://www.freepik.com/premium-photo/k-pop-stylish-people-urban-scene_18301291.htm/?utm_source=slidesgo_template&amp;utm_medium=referral-link&amp;utm_campaign=sg_resources&amp;utm_content=freepik" TargetMode="External"/><Relationship Id="rId5" Type="http://schemas.openxmlformats.org/officeDocument/2006/relationships/hyperlink" Target="https://www.freepik.com/premium-photo/k-pop-stylish-people-urban-scene_18301300.htm/?utm_source=slidesgo_template&amp;utm_medium=referral-link&amp;utm_campaign=sg_resources&amp;utm_content=freepik" TargetMode="External"/><Relationship Id="rId6" Type="http://schemas.openxmlformats.org/officeDocument/2006/relationships/hyperlink" Target="https://www.freepik.com/premium-photo/k-pop-stylish-people-urban-scene_18301293.htm/?utm_source=slidesgo_template&amp;utm_medium=referral-link&amp;utm_campaign=sg_resources&amp;utm_content=freepik" TargetMode="External"/><Relationship Id="rId7" Type="http://schemas.openxmlformats.org/officeDocument/2006/relationships/hyperlink" Target="https://www.freepik.com/premium-photo/k-pop-stylish-people-urban-scene_18301295.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67.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slide" Target="slide6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69.xml"/><Relationship Id="rId3" Type="http://schemas.openxmlformats.org/officeDocument/2006/relationships/hyperlink" Target="https://fonts.google.com/specimen/Kulim+Park" TargetMode="External"/><Relationship Id="rId4" Type="http://schemas.openxmlformats.org/officeDocument/2006/relationships/hyperlink" Target="https://fonts.google.com/specimen/Manrope"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0.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image" Target="../media/image11.gif"/><Relationship Id="rId14" Type="http://schemas.openxmlformats.org/officeDocument/2006/relationships/image" Target="../media/image12.gif"/><Relationship Id="rId15" Type="http://schemas.openxmlformats.org/officeDocument/2006/relationships/image" Target="../media/image14.gif"/><Relationship Id="rId16" Type="http://schemas.openxmlformats.org/officeDocument/2006/relationships/image" Target="../media/image13.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1.xml"/><Relationship Id="rId3" Type="http://schemas.openxmlformats.org/officeDocument/2006/relationships/hyperlink" Target="https://bit.ly/2ZjL1pd"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7.xml"/><Relationship Id="rId3" Type="http://schemas.openxmlformats.org/officeDocument/2006/relationships/hyperlink" Target="https://workspace.google.com/marketplace/app/icons_for_slides_docs/381578326502"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4.xml"/><Relationship Id="rId3" Type="http://schemas.openxmlformats.org/officeDocument/2006/relationships/hyperlink" Target="http://bit.ly/2PfT4lq"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 name="Shape 559"/>
        <p:cNvGrpSpPr/>
        <p:nvPr/>
      </p:nvGrpSpPr>
      <p:grpSpPr>
        <a:xfrm>
          <a:off x="0" y="0"/>
          <a:ext cx="0" cy="0"/>
          <a:chOff x="0" y="0"/>
          <a:chExt cx="0" cy="0"/>
        </a:xfrm>
      </p:grpSpPr>
      <p:sp>
        <p:nvSpPr>
          <p:cNvPr id="560" name="TextBox 559"/>
          <p:cNvSpPr txBox="1"/>
          <p:nvPr/>
        </p:nvSpPr>
        <p:spPr>
          <a:xfrm>
            <a:off x="731520" y="960120"/>
            <a:ext cx="7680960" cy="1645920"/>
          </a:xfrm>
          <a:prstGeom prst="rect">
            <a:avLst/>
          </a:prstGeom>
          <a:noFill/>
        </p:spPr>
        <p:txBody>
          <a:bodyPr wrap="square" lIns="0" tIns="0" rIns="0" bIns="0">
            <a:spAutoFit/>
          </a:bodyPr>
          <a:lstStyle/>
          <a:p>
            <a:pPr>
              <a:spcAft>
                <a:spcPts val="800"/>
              </a:spcAft>
              <a:defRPr sz="1100" b="1">
                <a:solidFill>
                  <a:srgbClr val="7D6652"/>
                </a:solidFill>
                <a:latin typeface="Arial"/>
              </a:defRPr>
            </a:pPr>
            <a:r>
              <a:t>AUTONOMOUS SCHOLARSHIP INTELLIGENCE NETWORK</a:t>
            </a:r>
          </a:p>
          <a:p>
            <a:pPr>
              <a:spcAft>
                <a:spcPts val="1200"/>
              </a:spcAft>
            </a:pPr>
            <a:r>
              <a:rPr sz="4400" b="1">
                <a:solidFill>
                  <a:srgbClr val="1F1F1F"/>
                </a:solidFill>
                <a:latin typeface="Arial"/>
              </a:rPr>
              <a:t>SCHOLAR</a:t>
            </a:r>
            <a:r>
              <a:rPr sz="4400" b="1">
                <a:solidFill>
                  <a:srgbClr val="7D6652"/>
                </a:solidFill>
                <a:latin typeface="Arial"/>
              </a:rPr>
              <a:t>X</a:t>
            </a:r>
          </a:p>
          <a:p>
            <a:pPr>
              <a:defRPr sz="1300">
                <a:solidFill>
                  <a:srgbClr val="323232"/>
                </a:solidFill>
                <a:latin typeface="Arial"/>
              </a:defRPr>
            </a:pPr>
            <a:r>
              <a:t>Discovering, verifying, and matching fully funded global opportunities for Pakistani students — with zero hidden cost surprises.</a:t>
            </a:r>
          </a:p>
        </p:txBody>
      </p:sp>
      <p:sp>
        <p:nvSpPr>
          <p:cNvPr id="561" name="Rounded Rectangle 560"/>
          <p:cNvSpPr/>
          <p:nvPr/>
        </p:nvSpPr>
        <p:spPr>
          <a:xfrm>
            <a:off x="731520" y="3108960"/>
            <a:ext cx="2423160" cy="1463040"/>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2" name="Rounded Rectangle 561"/>
          <p:cNvSpPr/>
          <p:nvPr/>
        </p:nvSpPr>
        <p:spPr>
          <a:xfrm>
            <a:off x="896112" y="3273552"/>
            <a:ext cx="438912" cy="292608"/>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414E3E"/>
                </a:solidFill>
                <a:latin typeface="Arial"/>
              </a:defRPr>
            </a:pPr>
            <a:r>
              <a:t>01</a:t>
            </a:r>
          </a:p>
        </p:txBody>
      </p:sp>
      <p:sp>
        <p:nvSpPr>
          <p:cNvPr id="563" name="TextBox 562"/>
          <p:cNvSpPr txBox="1"/>
          <p:nvPr/>
        </p:nvSpPr>
        <p:spPr>
          <a:xfrm>
            <a:off x="896112" y="3639312"/>
            <a:ext cx="2093976" cy="868680"/>
          </a:xfrm>
          <a:prstGeom prst="rect">
            <a:avLst/>
          </a:prstGeom>
          <a:noFill/>
        </p:spPr>
        <p:txBody>
          <a:bodyPr wrap="square" lIns="0" rIns="0" tIns="0" bIns="0">
            <a:spAutoFit/>
          </a:bodyPr>
          <a:lstStyle/>
          <a:p>
            <a:pPr>
              <a:spcAft>
                <a:spcPts val="400"/>
              </a:spcAft>
              <a:defRPr sz="1200" b="1">
                <a:solidFill>
                  <a:srgbClr val="1F1F1F"/>
                </a:solidFill>
                <a:latin typeface="Arial"/>
              </a:defRPr>
            </a:pPr>
            <a:r>
              <a:t>Pakistan-Aware</a:t>
            </a:r>
          </a:p>
          <a:p>
            <a:pPr>
              <a:defRPr sz="950">
                <a:solidFill>
                  <a:srgbClr val="5F5F5F"/>
                </a:solidFill>
                <a:latin typeface="Arial"/>
              </a:defRPr>
            </a:pPr>
            <a:r>
              <a:t>Built for HEC HAT/USAT, IBCC equivalence &amp; MOFA lead times.</a:t>
            </a:r>
          </a:p>
        </p:txBody>
      </p:sp>
      <p:sp>
        <p:nvSpPr>
          <p:cNvPr id="564" name="Rounded Rectangle 563"/>
          <p:cNvSpPr/>
          <p:nvPr/>
        </p:nvSpPr>
        <p:spPr>
          <a:xfrm>
            <a:off x="3355848" y="3108960"/>
            <a:ext cx="2423160" cy="1463040"/>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5" name="Rounded Rectangle 564"/>
          <p:cNvSpPr/>
          <p:nvPr/>
        </p:nvSpPr>
        <p:spPr>
          <a:xfrm>
            <a:off x="3520440" y="3273552"/>
            <a:ext cx="438912" cy="292608"/>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80463E"/>
                </a:solidFill>
                <a:latin typeface="Arial"/>
              </a:defRPr>
            </a:pPr>
            <a:r>
              <a:t>02</a:t>
            </a:r>
          </a:p>
        </p:txBody>
      </p:sp>
      <p:sp>
        <p:nvSpPr>
          <p:cNvPr id="566" name="TextBox 565"/>
          <p:cNvSpPr txBox="1"/>
          <p:nvPr/>
        </p:nvSpPr>
        <p:spPr>
          <a:xfrm>
            <a:off x="3520440" y="3639312"/>
            <a:ext cx="2093976" cy="868680"/>
          </a:xfrm>
          <a:prstGeom prst="rect">
            <a:avLst/>
          </a:prstGeom>
          <a:noFill/>
        </p:spPr>
        <p:txBody>
          <a:bodyPr wrap="square" lIns="0" rIns="0" tIns="0" bIns="0">
            <a:spAutoFit/>
          </a:bodyPr>
          <a:lstStyle/>
          <a:p>
            <a:pPr>
              <a:spcAft>
                <a:spcPts val="400"/>
              </a:spcAft>
              <a:defRPr sz="1200" b="1">
                <a:solidFill>
                  <a:srgbClr val="1F1F1F"/>
                </a:solidFill>
                <a:latin typeface="Arial"/>
              </a:defRPr>
            </a:pPr>
            <a:r>
              <a:t>Bilateral Quotas</a:t>
            </a:r>
          </a:p>
          <a:p>
            <a:pPr>
              <a:defRPr sz="950">
                <a:solidFill>
                  <a:srgbClr val="5F5F5F"/>
                </a:solidFill>
                <a:latin typeface="Arial"/>
              </a:defRPr>
            </a:pPr>
            <a:r>
              <a:t>Unlocks 400+ Hungarian, 200+ Chinese &amp; Turkiye seats.</a:t>
            </a:r>
          </a:p>
        </p:txBody>
      </p:sp>
      <p:sp>
        <p:nvSpPr>
          <p:cNvPr id="567" name="Rounded Rectangle 566"/>
          <p:cNvSpPr/>
          <p:nvPr/>
        </p:nvSpPr>
        <p:spPr>
          <a:xfrm>
            <a:off x="5980176" y="3108960"/>
            <a:ext cx="2423160" cy="1463040"/>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8" name="Rounded Rectangle 567"/>
          <p:cNvSpPr/>
          <p:nvPr/>
        </p:nvSpPr>
        <p:spPr>
          <a:xfrm>
            <a:off x="6144768" y="3273552"/>
            <a:ext cx="438912" cy="292608"/>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55524C"/>
                </a:solidFill>
                <a:latin typeface="Arial"/>
              </a:defRPr>
            </a:pPr>
            <a:r>
              <a:t>03</a:t>
            </a:r>
          </a:p>
        </p:txBody>
      </p:sp>
      <p:sp>
        <p:nvSpPr>
          <p:cNvPr id="569" name="TextBox 568"/>
          <p:cNvSpPr txBox="1"/>
          <p:nvPr/>
        </p:nvSpPr>
        <p:spPr>
          <a:xfrm>
            <a:off x="6144768" y="3639312"/>
            <a:ext cx="2093976" cy="868680"/>
          </a:xfrm>
          <a:prstGeom prst="rect">
            <a:avLst/>
          </a:prstGeom>
          <a:noFill/>
        </p:spPr>
        <p:txBody>
          <a:bodyPr wrap="square" lIns="0" rIns="0" tIns="0" bIns="0">
            <a:spAutoFit/>
          </a:bodyPr>
          <a:lstStyle/>
          <a:p>
            <a:pPr>
              <a:spcAft>
                <a:spcPts val="400"/>
              </a:spcAft>
              <a:defRPr sz="1200" b="1">
                <a:solidFill>
                  <a:srgbClr val="1F1F1F"/>
                </a:solidFill>
                <a:latin typeface="Arial"/>
              </a:defRPr>
            </a:pPr>
            <a:r>
              <a:t>True Cost (PKR)</a:t>
            </a:r>
          </a:p>
          <a:p>
            <a:pPr>
              <a:defRPr sz="950">
                <a:solidFill>
                  <a:srgbClr val="5F5F5F"/>
                </a:solidFill>
                <a:latin typeface="Arial"/>
              </a:defRPr>
            </a:pPr>
            <a:r>
              <a:t>Real out-of-pocket costs: IELTS, visas, attestation, travel.</a:t>
            </a: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5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CONTENTS</a:t>
            </a:r>
            <a:r>
              <a:rPr lang="en"/>
              <a:t> OF THIS TEMPLATE</a:t>
            </a:r>
            <a:endParaRPr/>
          </a:p>
        </p:txBody>
      </p:sp>
      <p:sp>
        <p:nvSpPr>
          <p:cNvPr id="567" name="Google Shape;567;p59"/>
          <p:cNvSpPr txBox="1"/>
          <p:nvPr/>
        </p:nvSpPr>
        <p:spPr>
          <a:xfrm>
            <a:off x="713225" y="1235876"/>
            <a:ext cx="77175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100">
                <a:solidFill>
                  <a:schemeClr val="dk1"/>
                </a:solidFill>
                <a:latin typeface="Manrope"/>
                <a:ea typeface="Manrope"/>
                <a:cs typeface="Manrope"/>
                <a:sym typeface="Manrope"/>
              </a:rPr>
              <a:t>This is a slide structure based on a pitch deck presentation</a:t>
            </a:r>
            <a:endParaRPr b="1" sz="1100">
              <a:solidFill>
                <a:schemeClr val="dk1"/>
              </a:solidFill>
              <a:latin typeface="Manrope"/>
              <a:ea typeface="Manrope"/>
              <a:cs typeface="Manrope"/>
              <a:sym typeface="Manrope"/>
            </a:endParaRPr>
          </a:p>
          <a:p>
            <a:pPr indent="0" lvl="0" marL="0" rtl="0" algn="l">
              <a:spcBef>
                <a:spcPts val="0"/>
              </a:spcBef>
              <a:spcAft>
                <a:spcPts val="0"/>
              </a:spcAft>
              <a:buNone/>
            </a:pPr>
            <a:r>
              <a:rPr lang="en" sz="1100">
                <a:solidFill>
                  <a:schemeClr val="dk1"/>
                </a:solidFill>
                <a:latin typeface="Manrope"/>
                <a:ea typeface="Manrope"/>
                <a:cs typeface="Manrope"/>
                <a:sym typeface="Manrope"/>
              </a:rPr>
              <a:t>You can delete this slide when you’re done editing the presentation</a:t>
            </a:r>
            <a:endParaRPr sz="1100">
              <a:solidFill>
                <a:schemeClr val="dk1"/>
              </a:solidFill>
              <a:latin typeface="Manrope"/>
              <a:ea typeface="Manrope"/>
              <a:cs typeface="Manrope"/>
              <a:sym typeface="Manrope"/>
            </a:endParaRPr>
          </a:p>
        </p:txBody>
      </p:sp>
      <p:graphicFrame>
        <p:nvGraphicFramePr>
          <p:cNvPr id="568" name="Google Shape;568;p59"/>
          <p:cNvGraphicFramePr/>
          <p:nvPr/>
        </p:nvGraphicFramePr>
        <p:xfrm>
          <a:off x="713225" y="1828927"/>
          <a:ext cx="3000000" cy="3000000"/>
        </p:xfrm>
        <a:graphic>
          <a:graphicData uri="http://schemas.openxmlformats.org/drawingml/2006/table">
            <a:tbl>
              <a:tblPr>
                <a:noFill/>
                <a:tableStyleId>{6B559A85-E3F2-4DD9-B4AC-259FDCF23E7D}</a:tableStyleId>
              </a:tblPr>
              <a:tblGrid>
                <a:gridCol w="1952650"/>
                <a:gridCol w="5764900"/>
              </a:tblGrid>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3"/>
                        </a:rPr>
                        <a:t>Fonts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To view this template correctly in PowerPoint, download and install the fonts we used</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4"/>
                        </a:rPr>
                        <a:t>Used </a:t>
                      </a:r>
                      <a:r>
                        <a:rPr b="1" lang="en" sz="900">
                          <a:solidFill>
                            <a:schemeClr val="hlink"/>
                          </a:solidFill>
                          <a:uFill>
                            <a:noFill/>
                          </a:uFill>
                          <a:latin typeface="Manrope"/>
                          <a:ea typeface="Manrope"/>
                          <a:cs typeface="Manrope"/>
                          <a:sym typeface="Manrope"/>
                          <a:hlinkClick action="ppaction://hlinksldjump" r:id="rId5"/>
                        </a:rPr>
                        <a:t>and alternative</a:t>
                      </a:r>
                      <a:r>
                        <a:rPr b="1" lang="en" sz="900">
                          <a:solidFill>
                            <a:schemeClr val="hlink"/>
                          </a:solidFill>
                          <a:uFill>
                            <a:noFill/>
                          </a:uFill>
                          <a:latin typeface="Manrope"/>
                          <a:ea typeface="Manrope"/>
                          <a:cs typeface="Manrope"/>
                          <a:sym typeface="Manrope"/>
                          <a:hlinkClick action="ppaction://hlinksldjump" r:id="rId6"/>
                        </a:rPr>
                        <a:t> resources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900">
                          <a:solidFill>
                            <a:schemeClr val="dk1"/>
                          </a:solidFill>
                          <a:latin typeface="Manrope"/>
                          <a:ea typeface="Manrope"/>
                          <a:cs typeface="Manrope"/>
                          <a:sym typeface="Manrope"/>
                        </a:rPr>
                        <a:t>An assortment of graphic resources that are suitable for use in this presentation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7"/>
                        </a:rPr>
                        <a:t>Thanks slide</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You must keep it so that proper credits for our design are given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8"/>
                        </a:rPr>
                        <a:t>Colors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All the colors used in this presentation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9"/>
                        </a:rPr>
                        <a:t>Infographic resources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900">
                          <a:solidFill>
                            <a:schemeClr val="dk1"/>
                          </a:solidFill>
                          <a:latin typeface="Manrope"/>
                          <a:ea typeface="Manrope"/>
                          <a:cs typeface="Manrope"/>
                          <a:sym typeface="Manrope"/>
                        </a:rPr>
                        <a:t>These can be used in the template, and their size and color can be edited</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10"/>
                        </a:rPr>
                        <a:t>Customizable icons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They are sorted by theme so you can use them in all kinds of presentations</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bl>
          </a:graphicData>
        </a:graphic>
      </p:graphicFrame>
      <p:sp>
        <p:nvSpPr>
          <p:cNvPr id="569" name="Google Shape;569;p59"/>
          <p:cNvSpPr txBox="1"/>
          <p:nvPr/>
        </p:nvSpPr>
        <p:spPr>
          <a:xfrm>
            <a:off x="1170013" y="4137717"/>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anrope"/>
                <a:ea typeface="Manrope"/>
                <a:cs typeface="Manrope"/>
                <a:sym typeface="Manrope"/>
              </a:rPr>
              <a:t>For more info:</a:t>
            </a:r>
            <a:br>
              <a:rPr b="1" lang="en" sz="10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1">
                  <a:extLst>
                    <a:ext uri="{A12FA001-AC4F-418D-AE19-62706E023703}">
                      <ahyp:hlinkClr val="tx"/>
                    </a:ext>
                  </a:extLst>
                </a:hlinkClick>
              </a:rPr>
              <a:t>SLIDESGO </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2">
                  <a:extLst>
                    <a:ext uri="{A12FA001-AC4F-418D-AE19-62706E023703}">
                      <ahyp:hlinkClr val="tx"/>
                    </a:ext>
                  </a:extLst>
                </a:hlinkClick>
              </a:rPr>
              <a:t>SLIDESGO SCHOOL</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3">
                  <a:extLst>
                    <a:ext uri="{A12FA001-AC4F-418D-AE19-62706E023703}">
                      <ahyp:hlinkClr val="tx"/>
                    </a:ext>
                  </a:extLst>
                </a:hlinkClick>
              </a:rPr>
              <a:t>FAQS</a:t>
            </a:r>
            <a:endParaRPr sz="1000">
              <a:solidFill>
                <a:schemeClr val="dk1"/>
              </a:solidFill>
              <a:latin typeface="Manrope"/>
              <a:ea typeface="Manrope"/>
              <a:cs typeface="Manrope"/>
              <a:sym typeface="Manrope"/>
            </a:endParaRPr>
          </a:p>
        </p:txBody>
      </p:sp>
      <p:sp>
        <p:nvSpPr>
          <p:cNvPr id="570" name="Google Shape;570;p59"/>
          <p:cNvSpPr txBox="1"/>
          <p:nvPr/>
        </p:nvSpPr>
        <p:spPr>
          <a:xfrm>
            <a:off x="4713255" y="4137717"/>
            <a:ext cx="3575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anrope"/>
                <a:ea typeface="Manrope"/>
                <a:cs typeface="Manrope"/>
                <a:sym typeface="Manrope"/>
              </a:rPr>
              <a:t>You can visit our sister </a:t>
            </a:r>
            <a:r>
              <a:rPr b="1" lang="en" sz="1000">
                <a:solidFill>
                  <a:schemeClr val="dk1"/>
                </a:solidFill>
                <a:latin typeface="Manrope"/>
                <a:ea typeface="Manrope"/>
                <a:cs typeface="Manrope"/>
                <a:sym typeface="Manrope"/>
              </a:rPr>
              <a:t>projects</a:t>
            </a:r>
            <a:r>
              <a:rPr b="1" lang="en" sz="1000">
                <a:solidFill>
                  <a:schemeClr val="dk1"/>
                </a:solidFill>
                <a:latin typeface="Manrope"/>
                <a:ea typeface="Manrope"/>
                <a:cs typeface="Manrope"/>
                <a:sym typeface="Manrope"/>
              </a:rPr>
              <a:t>:</a:t>
            </a:r>
            <a:br>
              <a:rPr b="1" lang="en" sz="10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4">
                  <a:extLst>
                    <a:ext uri="{A12FA001-AC4F-418D-AE19-62706E023703}">
                      <ahyp:hlinkClr val="tx"/>
                    </a:ext>
                  </a:extLst>
                </a:hlinkClick>
              </a:rPr>
              <a:t>FREEPIK</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5">
                  <a:extLst>
                    <a:ext uri="{A12FA001-AC4F-418D-AE19-62706E023703}">
                      <ahyp:hlinkClr val="tx"/>
                    </a:ext>
                  </a:extLst>
                </a:hlinkClick>
              </a:rPr>
              <a:t>FLATICON</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6">
                  <a:extLst>
                    <a:ext uri="{A12FA001-AC4F-418D-AE19-62706E023703}">
                      <ahyp:hlinkClr val="tx"/>
                    </a:ext>
                  </a:extLst>
                </a:hlinkClick>
              </a:rPr>
              <a:t>STORYSET</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7">
                  <a:extLst>
                    <a:ext uri="{A12FA001-AC4F-418D-AE19-62706E023703}">
                      <ahyp:hlinkClr val="tx"/>
                    </a:ext>
                  </a:extLst>
                </a:hlinkClick>
              </a:rPr>
              <a:t>WEPIK </a:t>
            </a:r>
            <a:r>
              <a:rPr b="1" lang="en" sz="1000">
                <a:solidFill>
                  <a:schemeClr val="dk1"/>
                </a:solidFill>
                <a:latin typeface="Manrope"/>
                <a:ea typeface="Manrope"/>
                <a:cs typeface="Manrope"/>
                <a:sym typeface="Manrope"/>
              </a:rPr>
              <a:t>| </a:t>
            </a:r>
            <a:r>
              <a:rPr b="1" lang="en" sz="1000">
                <a:solidFill>
                  <a:schemeClr val="dk1"/>
                </a:solidFill>
                <a:uFill>
                  <a:noFill/>
                </a:uFill>
                <a:latin typeface="Manrope"/>
                <a:ea typeface="Manrope"/>
                <a:cs typeface="Manrope"/>
                <a:sym typeface="Manrope"/>
                <a:hlinkClick r:id="rId18">
                  <a:extLst>
                    <a:ext uri="{A12FA001-AC4F-418D-AE19-62706E023703}">
                      <ahyp:hlinkClr val="tx"/>
                    </a:ext>
                  </a:extLst>
                </a:hlinkClick>
              </a:rPr>
              <a:t>VIDFY</a:t>
            </a:r>
            <a:endParaRPr b="1" sz="1000">
              <a:solidFill>
                <a:schemeClr val="dk1"/>
              </a:solidFill>
              <a:latin typeface="Manrope"/>
              <a:ea typeface="Manrope"/>
              <a:cs typeface="Manrope"/>
              <a:sym typeface="Manrop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TextBox 574"/>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FOUNDATIONAL INTELLIGENCE</a:t>
            </a:r>
          </a:p>
          <a:p>
            <a:pPr>
              <a:spcAft>
                <a:spcPts val="400"/>
              </a:spcAft>
            </a:pPr>
            <a:r>
              <a:rPr sz="2500" b="1">
                <a:solidFill>
                  <a:srgbClr val="1F1F1F"/>
                </a:solidFill>
                <a:latin typeface="Arial"/>
              </a:rPr>
              <a:t>WHAT IS AN </a:t>
            </a:r>
            <a:r>
              <a:rPr sz="2500" b="1">
                <a:solidFill>
                  <a:srgbClr val="7D6652"/>
                </a:solidFill>
                <a:latin typeface="Arial"/>
              </a:rPr>
              <a:t>AI AGENT?</a:t>
            </a:r>
          </a:p>
          <a:p>
            <a:pPr>
              <a:defRPr sz="1100">
                <a:solidFill>
                  <a:srgbClr val="5F5F5F"/>
                </a:solidFill>
                <a:latin typeface="Arial"/>
              </a:defRPr>
            </a:pPr>
            <a:r>
              <a:t>Beyond static chatbots: Autonomous, goal-driven digital problem solvers.</a:t>
            </a:r>
          </a:p>
        </p:txBody>
      </p:sp>
      <p:sp>
        <p:nvSpPr>
          <p:cNvPr id="576" name="Rounded Rectangle 575"/>
          <p:cNvSpPr/>
          <p:nvPr/>
        </p:nvSpPr>
        <p:spPr>
          <a:xfrm>
            <a:off x="731520" y="1691640"/>
            <a:ext cx="329184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7" name="TextBox 576"/>
          <p:cNvSpPr txBox="1"/>
          <p:nvPr/>
        </p:nvSpPr>
        <p:spPr>
          <a:xfrm>
            <a:off x="960120" y="1920240"/>
            <a:ext cx="2834640" cy="2514600"/>
          </a:xfrm>
          <a:prstGeom prst="rect">
            <a:avLst/>
          </a:prstGeom>
          <a:noFill/>
        </p:spPr>
        <p:txBody>
          <a:bodyPr wrap="square" lIns="0" rIns="0" tIns="0" bIns="0">
            <a:spAutoFit/>
          </a:bodyPr>
          <a:lstStyle/>
          <a:p>
            <a:pPr>
              <a:spcAft>
                <a:spcPts val="800"/>
              </a:spcAft>
              <a:defRPr sz="900" b="1">
                <a:solidFill>
                  <a:srgbClr val="7D6652"/>
                </a:solidFill>
                <a:latin typeface="Arial"/>
              </a:defRPr>
            </a:pPr>
            <a:r>
              <a:t>CORE FOUNDATION</a:t>
            </a:r>
          </a:p>
          <a:p>
            <a:pPr>
              <a:spcAft>
                <a:spcPts val="1000"/>
              </a:spcAft>
              <a:defRPr sz="1400" b="1">
                <a:solidFill>
                  <a:srgbClr val="1F1F1F"/>
                </a:solidFill>
                <a:latin typeface="Arial"/>
              </a:defRPr>
            </a:pPr>
            <a:r>
              <a:t>Goal-Driven Autonomy with Tool Use &amp; Reasoning</a:t>
            </a:r>
          </a:p>
          <a:p>
            <a:pPr>
              <a:defRPr sz="1050">
                <a:solidFill>
                  <a:srgbClr val="323232"/>
                </a:solidFill>
                <a:latin typeface="Arial"/>
              </a:defRPr>
            </a:pPr>
            <a:r>
              <a:t>An AI Agent is an autonomous software entity powered by a Large Language Model. Given a high-level mission, it perceives unstructured inputs, deliberates on next actions, interacts with live digital environments via tools, and self-corrects on failures without requiring continuous human prompting.</a:t>
            </a:r>
          </a:p>
        </p:txBody>
      </p:sp>
      <p:sp>
        <p:nvSpPr>
          <p:cNvPr id="578" name="Rounded Rectangle 577"/>
          <p:cNvSpPr/>
          <p:nvPr/>
        </p:nvSpPr>
        <p:spPr>
          <a:xfrm>
            <a:off x="425196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9" name="Rounded Rectangle 578"/>
          <p:cNvSpPr/>
          <p:nvPr/>
        </p:nvSpPr>
        <p:spPr>
          <a:xfrm>
            <a:off x="4361688" y="1801368"/>
            <a:ext cx="384048" cy="256032"/>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414E3E"/>
                </a:solidFill>
                <a:latin typeface="Arial"/>
              </a:defRPr>
            </a:pPr>
            <a:r>
              <a:t>01</a:t>
            </a:r>
          </a:p>
        </p:txBody>
      </p:sp>
      <p:sp>
        <p:nvSpPr>
          <p:cNvPr id="580" name="TextBox 579"/>
          <p:cNvSpPr txBox="1"/>
          <p:nvPr/>
        </p:nvSpPr>
        <p:spPr>
          <a:xfrm>
            <a:off x="436168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Perception &amp; Ingestion</a:t>
            </a:r>
          </a:p>
          <a:p>
            <a:pPr>
              <a:defRPr sz="850">
                <a:solidFill>
                  <a:srgbClr val="5F5F5F"/>
                </a:solidFill>
                <a:latin typeface="Arial"/>
              </a:defRPr>
            </a:pPr>
            <a:r>
              <a:t>Reads messy PDFs, transcripts, and foreign university portals to construct structured mental models.</a:t>
            </a:r>
          </a:p>
        </p:txBody>
      </p:sp>
      <p:sp>
        <p:nvSpPr>
          <p:cNvPr id="581" name="Rounded Rectangle 580"/>
          <p:cNvSpPr/>
          <p:nvPr/>
        </p:nvSpPr>
        <p:spPr>
          <a:xfrm>
            <a:off x="644652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2" name="Rounded Rectangle 581"/>
          <p:cNvSpPr/>
          <p:nvPr/>
        </p:nvSpPr>
        <p:spPr>
          <a:xfrm>
            <a:off x="6556248" y="1801368"/>
            <a:ext cx="384048" cy="256032"/>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80463E"/>
                </a:solidFill>
                <a:latin typeface="Arial"/>
              </a:defRPr>
            </a:pPr>
            <a:r>
              <a:t>02</a:t>
            </a:r>
          </a:p>
        </p:txBody>
      </p:sp>
      <p:sp>
        <p:nvSpPr>
          <p:cNvPr id="583" name="TextBox 582"/>
          <p:cNvSpPr txBox="1"/>
          <p:nvPr/>
        </p:nvSpPr>
        <p:spPr>
          <a:xfrm>
            <a:off x="655624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Dynamic Deliberation</a:t>
            </a:r>
          </a:p>
          <a:p>
            <a:pPr>
              <a:defRPr sz="850">
                <a:solidFill>
                  <a:srgbClr val="5F5F5F"/>
                </a:solidFill>
                <a:latin typeface="Arial"/>
              </a:defRPr>
            </a:pPr>
            <a:r>
              <a:t>Formulates multi-step plans, adjusts search queries on the fly, and recovers when a path fails.</a:t>
            </a:r>
          </a:p>
        </p:txBody>
      </p:sp>
      <p:sp>
        <p:nvSpPr>
          <p:cNvPr id="584" name="Rounded Rectangle 583"/>
          <p:cNvSpPr/>
          <p:nvPr/>
        </p:nvSpPr>
        <p:spPr>
          <a:xfrm>
            <a:off x="425196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5" name="Rounded Rectangle 584"/>
          <p:cNvSpPr/>
          <p:nvPr/>
        </p:nvSpPr>
        <p:spPr>
          <a:xfrm>
            <a:off x="4361688" y="3374136"/>
            <a:ext cx="384048" cy="256032"/>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55524C"/>
                </a:solidFill>
                <a:latin typeface="Arial"/>
              </a:defRPr>
            </a:pPr>
            <a:r>
              <a:t>03</a:t>
            </a:r>
          </a:p>
        </p:txBody>
      </p:sp>
      <p:sp>
        <p:nvSpPr>
          <p:cNvPr id="586" name="TextBox 585"/>
          <p:cNvSpPr txBox="1"/>
          <p:nvPr/>
        </p:nvSpPr>
        <p:spPr>
          <a:xfrm>
            <a:off x="436168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Active Tool Execution</a:t>
            </a:r>
          </a:p>
          <a:p>
            <a:pPr>
              <a:defRPr sz="850">
                <a:solidFill>
                  <a:srgbClr val="5F5F5F"/>
                </a:solidFill>
                <a:latin typeface="Arial"/>
              </a:defRPr>
            </a:pPr>
            <a:r>
              <a:t>Executes live web searches, scrapes portal tables, runs code, and calls external verification APIs.</a:t>
            </a:r>
          </a:p>
        </p:txBody>
      </p:sp>
      <p:sp>
        <p:nvSpPr>
          <p:cNvPr id="587" name="Rounded Rectangle 586"/>
          <p:cNvSpPr/>
          <p:nvPr/>
        </p:nvSpPr>
        <p:spPr>
          <a:xfrm>
            <a:off x="644652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8" name="Rounded Rectangle 587"/>
          <p:cNvSpPr/>
          <p:nvPr/>
        </p:nvSpPr>
        <p:spPr>
          <a:xfrm>
            <a:off x="6556248" y="3374136"/>
            <a:ext cx="384048" cy="256032"/>
          </a:xfrm>
          <a:prstGeom prst="roundRect">
            <a:avLst>
              <a:gd name="adj" fmla="val 3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706252"/>
                </a:solidFill>
                <a:latin typeface="Arial"/>
              </a:defRPr>
            </a:pPr>
            <a:r>
              <a:t>04</a:t>
            </a:r>
          </a:p>
        </p:txBody>
      </p:sp>
      <p:sp>
        <p:nvSpPr>
          <p:cNvPr id="589" name="TextBox 588"/>
          <p:cNvSpPr txBox="1"/>
          <p:nvPr/>
        </p:nvSpPr>
        <p:spPr>
          <a:xfrm>
            <a:off x="655624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Persistent Memory</a:t>
            </a:r>
          </a:p>
          <a:p>
            <a:pPr>
              <a:defRPr sz="850">
                <a:solidFill>
                  <a:srgbClr val="5F5F5F"/>
                </a:solidFill>
                <a:latin typeface="Arial"/>
              </a:defRPr>
            </a:pPr>
            <a:r>
              <a:t>Remembers past student sessions, recalls previous scholarship audits, and compounds intelligence.</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2"/>
                                        </p:tgtEl>
                                        <p:attrNameLst>
                                          <p:attrName>style.visibility</p:attrName>
                                        </p:attrNameLst>
                                      </p:cBhvr>
                                      <p:to>
                                        <p:strVal val="visible"/>
                                      </p:to>
                                    </p:set>
                                    <p:animEffect filter="fade" transition="in">
                                      <p:cBhvr>
                                        <p:cTn dur="1000"/>
                                        <p:tgtEl>
                                          <p:spTgt spid="582"/>
                                        </p:tgtEl>
                                      </p:cBhvr>
                                    </p:animEffect>
                                  </p:childTnLst>
                                </p:cTn>
                              </p:par>
                              <p:par>
                                <p:cTn fill="hold" nodeType="withEffect" presetClass="entr" presetID="10" presetSubtype="0">
                                  <p:stCondLst>
                                    <p:cond delay="0"/>
                                  </p:stCondLst>
                                  <p:childTnLst>
                                    <p:set>
                                      <p:cBhvr>
                                        <p:cTn dur="1" fill="hold">
                                          <p:stCondLst>
                                            <p:cond delay="0"/>
                                          </p:stCondLst>
                                        </p:cTn>
                                        <p:tgtEl>
                                          <p:spTgt spid="583"/>
                                        </p:tgtEl>
                                        <p:attrNameLst>
                                          <p:attrName>style.visibility</p:attrName>
                                        </p:attrNameLst>
                                      </p:cBhvr>
                                      <p:to>
                                        <p:strVal val="visible"/>
                                      </p:to>
                                    </p:set>
                                    <p:animEffect filter="fade" transition="in">
                                      <p:cBhvr>
                                        <p:cTn dur="1000"/>
                                        <p:tgtEl>
                                          <p:spTgt spid="583"/>
                                        </p:tgtEl>
                                      </p:cBhvr>
                                    </p:animEffect>
                                  </p:childTnLst>
                                </p:cTn>
                              </p:par>
                              <p:par>
                                <p:cTn fill="hold" nodeType="withEffect" presetClass="entr" presetID="10" presetSubtype="0">
                                  <p:stCondLst>
                                    <p:cond delay="0"/>
                                  </p:stCondLst>
                                  <p:childTnLst>
                                    <p:set>
                                      <p:cBhvr>
                                        <p:cTn dur="1" fill="hold">
                                          <p:stCondLst>
                                            <p:cond delay="0"/>
                                          </p:stCondLst>
                                        </p:cTn>
                                        <p:tgtEl>
                                          <p:spTgt spid="586"/>
                                        </p:tgtEl>
                                        <p:attrNameLst>
                                          <p:attrName>style.visibility</p:attrName>
                                        </p:attrNameLst>
                                      </p:cBhvr>
                                      <p:to>
                                        <p:strVal val="visible"/>
                                      </p:to>
                                    </p:set>
                                    <p:animEffect filter="fade" transition="in">
                                      <p:cBhvr>
                                        <p:cTn dur="1000"/>
                                        <p:tgtEl>
                                          <p:spTgt spid="586"/>
                                        </p:tgtEl>
                                      </p:cBhvr>
                                    </p:animEffect>
                                  </p:childTnLst>
                                </p:cTn>
                              </p:par>
                              <p:par>
                                <p:cTn fill="hold" nodeType="withEffect" presetClass="entr" presetID="10" presetSubtype="0">
                                  <p:stCondLst>
                                    <p:cond delay="0"/>
                                  </p:stCondLst>
                                  <p:childTnLst>
                                    <p:set>
                                      <p:cBhvr>
                                        <p:cTn dur="1" fill="hold">
                                          <p:stCondLst>
                                            <p:cond delay="0"/>
                                          </p:stCondLst>
                                        </p:cTn>
                                        <p:tgtEl>
                                          <p:spTgt spid="587"/>
                                        </p:tgtEl>
                                        <p:attrNameLst>
                                          <p:attrName>style.visibility</p:attrName>
                                        </p:attrNameLst>
                                      </p:cBhvr>
                                      <p:to>
                                        <p:strVal val="visible"/>
                                      </p:to>
                                    </p:set>
                                    <p:animEffect filter="fade" transition="in">
                                      <p:cBhvr>
                                        <p:cTn dur="1000"/>
                                        <p:tgtEl>
                                          <p:spTgt spid="5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61"/>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a:t>
            </a:r>
            <a:r>
              <a:rPr lang="en">
                <a:solidFill>
                  <a:schemeClr val="lt1"/>
                </a:solidFill>
              </a:rPr>
              <a:t>CONTENTS</a:t>
            </a:r>
            <a:endParaRPr/>
          </a:p>
        </p:txBody>
      </p:sp>
      <p:sp>
        <p:nvSpPr>
          <p:cNvPr id="593" name="Google Shape;593;p61"/>
          <p:cNvSpPr/>
          <p:nvPr/>
        </p:nvSpPr>
        <p:spPr>
          <a:xfrm>
            <a:off x="719916" y="162539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61"/>
          <p:cNvSpPr/>
          <p:nvPr/>
        </p:nvSpPr>
        <p:spPr>
          <a:xfrm flipH="1">
            <a:off x="4571988" y="1625400"/>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61"/>
          <p:cNvSpPr/>
          <p:nvPr/>
        </p:nvSpPr>
        <p:spPr>
          <a:xfrm flipH="1">
            <a:off x="4720335" y="3321937"/>
            <a:ext cx="1162249" cy="103281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61"/>
          <p:cNvSpPr/>
          <p:nvPr/>
        </p:nvSpPr>
        <p:spPr>
          <a:xfrm>
            <a:off x="704600" y="3351763"/>
            <a:ext cx="1095097"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61"/>
          <p:cNvSpPr txBox="1"/>
          <p:nvPr>
            <p:ph type="title"/>
          </p:nvPr>
        </p:nvSpPr>
        <p:spPr>
          <a:xfrm>
            <a:off x="1987675" y="1412700"/>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VS. SOLUTION</a:t>
            </a:r>
            <a:endParaRPr/>
          </a:p>
        </p:txBody>
      </p:sp>
      <p:sp>
        <p:nvSpPr>
          <p:cNvPr id="598" name="Google Shape;598;p61"/>
          <p:cNvSpPr txBox="1"/>
          <p:nvPr>
            <p:ph idx="1" type="subTitle"/>
          </p:nvPr>
        </p:nvSpPr>
        <p:spPr>
          <a:xfrm>
            <a:off x="1987700" y="2292125"/>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99" name="Google Shape;599;p61"/>
          <p:cNvSpPr txBox="1"/>
          <p:nvPr>
            <p:ph idx="2" type="title"/>
          </p:nvPr>
        </p:nvSpPr>
        <p:spPr>
          <a:xfrm>
            <a:off x="845800" y="18880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0" name="Google Shape;600;p61"/>
          <p:cNvSpPr txBox="1"/>
          <p:nvPr>
            <p:ph idx="3" type="title"/>
          </p:nvPr>
        </p:nvSpPr>
        <p:spPr>
          <a:xfrm>
            <a:off x="1928100" y="316274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AND </a:t>
            </a:r>
            <a:r>
              <a:rPr lang="en">
                <a:solidFill>
                  <a:schemeClr val="lt1"/>
                </a:solidFill>
              </a:rPr>
              <a:t>COMPETITION</a:t>
            </a:r>
            <a:endParaRPr/>
          </a:p>
        </p:txBody>
      </p:sp>
      <p:sp>
        <p:nvSpPr>
          <p:cNvPr id="601" name="Google Shape;601;p61"/>
          <p:cNvSpPr txBox="1"/>
          <p:nvPr>
            <p:ph idx="4" type="subTitle"/>
          </p:nvPr>
        </p:nvSpPr>
        <p:spPr>
          <a:xfrm>
            <a:off x="1928125" y="4042172"/>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2" name="Google Shape;602;p61"/>
          <p:cNvSpPr txBox="1"/>
          <p:nvPr>
            <p:ph idx="6" type="subTitle"/>
          </p:nvPr>
        </p:nvSpPr>
        <p:spPr>
          <a:xfrm>
            <a:off x="6000775" y="2292102"/>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3" name="Google Shape;603;p61"/>
          <p:cNvSpPr txBox="1"/>
          <p:nvPr>
            <p:ph idx="7" type="title"/>
          </p:nvPr>
        </p:nvSpPr>
        <p:spPr>
          <a:xfrm>
            <a:off x="5981196" y="316273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OUR </a:t>
            </a:r>
            <a:r>
              <a:rPr lang="en">
                <a:solidFill>
                  <a:schemeClr val="lt1"/>
                </a:solidFill>
              </a:rPr>
              <a:t>BUSINESS</a:t>
            </a:r>
            <a:r>
              <a:rPr lang="en"/>
              <a:t> MODEL</a:t>
            </a:r>
            <a:endParaRPr/>
          </a:p>
        </p:txBody>
      </p:sp>
      <p:sp>
        <p:nvSpPr>
          <p:cNvPr id="604" name="Google Shape;604;p61"/>
          <p:cNvSpPr txBox="1"/>
          <p:nvPr>
            <p:ph idx="9" type="title"/>
          </p:nvPr>
        </p:nvSpPr>
        <p:spPr>
          <a:xfrm>
            <a:off x="845798" y="36442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05" name="Google Shape;605;p61"/>
          <p:cNvSpPr txBox="1"/>
          <p:nvPr>
            <p:ph idx="5" type="title"/>
          </p:nvPr>
        </p:nvSpPr>
        <p:spPr>
          <a:xfrm>
            <a:off x="6000750" y="141268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a:t>
            </a:r>
            <a:r>
              <a:rPr lang="en">
                <a:solidFill>
                  <a:schemeClr val="lt1"/>
                </a:solidFill>
              </a:rPr>
              <a:t>PRODUCT</a:t>
            </a:r>
            <a:br>
              <a:rPr lang="en"/>
            </a:br>
            <a:r>
              <a:rPr lang="en"/>
              <a:t>WE </a:t>
            </a:r>
            <a:r>
              <a:rPr lang="en"/>
              <a:t>HAVE</a:t>
            </a:r>
            <a:endParaRPr/>
          </a:p>
        </p:txBody>
      </p:sp>
      <p:sp>
        <p:nvSpPr>
          <p:cNvPr id="606" name="Google Shape;606;p61"/>
          <p:cNvSpPr txBox="1"/>
          <p:nvPr>
            <p:ph idx="8" type="subTitle"/>
          </p:nvPr>
        </p:nvSpPr>
        <p:spPr>
          <a:xfrm>
            <a:off x="5981200" y="4042161"/>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7" name="Google Shape;607;p61"/>
          <p:cNvSpPr txBox="1"/>
          <p:nvPr>
            <p:ph idx="13" type="title"/>
          </p:nvPr>
        </p:nvSpPr>
        <p:spPr>
          <a:xfrm>
            <a:off x="4895098" y="18880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08" name="Google Shape;608;p61"/>
          <p:cNvSpPr txBox="1"/>
          <p:nvPr>
            <p:ph idx="14" type="title"/>
          </p:nvPr>
        </p:nvSpPr>
        <p:spPr>
          <a:xfrm>
            <a:off x="4895098" y="36442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97"/>
                                        </p:tgtEl>
                                        <p:attrNameLst>
                                          <p:attrName>style.visibility</p:attrName>
                                        </p:attrNameLst>
                                      </p:cBhvr>
                                      <p:to>
                                        <p:strVal val="visible"/>
                                      </p:to>
                                    </p:set>
                                    <p:anim calcmode="lin" valueType="num">
                                      <p:cBhvr additive="base">
                                        <p:cTn dur="1000"/>
                                        <p:tgtEl>
                                          <p:spTgt spid="59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0"/>
                                        </p:tgtEl>
                                        <p:attrNameLst>
                                          <p:attrName>style.visibility</p:attrName>
                                        </p:attrNameLst>
                                      </p:cBhvr>
                                      <p:to>
                                        <p:strVal val="visible"/>
                                      </p:to>
                                    </p:set>
                                    <p:anim calcmode="lin" valueType="num">
                                      <p:cBhvr additive="base">
                                        <p:cTn dur="1000"/>
                                        <p:tgtEl>
                                          <p:spTgt spid="60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3"/>
                                        </p:tgtEl>
                                        <p:attrNameLst>
                                          <p:attrName>style.visibility</p:attrName>
                                        </p:attrNameLst>
                                      </p:cBhvr>
                                      <p:to>
                                        <p:strVal val="visible"/>
                                      </p:to>
                                    </p:set>
                                    <p:anim calcmode="lin" valueType="num">
                                      <p:cBhvr additive="base">
                                        <p:cTn dur="1000"/>
                                        <p:tgtEl>
                                          <p:spTgt spid="6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5"/>
                                        </p:tgtEl>
                                        <p:attrNameLst>
                                          <p:attrName>style.visibility</p:attrName>
                                        </p:attrNameLst>
                                      </p:cBhvr>
                                      <p:to>
                                        <p:strVal val="visible"/>
                                      </p:to>
                                    </p:set>
                                    <p:anim calcmode="lin" valueType="num">
                                      <p:cBhvr additive="base">
                                        <p:cTn dur="1000"/>
                                        <p:tgtEl>
                                          <p:spTgt spid="60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612" name="Shape 612"/>
        <p:cNvGrpSpPr/>
        <p:nvPr/>
      </p:nvGrpSpPr>
      <p:grpSpPr>
        <a:xfrm>
          <a:off x="0" y="0"/>
          <a:ext cx="0" cy="0"/>
          <a:chOff x="0" y="0"/>
          <a:chExt cx="0" cy="0"/>
        </a:xfrm>
      </p:grpSpPr>
      <p:pic>
        <p:nvPicPr>
          <p:cNvPr id="613" name="Google Shape;613;p62" title="abstract-minimal-concept-flowers-shadows.jpg"/>
          <p:cNvPicPr preferRelativeResize="0"/>
          <p:nvPr>
            <p:ph idx="2" type="pic"/>
          </p:nvPr>
        </p:nvPicPr>
        <p:blipFill rotWithShape="1">
          <a:blip r:embed="rId3">
            <a:alphaModFix/>
          </a:blip>
          <a:srcRect b="0" l="13568" r="13561" t="0"/>
          <a:stretch/>
        </p:blipFill>
        <p:spPr>
          <a:xfrm>
            <a:off x="704000" y="1274500"/>
            <a:ext cx="3546900" cy="3244199"/>
          </a:xfrm>
          <a:prstGeom prst="rect">
            <a:avLst/>
          </a:prstGeom>
        </p:spPr>
      </p:pic>
      <p:sp>
        <p:nvSpPr>
          <p:cNvPr id="614" name="Google Shape;614;p62"/>
          <p:cNvSpPr/>
          <p:nvPr/>
        </p:nvSpPr>
        <p:spPr>
          <a:xfrm>
            <a:off x="348650" y="804585"/>
            <a:ext cx="4180934" cy="4180628"/>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62"/>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Barlow Semi Condensed"/>
              <a:buChar char="●"/>
            </a:pPr>
            <a:r>
              <a:rPr lang="en"/>
              <a:t>They’re simple </a:t>
            </a:r>
            <a:endParaRPr/>
          </a:p>
          <a:p>
            <a:pPr indent="-317500" lvl="0" marL="457200" rtl="0" algn="l">
              <a:spcBef>
                <a:spcPts val="0"/>
              </a:spcBef>
              <a:spcAft>
                <a:spcPts val="0"/>
              </a:spcAft>
              <a:buSzPts val="1400"/>
              <a:buFont typeface="Barlow Semi Condensed"/>
              <a:buChar char="●"/>
            </a:pPr>
            <a:r>
              <a:rPr lang="en"/>
              <a:t>You can organize your ideas clearly</a:t>
            </a:r>
            <a:endParaRPr/>
          </a:p>
          <a:p>
            <a:pPr indent="-317500" lvl="0" marL="457200" rtl="0" algn="l">
              <a:spcBef>
                <a:spcPts val="0"/>
              </a:spcBef>
              <a:spcAft>
                <a:spcPts val="0"/>
              </a:spcAft>
              <a:buSzPts val="1400"/>
              <a:buFont typeface="Barlow Semi Condensed"/>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
        <p:nvSpPr>
          <p:cNvPr id="616" name="Google Shape;616;p62"/>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62"/>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62"/>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COMPANY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15"/>
                                        </p:tgtEl>
                                        <p:attrNameLst>
                                          <p:attrName>style.visibility</p:attrName>
                                        </p:attrNameLst>
                                      </p:cBhvr>
                                      <p:to>
                                        <p:strVal val="visible"/>
                                      </p:to>
                                    </p:set>
                                    <p:animEffect filter="fade" transition="in">
                                      <p:cBhvr>
                                        <p:cTn dur="1000"/>
                                        <p:tgtEl>
                                          <p:spTgt spid="6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sp>
        <p:nvSpPr>
          <p:cNvPr id="623" name="Google Shape;623;p63"/>
          <p:cNvSpPr txBox="1"/>
          <p:nvPr>
            <p:ph type="title"/>
          </p:nvPr>
        </p:nvSpPr>
        <p:spPr>
          <a:xfrm>
            <a:off x="1133900" y="922175"/>
            <a:ext cx="6363600" cy="90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a:t>
            </a:r>
            <a:r>
              <a:rPr lang="en">
                <a:solidFill>
                  <a:schemeClr val="lt1"/>
                </a:solidFill>
              </a:rPr>
              <a:t>COMPANY</a:t>
            </a:r>
            <a:endParaRPr/>
          </a:p>
        </p:txBody>
      </p:sp>
      <p:sp>
        <p:nvSpPr>
          <p:cNvPr id="624" name="Google Shape;624;p63"/>
          <p:cNvSpPr txBox="1"/>
          <p:nvPr>
            <p:ph idx="1" type="body"/>
          </p:nvPr>
        </p:nvSpPr>
        <p:spPr>
          <a:xfrm>
            <a:off x="1133900" y="1868725"/>
            <a:ext cx="6223800" cy="235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Barlow Semi Condensed"/>
              <a:buChar char="●"/>
            </a:pPr>
            <a:r>
              <a:rPr lang="en"/>
              <a:t>They’re simple </a:t>
            </a:r>
            <a:endParaRPr/>
          </a:p>
          <a:p>
            <a:pPr indent="-317500" lvl="0" marL="457200" rtl="0" algn="l">
              <a:spcBef>
                <a:spcPts val="0"/>
              </a:spcBef>
              <a:spcAft>
                <a:spcPts val="0"/>
              </a:spcAft>
              <a:buSzPts val="1400"/>
              <a:buFont typeface="Barlow Semi Condensed"/>
              <a:buChar char="●"/>
            </a:pPr>
            <a:r>
              <a:rPr lang="en"/>
              <a:t>You can organize your ideas clearly</a:t>
            </a:r>
            <a:endParaRPr/>
          </a:p>
          <a:p>
            <a:pPr indent="-317500" lvl="0" marL="457200" rtl="0" algn="l">
              <a:spcBef>
                <a:spcPts val="0"/>
              </a:spcBef>
              <a:spcAft>
                <a:spcPts val="0"/>
              </a:spcAft>
              <a:buSzPts val="1400"/>
              <a:buFont typeface="Barlow Semi Condensed"/>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24"/>
                                        </p:tgtEl>
                                        <p:attrNameLst>
                                          <p:attrName>style.visibility</p:attrName>
                                        </p:attrNameLst>
                                      </p:cBhvr>
                                      <p:to>
                                        <p:strVal val="visible"/>
                                      </p:to>
                                    </p:set>
                                    <p:anim calcmode="lin" valueType="num">
                                      <p:cBhvr additive="base">
                                        <p:cTn dur="1000"/>
                                        <p:tgtEl>
                                          <p:spTgt spid="62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TextBox 628"/>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DETERMINISTIC RELIABILITY</a:t>
            </a:r>
          </a:p>
          <a:p>
            <a:pPr>
              <a:spcAft>
                <a:spcPts val="400"/>
              </a:spcAft>
            </a:pPr>
            <a:r>
              <a:rPr sz="2500" b="1">
                <a:solidFill>
                  <a:srgbClr val="1F1F1F"/>
                </a:solidFill>
                <a:latin typeface="Arial"/>
              </a:rPr>
              <a:t>WHAT IS A </a:t>
            </a:r>
            <a:r>
              <a:rPr sz="2500" b="1">
                <a:solidFill>
                  <a:srgbClr val="7D6652"/>
                </a:solidFill>
                <a:latin typeface="Arial"/>
              </a:rPr>
              <a:t>WORKFLOW?</a:t>
            </a:r>
          </a:p>
          <a:p>
            <a:pPr>
              <a:defRPr sz="1100">
                <a:solidFill>
                  <a:srgbClr val="5F5F5F"/>
                </a:solidFill>
                <a:latin typeface="Arial"/>
              </a:defRPr>
            </a:pPr>
            <a:r>
              <a:t>Predictable, zero-hallucination pipelines engineered for precision.</a:t>
            </a:r>
          </a:p>
        </p:txBody>
      </p:sp>
      <p:sp>
        <p:nvSpPr>
          <p:cNvPr id="630" name="Rounded Rectangle 629"/>
          <p:cNvSpPr/>
          <p:nvPr/>
        </p:nvSpPr>
        <p:spPr>
          <a:xfrm>
            <a:off x="731520" y="1691640"/>
            <a:ext cx="329184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1" name="TextBox 630"/>
          <p:cNvSpPr txBox="1"/>
          <p:nvPr/>
        </p:nvSpPr>
        <p:spPr>
          <a:xfrm>
            <a:off x="960120" y="1920240"/>
            <a:ext cx="2834640" cy="2514600"/>
          </a:xfrm>
          <a:prstGeom prst="rect">
            <a:avLst/>
          </a:prstGeom>
          <a:noFill/>
        </p:spPr>
        <p:txBody>
          <a:bodyPr wrap="square" lIns="0" rIns="0" tIns="0" bIns="0">
            <a:spAutoFit/>
          </a:bodyPr>
          <a:lstStyle/>
          <a:p>
            <a:pPr>
              <a:spcAft>
                <a:spcPts val="800"/>
              </a:spcAft>
              <a:defRPr sz="900" b="1">
                <a:solidFill>
                  <a:srgbClr val="7D6652"/>
                </a:solidFill>
                <a:latin typeface="Arial"/>
              </a:defRPr>
            </a:pPr>
            <a:r>
              <a:t>CORE FOUNDATION</a:t>
            </a:r>
          </a:p>
          <a:p>
            <a:pPr>
              <a:spcAft>
                <a:spcPts val="1000"/>
              </a:spcAft>
              <a:defRPr sz="1400" b="1">
                <a:solidFill>
                  <a:srgbClr val="1F1F1F"/>
                </a:solidFill>
                <a:latin typeface="Arial"/>
              </a:defRPr>
            </a:pPr>
            <a:r>
              <a:t>Deterministic, High-Speed Sequential Logic</a:t>
            </a:r>
          </a:p>
          <a:p>
            <a:pPr>
              <a:defRPr sz="1050">
                <a:solidFill>
                  <a:srgbClr val="323232"/>
                </a:solidFill>
                <a:latin typeface="Arial"/>
              </a:defRPr>
            </a:pPr>
            <a:r>
              <a:t>A Workflow is a rigid, programmatic sequence of predefined steps where every branch and transformation is governed by hardcoded business logic, database lookups, and deterministic arithmetic. Given identical inputs, a workflow guarantees identical, mathematically verifiable outputs.</a:t>
            </a:r>
          </a:p>
        </p:txBody>
      </p:sp>
      <p:sp>
        <p:nvSpPr>
          <p:cNvPr id="632" name="Rounded Rectangle 631"/>
          <p:cNvSpPr/>
          <p:nvPr/>
        </p:nvSpPr>
        <p:spPr>
          <a:xfrm>
            <a:off x="425196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3" name="Rounded Rectangle 632"/>
          <p:cNvSpPr/>
          <p:nvPr/>
        </p:nvSpPr>
        <p:spPr>
          <a:xfrm>
            <a:off x="4361688" y="1801368"/>
            <a:ext cx="384048" cy="256032"/>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414E3E"/>
                </a:solidFill>
                <a:latin typeface="Arial"/>
              </a:defRPr>
            </a:pPr>
            <a:r>
              <a:t>01</a:t>
            </a:r>
          </a:p>
        </p:txBody>
      </p:sp>
      <p:sp>
        <p:nvSpPr>
          <p:cNvPr id="634" name="TextBox 633"/>
          <p:cNvSpPr txBox="1"/>
          <p:nvPr/>
        </p:nvSpPr>
        <p:spPr>
          <a:xfrm>
            <a:off x="436168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Zero Hallucination</a:t>
            </a:r>
          </a:p>
          <a:p>
            <a:pPr>
              <a:defRPr sz="850">
                <a:solidFill>
                  <a:srgbClr val="5F5F5F"/>
                </a:solidFill>
                <a:latin typeface="Arial"/>
              </a:defRPr>
            </a:pPr>
            <a:r>
              <a:t>Eliminates AI guessing in mission-critical criteria checks, eligibility rules, and financial math.</a:t>
            </a:r>
          </a:p>
        </p:txBody>
      </p:sp>
      <p:sp>
        <p:nvSpPr>
          <p:cNvPr id="635" name="Rounded Rectangle 634"/>
          <p:cNvSpPr/>
          <p:nvPr/>
        </p:nvSpPr>
        <p:spPr>
          <a:xfrm>
            <a:off x="644652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6" name="Rounded Rectangle 635"/>
          <p:cNvSpPr/>
          <p:nvPr/>
        </p:nvSpPr>
        <p:spPr>
          <a:xfrm>
            <a:off x="6556248" y="1801368"/>
            <a:ext cx="384048" cy="256032"/>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80463E"/>
                </a:solidFill>
                <a:latin typeface="Arial"/>
              </a:defRPr>
            </a:pPr>
            <a:r>
              <a:t>02</a:t>
            </a:r>
          </a:p>
        </p:txBody>
      </p:sp>
      <p:sp>
        <p:nvSpPr>
          <p:cNvPr id="637" name="TextBox 636"/>
          <p:cNvSpPr txBox="1"/>
          <p:nvPr/>
        </p:nvSpPr>
        <p:spPr>
          <a:xfrm>
            <a:off x="655624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Sub-Millisecond Latency</a:t>
            </a:r>
          </a:p>
          <a:p>
            <a:pPr>
              <a:defRPr sz="850">
                <a:solidFill>
                  <a:srgbClr val="5F5F5F"/>
                </a:solidFill>
                <a:latin typeface="Arial"/>
              </a:defRPr>
            </a:pPr>
            <a:r>
              <a:t>Executes data transforms, table joins, and date calculations without costly LLM roundtrips.</a:t>
            </a:r>
          </a:p>
        </p:txBody>
      </p:sp>
      <p:sp>
        <p:nvSpPr>
          <p:cNvPr id="638" name="Rounded Rectangle 637"/>
          <p:cNvSpPr/>
          <p:nvPr/>
        </p:nvSpPr>
        <p:spPr>
          <a:xfrm>
            <a:off x="425196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9" name="Rounded Rectangle 638"/>
          <p:cNvSpPr/>
          <p:nvPr/>
        </p:nvSpPr>
        <p:spPr>
          <a:xfrm>
            <a:off x="4361688" y="3374136"/>
            <a:ext cx="384048" cy="256032"/>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55524C"/>
                </a:solidFill>
                <a:latin typeface="Arial"/>
              </a:defRPr>
            </a:pPr>
            <a:r>
              <a:t>03</a:t>
            </a:r>
          </a:p>
        </p:txBody>
      </p:sp>
      <p:sp>
        <p:nvSpPr>
          <p:cNvPr id="640" name="TextBox 639"/>
          <p:cNvSpPr txBox="1"/>
          <p:nvPr/>
        </p:nvSpPr>
        <p:spPr>
          <a:xfrm>
            <a:off x="436168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100% Reproducibility</a:t>
            </a:r>
          </a:p>
          <a:p>
            <a:pPr>
              <a:defRPr sz="850">
                <a:solidFill>
                  <a:srgbClr val="5F5F5F"/>
                </a:solidFill>
                <a:latin typeface="Arial"/>
              </a:defRPr>
            </a:pPr>
            <a:r>
              <a:t>Guarantees consistent, audit-compliant outcomes every time for student eligibility verification.</a:t>
            </a:r>
          </a:p>
        </p:txBody>
      </p:sp>
      <p:sp>
        <p:nvSpPr>
          <p:cNvPr id="641" name="Rounded Rectangle 640"/>
          <p:cNvSpPr/>
          <p:nvPr/>
        </p:nvSpPr>
        <p:spPr>
          <a:xfrm>
            <a:off x="644652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2" name="Rounded Rectangle 641"/>
          <p:cNvSpPr/>
          <p:nvPr/>
        </p:nvSpPr>
        <p:spPr>
          <a:xfrm>
            <a:off x="6556248" y="3374136"/>
            <a:ext cx="384048" cy="256032"/>
          </a:xfrm>
          <a:prstGeom prst="roundRect">
            <a:avLst>
              <a:gd name="adj" fmla="val 3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706252"/>
                </a:solidFill>
                <a:latin typeface="Arial"/>
              </a:defRPr>
            </a:pPr>
            <a:r>
              <a:t>04</a:t>
            </a:r>
          </a:p>
        </p:txBody>
      </p:sp>
      <p:sp>
        <p:nvSpPr>
          <p:cNvPr id="643" name="TextBox 642"/>
          <p:cNvSpPr txBox="1"/>
          <p:nvPr/>
        </p:nvSpPr>
        <p:spPr>
          <a:xfrm>
            <a:off x="655624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Zero Token Cost</a:t>
            </a:r>
          </a:p>
          <a:p>
            <a:pPr>
              <a:defRPr sz="850">
                <a:solidFill>
                  <a:srgbClr val="5F5F5F"/>
                </a:solidFill>
                <a:latin typeface="Arial"/>
              </a:defRPr>
            </a:pPr>
            <a:r>
              <a:t>Conserves expensive API tokens for creative reasoning by delegating logic to fast local code.</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29"/>
                                        </p:tgtEl>
                                        <p:attrNameLst>
                                          <p:attrName>style.visibility</p:attrName>
                                        </p:attrNameLst>
                                      </p:cBhvr>
                                      <p:to>
                                        <p:strVal val="visible"/>
                                      </p:to>
                                    </p:set>
                                    <p:animEffect filter="fade" transition="in">
                                      <p:cBhvr>
                                        <p:cTn dur="1000"/>
                                        <p:tgtEl>
                                          <p:spTgt spid="629"/>
                                        </p:tgtEl>
                                      </p:cBhvr>
                                    </p:animEffect>
                                  </p:childTnLst>
                                </p:cTn>
                              </p:par>
                              <p:par>
                                <p:cTn fill="hold" nodeType="withEffect" presetClass="entr" presetID="10" presetSubtype="0">
                                  <p:stCondLst>
                                    <p:cond delay="0"/>
                                  </p:stCondLst>
                                  <p:childTnLst>
                                    <p:set>
                                      <p:cBhvr>
                                        <p:cTn dur="1" fill="hold">
                                          <p:stCondLst>
                                            <p:cond delay="0"/>
                                          </p:stCondLst>
                                        </p:cTn>
                                        <p:tgtEl>
                                          <p:spTgt spid="630"/>
                                        </p:tgtEl>
                                        <p:attrNameLst>
                                          <p:attrName>style.visibility</p:attrName>
                                        </p:attrNameLst>
                                      </p:cBhvr>
                                      <p:to>
                                        <p:strVal val="visible"/>
                                      </p:to>
                                    </p:set>
                                    <p:animEffect filter="fade" transition="in">
                                      <p:cBhvr>
                                        <p:cTn dur="1000"/>
                                        <p:tgtEl>
                                          <p:spTgt spid="6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pic>
        <p:nvPicPr>
          <p:cNvPr id="643" name="Google Shape;643;p65"/>
          <p:cNvPicPr preferRelativeResize="0"/>
          <p:nvPr/>
        </p:nvPicPr>
        <p:blipFill rotWithShape="1">
          <a:blip r:embed="rId3">
            <a:alphaModFix/>
          </a:blip>
          <a:srcRect b="0" l="13225" r="39712" t="0"/>
          <a:stretch/>
        </p:blipFill>
        <p:spPr>
          <a:xfrm>
            <a:off x="529978" y="462125"/>
            <a:ext cx="3404943" cy="4828849"/>
          </a:xfrm>
          <a:prstGeom prst="rect">
            <a:avLst/>
          </a:prstGeom>
          <a:noFill/>
          <a:ln>
            <a:noFill/>
          </a:ln>
        </p:spPr>
      </p:pic>
      <p:sp>
        <p:nvSpPr>
          <p:cNvPr id="644" name="Google Shape;644;p65"/>
          <p:cNvSpPr/>
          <p:nvPr/>
        </p:nvSpPr>
        <p:spPr>
          <a:xfrm rot="-5399809">
            <a:off x="-393997" y="613547"/>
            <a:ext cx="5512835" cy="4194428"/>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5"/>
          <p:cNvSpPr/>
          <p:nvPr/>
        </p:nvSpPr>
        <p:spPr>
          <a:xfrm flipH="1" rot="10285629">
            <a:off x="-6011938" y="-431909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5"/>
          <p:cNvSpPr/>
          <p:nvPr/>
        </p:nvSpPr>
        <p:spPr>
          <a:xfrm rot="-4102346">
            <a:off x="1166603" y="3932872"/>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5"/>
          <p:cNvSpPr/>
          <p:nvPr/>
        </p:nvSpPr>
        <p:spPr>
          <a:xfrm flipH="1">
            <a:off x="580630" y="-39415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5"/>
          <p:cNvSpPr/>
          <p:nvPr/>
        </p:nvSpPr>
        <p:spPr>
          <a:xfrm rot="649760">
            <a:off x="-984002" y="419036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65"/>
          <p:cNvSpPr/>
          <p:nvPr/>
        </p:nvSpPr>
        <p:spPr>
          <a:xfrm flipH="1" rot="-6621704">
            <a:off x="-3919845" y="1710891"/>
            <a:ext cx="7826147" cy="287787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5"/>
          <p:cNvSpPr txBox="1"/>
          <p:nvPr>
            <p:ph idx="2" type="title"/>
          </p:nvPr>
        </p:nvSpPr>
        <p:spPr>
          <a:xfrm>
            <a:off x="4572012" y="3186751"/>
            <a:ext cx="23253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PETER </a:t>
            </a:r>
            <a:r>
              <a:rPr lang="en">
                <a:solidFill>
                  <a:schemeClr val="lt1"/>
                </a:solidFill>
              </a:rPr>
              <a:t>HILL</a:t>
            </a:r>
            <a:endParaRPr/>
          </a:p>
        </p:txBody>
      </p:sp>
      <p:sp>
        <p:nvSpPr>
          <p:cNvPr id="651" name="Google Shape;651;p65"/>
          <p:cNvSpPr txBox="1"/>
          <p:nvPr>
            <p:ph idx="1" type="subTitle"/>
          </p:nvPr>
        </p:nvSpPr>
        <p:spPr>
          <a:xfrm>
            <a:off x="4572037" y="3694826"/>
            <a:ext cx="2325300" cy="62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652" name="Google Shape;652;p65"/>
          <p:cNvSpPr txBox="1"/>
          <p:nvPr>
            <p:ph idx="3" type="title"/>
          </p:nvPr>
        </p:nvSpPr>
        <p:spPr>
          <a:xfrm>
            <a:off x="4572000" y="1747851"/>
            <a:ext cx="23253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KALIYAH </a:t>
            </a:r>
            <a:r>
              <a:rPr lang="en">
                <a:solidFill>
                  <a:schemeClr val="lt1"/>
                </a:solidFill>
              </a:rPr>
              <a:t>HARRIS</a:t>
            </a:r>
            <a:endParaRPr/>
          </a:p>
        </p:txBody>
      </p:sp>
      <p:sp>
        <p:nvSpPr>
          <p:cNvPr id="653" name="Google Shape;653;p65"/>
          <p:cNvSpPr txBox="1"/>
          <p:nvPr>
            <p:ph idx="4" type="subTitle"/>
          </p:nvPr>
        </p:nvSpPr>
        <p:spPr>
          <a:xfrm>
            <a:off x="4572025" y="2255926"/>
            <a:ext cx="2325300" cy="62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654" name="Google Shape;654;p65"/>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TEAM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50"/>
                                        </p:tgtEl>
                                        <p:attrNameLst>
                                          <p:attrName>style.visibility</p:attrName>
                                        </p:attrNameLst>
                                      </p:cBhvr>
                                      <p:to>
                                        <p:strVal val="visible"/>
                                      </p:to>
                                    </p:set>
                                    <p:anim calcmode="lin" valueType="num">
                                      <p:cBhvr additive="base">
                                        <p:cTn dur="1000"/>
                                        <p:tgtEl>
                                          <p:spTgt spid="65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1"/>
                                        </p:tgtEl>
                                        <p:attrNameLst>
                                          <p:attrName>style.visibility</p:attrName>
                                        </p:attrNameLst>
                                      </p:cBhvr>
                                      <p:to>
                                        <p:strVal val="visible"/>
                                      </p:to>
                                    </p:set>
                                    <p:anim calcmode="lin" valueType="num">
                                      <p:cBhvr additive="base">
                                        <p:cTn dur="1000"/>
                                        <p:tgtEl>
                                          <p:spTgt spid="65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2"/>
                                        </p:tgtEl>
                                        <p:attrNameLst>
                                          <p:attrName>style.visibility</p:attrName>
                                        </p:attrNameLst>
                                      </p:cBhvr>
                                      <p:to>
                                        <p:strVal val="visible"/>
                                      </p:to>
                                    </p:set>
                                    <p:anim calcmode="lin" valueType="num">
                                      <p:cBhvr additive="base">
                                        <p:cTn dur="1000"/>
                                        <p:tgtEl>
                                          <p:spTgt spid="65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3"/>
                                        </p:tgtEl>
                                        <p:attrNameLst>
                                          <p:attrName>style.visibility</p:attrName>
                                        </p:attrNameLst>
                                      </p:cBhvr>
                                      <p:to>
                                        <p:strVal val="visible"/>
                                      </p:to>
                                    </p:set>
                                    <p:anim calcmode="lin" valueType="num">
                                      <p:cBhvr additive="base">
                                        <p:cTn dur="1000"/>
                                        <p:tgtEl>
                                          <p:spTgt spid="65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sp>
        <p:nvSpPr>
          <p:cNvPr id="659" name="Google Shape;659;p66"/>
          <p:cNvSpPr txBox="1"/>
          <p:nvPr>
            <p:ph type="title"/>
          </p:nvPr>
        </p:nvSpPr>
        <p:spPr>
          <a:xfrm>
            <a:off x="897750" y="951837"/>
            <a:ext cx="7348500" cy="153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WHOA</a:t>
            </a:r>
            <a:r>
              <a:rPr lang="en"/>
              <a:t>!</a:t>
            </a:r>
            <a:endParaRPr/>
          </a:p>
        </p:txBody>
      </p:sp>
      <p:sp>
        <p:nvSpPr>
          <p:cNvPr id="660" name="Google Shape;660;p66"/>
          <p:cNvSpPr txBox="1"/>
          <p:nvPr>
            <p:ph idx="1" type="subTitle"/>
          </p:nvPr>
        </p:nvSpPr>
        <p:spPr>
          <a:xfrm>
            <a:off x="1732950" y="2483763"/>
            <a:ext cx="5678100" cy="170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a:t>
            </a:r>
            <a:r>
              <a:rPr lang="en"/>
              <a:t> </a:t>
            </a:r>
            <a:r>
              <a:rPr lang="en"/>
              <a:t>can</a:t>
            </a:r>
            <a:r>
              <a:rPr lang="en"/>
              <a:t> be the part of the </a:t>
            </a:r>
            <a:r>
              <a:rPr b="1" lang="en">
                <a:solidFill>
                  <a:schemeClr val="lt1"/>
                </a:solidFill>
              </a:rPr>
              <a:t>presentation</a:t>
            </a:r>
            <a:r>
              <a:rPr lang="en"/>
              <a:t> where you introduce yourself, write your email…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59"/>
                                        </p:tgtEl>
                                        <p:attrNameLst>
                                          <p:attrName>style.visibility</p:attrName>
                                        </p:attrNameLst>
                                      </p:cBhvr>
                                      <p:to>
                                        <p:strVal val="visible"/>
                                      </p:to>
                                    </p:set>
                                    <p:anim calcmode="lin" valueType="num">
                                      <p:cBhvr additive="base">
                                        <p:cTn dur="1000"/>
                                        <p:tgtEl>
                                          <p:spTgt spid="65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 name="Shape 664"/>
        <p:cNvGrpSpPr/>
        <p:nvPr/>
      </p:nvGrpSpPr>
      <p:grpSpPr>
        <a:xfrm>
          <a:off x="0" y="0"/>
          <a:ext cx="0" cy="0"/>
          <a:chOff x="0" y="0"/>
          <a:chExt cx="0" cy="0"/>
        </a:xfrm>
      </p:grpSpPr>
      <p:sp>
        <p:nvSpPr>
          <p:cNvPr id="665" name="Google Shape;665;p67"/>
          <p:cNvSpPr txBox="1"/>
          <p:nvPr>
            <p:ph type="title"/>
          </p:nvPr>
        </p:nvSpPr>
        <p:spPr>
          <a:xfrm>
            <a:off x="723300" y="775600"/>
            <a:ext cx="6137400" cy="178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666" name="Google Shape;666;p67"/>
          <p:cNvSpPr txBox="1"/>
          <p:nvPr>
            <p:ph idx="1" type="subTitle"/>
          </p:nvPr>
        </p:nvSpPr>
        <p:spPr>
          <a:xfrm>
            <a:off x="799500" y="2583500"/>
            <a:ext cx="61374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a:t>
            </a:r>
            <a:r>
              <a:rPr b="1" lang="en">
                <a:solidFill>
                  <a:schemeClr val="lt1"/>
                </a:solidFill>
              </a:rPr>
              <a:t>brief description</a:t>
            </a:r>
            <a:r>
              <a:rPr lang="en"/>
              <a:t> of the topic you want to talk about here. If you want to talk about Mercury, you can say that it’s the smallest planet in the Solar System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66"/>
                                        </p:tgtEl>
                                        <p:attrNameLst>
                                          <p:attrName>style.visibility</p:attrName>
                                        </p:attrNameLst>
                                      </p:cBhvr>
                                      <p:to>
                                        <p:strVal val="visible"/>
                                      </p:to>
                                    </p:set>
                                    <p:animEffect filter="fade" transition="in">
                                      <p:cBhvr>
                                        <p:cTn dur="1000"/>
                                        <p:tgtEl>
                                          <p:spTgt spid="6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 name="Shape 670"/>
        <p:cNvGrpSpPr/>
        <p:nvPr/>
      </p:nvGrpSpPr>
      <p:grpSpPr>
        <a:xfrm>
          <a:off x="0" y="0"/>
          <a:ext cx="0" cy="0"/>
          <a:chOff x="0" y="0"/>
          <a:chExt cx="0" cy="0"/>
        </a:xfrm>
      </p:grpSpPr>
      <p:sp>
        <p:nvSpPr>
          <p:cNvPr id="671" name="Google Shape;671;p68"/>
          <p:cNvSpPr txBox="1"/>
          <p:nvPr>
            <p:ph type="title"/>
          </p:nvPr>
        </p:nvSpPr>
        <p:spPr>
          <a:xfrm>
            <a:off x="716550" y="1929275"/>
            <a:ext cx="7410900" cy="16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a:t>
            </a:r>
            <a:endParaRPr/>
          </a:p>
          <a:p>
            <a:pPr indent="0" lvl="0" marL="0" rtl="0" algn="l">
              <a:spcBef>
                <a:spcPts val="0"/>
              </a:spcBef>
              <a:spcAft>
                <a:spcPts val="0"/>
              </a:spcAft>
              <a:buNone/>
            </a:pPr>
            <a:r>
              <a:rPr lang="en"/>
              <a:t>VS. SOLUTION</a:t>
            </a:r>
            <a:endParaRPr/>
          </a:p>
        </p:txBody>
      </p:sp>
      <p:sp>
        <p:nvSpPr>
          <p:cNvPr id="672" name="Google Shape;672;p68"/>
          <p:cNvSpPr txBox="1"/>
          <p:nvPr>
            <p:ph idx="1" type="subTitle"/>
          </p:nvPr>
        </p:nvSpPr>
        <p:spPr>
          <a:xfrm>
            <a:off x="716550" y="3578850"/>
            <a:ext cx="7410900" cy="7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a:t>
            </a:r>
            <a:endParaRPr/>
          </a:p>
          <a:p>
            <a:pPr indent="0" lvl="0" marL="0" rtl="0" algn="l">
              <a:spcBef>
                <a:spcPts val="0"/>
              </a:spcBef>
              <a:spcAft>
                <a:spcPts val="0"/>
              </a:spcAft>
              <a:buNone/>
            </a:pPr>
            <a:r>
              <a:rPr lang="en"/>
              <a:t>here if you need it</a:t>
            </a:r>
            <a:endParaRPr/>
          </a:p>
        </p:txBody>
      </p:sp>
      <p:sp>
        <p:nvSpPr>
          <p:cNvPr id="673" name="Google Shape;673;p68"/>
          <p:cNvSpPr txBox="1"/>
          <p:nvPr>
            <p:ph idx="2" type="title"/>
          </p:nvPr>
        </p:nvSpPr>
        <p:spPr>
          <a:xfrm>
            <a:off x="723300" y="845239"/>
            <a:ext cx="1498200" cy="11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71"/>
                                        </p:tgtEl>
                                        <p:attrNameLst>
                                          <p:attrName>style.visibility</p:attrName>
                                        </p:attrNameLst>
                                      </p:cBhvr>
                                      <p:to>
                                        <p:strVal val="visible"/>
                                      </p:to>
                                    </p:set>
                                    <p:anim calcmode="lin" valueType="num">
                                      <p:cBhvr additive="base">
                                        <p:cTn dur="1000"/>
                                        <p:tgtEl>
                                          <p:spTgt spid="67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73"/>
                                        </p:tgtEl>
                                        <p:attrNameLst>
                                          <p:attrName>style.visibility</p:attrName>
                                        </p:attrNameLst>
                                      </p:cBhvr>
                                      <p:to>
                                        <p:strVal val="visible"/>
                                      </p:to>
                                    </p:set>
                                    <p:anim calcmode="lin" valueType="num">
                                      <p:cBhvr additive="base">
                                        <p:cTn dur="1000"/>
                                        <p:tgtEl>
                                          <p:spTgt spid="67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69"/>
          <p:cNvSpPr txBox="1"/>
          <p:nvPr>
            <p:ph type="title"/>
          </p:nvPr>
        </p:nvSpPr>
        <p:spPr>
          <a:xfrm>
            <a:off x="3394963" y="1596925"/>
            <a:ext cx="3855600" cy="16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VS. SOLUTION</a:t>
            </a:r>
            <a:endParaRPr/>
          </a:p>
        </p:txBody>
      </p:sp>
      <p:sp>
        <p:nvSpPr>
          <p:cNvPr id="679" name="Google Shape;679;p69"/>
          <p:cNvSpPr txBox="1"/>
          <p:nvPr>
            <p:ph idx="2" type="title"/>
          </p:nvPr>
        </p:nvSpPr>
        <p:spPr>
          <a:xfrm>
            <a:off x="1893438" y="1677639"/>
            <a:ext cx="1498200" cy="11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680" name="Google Shape;680;p69"/>
          <p:cNvSpPr txBox="1"/>
          <p:nvPr>
            <p:ph idx="1" type="subTitle"/>
          </p:nvPr>
        </p:nvSpPr>
        <p:spPr>
          <a:xfrm>
            <a:off x="3394963" y="3246489"/>
            <a:ext cx="2752500" cy="7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78"/>
                                        </p:tgtEl>
                                        <p:attrNameLst>
                                          <p:attrName>style.visibility</p:attrName>
                                        </p:attrNameLst>
                                      </p:cBhvr>
                                      <p:to>
                                        <p:strVal val="visible"/>
                                      </p:to>
                                    </p:set>
                                    <p:anim calcmode="lin" valueType="num">
                                      <p:cBhvr additive="base">
                                        <p:cTn dur="1000"/>
                                        <p:tgtEl>
                                          <p:spTgt spid="67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679"/>
                                        </p:tgtEl>
                                        <p:attrNameLst>
                                          <p:attrName>style.visibility</p:attrName>
                                        </p:attrNameLst>
                                      </p:cBhvr>
                                      <p:to>
                                        <p:strVal val="visible"/>
                                      </p:to>
                                    </p:set>
                                    <p:anim calcmode="lin" valueType="num">
                                      <p:cBhvr additive="base">
                                        <p:cTn dur="1000"/>
                                        <p:tgtEl>
                                          <p:spTgt spid="67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TextBox 684"/>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THE ARCHITECTURAL PARADIGM</a:t>
            </a:r>
          </a:p>
          <a:p>
            <a:pPr>
              <a:spcAft>
                <a:spcPts val="400"/>
              </a:spcAft>
            </a:pPr>
            <a:r>
              <a:rPr sz="2300" b="1">
                <a:solidFill>
                  <a:srgbClr val="1F1F1F"/>
                </a:solidFill>
                <a:latin typeface="Arial"/>
              </a:rPr>
              <a:t>AGENTS VS. WORKFLOWS </a:t>
            </a:r>
            <a:r>
              <a:rPr sz="2300" b="1">
                <a:solidFill>
                  <a:srgbClr val="7D6652"/>
                </a:solidFill>
                <a:latin typeface="Arial"/>
              </a:rPr>
              <a:t>THE HYBRID FORMULA</a:t>
            </a:r>
          </a:p>
          <a:p>
            <a:pPr>
              <a:defRPr sz="1100">
                <a:solidFill>
                  <a:srgbClr val="5F5F5F"/>
                </a:solidFill>
                <a:latin typeface="Arial"/>
              </a:defRPr>
            </a:pPr>
            <a:r>
              <a:t>Workflow-first philosophy: combining cognitive reasoning with deterministic precision.</a:t>
            </a:r>
          </a:p>
        </p:txBody>
      </p:sp>
      <p:sp>
        <p:nvSpPr>
          <p:cNvPr id="686" name="Rounded Rectangle 685"/>
          <p:cNvSpPr/>
          <p:nvPr/>
        </p:nvSpPr>
        <p:spPr>
          <a:xfrm>
            <a:off x="731520" y="1691640"/>
            <a:ext cx="3749039" cy="20574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7" name="TextBox 686"/>
          <p:cNvSpPr txBox="1"/>
          <p:nvPr/>
        </p:nvSpPr>
        <p:spPr>
          <a:xfrm>
            <a:off x="914400" y="1828800"/>
            <a:ext cx="3383279" cy="1783080"/>
          </a:xfrm>
          <a:prstGeom prst="rect">
            <a:avLst/>
          </a:prstGeom>
          <a:noFill/>
        </p:spPr>
        <p:txBody>
          <a:bodyPr wrap="square" lIns="0" rIns="0" tIns="0" bIns="0">
            <a:spAutoFit/>
          </a:bodyPr>
          <a:lstStyle/>
          <a:p>
            <a:pPr>
              <a:spcAft>
                <a:spcPts val="200"/>
              </a:spcAft>
              <a:defRPr sz="1300" b="1">
                <a:solidFill>
                  <a:srgbClr val="1F1F1F"/>
                </a:solidFill>
                <a:latin typeface="Arial"/>
              </a:defRPr>
            </a:pPr>
            <a:r>
              <a:t>AI AGENTS</a:t>
            </a:r>
          </a:p>
          <a:p>
            <a:pPr>
              <a:spcAft>
                <a:spcPts val="600"/>
              </a:spcAft>
              <a:defRPr sz="950">
                <a:solidFill>
                  <a:srgbClr val="7D6652"/>
                </a:solidFill>
                <a:latin typeface="Arial"/>
              </a:defRPr>
            </a:pPr>
            <a:r>
              <a:t>Use when judgment, fuzzy input, or dialogue is needed</a:t>
            </a:r>
          </a:p>
          <a:p>
            <a:pPr>
              <a:spcAft>
                <a:spcPts val="250"/>
              </a:spcAft>
              <a:defRPr sz="950">
                <a:solidFill>
                  <a:srgbClr val="323232"/>
                </a:solidFill>
                <a:latin typeface="Arial"/>
              </a:defRPr>
            </a:pPr>
            <a:r>
              <a:t>• Parsing damaged, low-res matric &amp; inter transcripts</a:t>
            </a:r>
          </a:p>
          <a:p>
            <a:pPr>
              <a:spcAft>
                <a:spcPts val="250"/>
              </a:spcAft>
              <a:defRPr sz="950">
                <a:solidFill>
                  <a:srgbClr val="323232"/>
                </a:solidFill>
                <a:latin typeface="Arial"/>
              </a:defRPr>
            </a:pPr>
            <a:r>
              <a:t>• Formulating dynamic scout search strategies</a:t>
            </a:r>
          </a:p>
          <a:p>
            <a:pPr>
              <a:spcAft>
                <a:spcPts val="250"/>
              </a:spcAft>
              <a:defRPr sz="950">
                <a:solidFill>
                  <a:srgbClr val="323232"/>
                </a:solidFill>
                <a:latin typeface="Arial"/>
              </a:defRPr>
            </a:pPr>
            <a:r>
              <a:t>• Adversarial verification &amp; skeptic challenge</a:t>
            </a:r>
          </a:p>
          <a:p>
            <a:pPr>
              <a:spcAft>
                <a:spcPts val="250"/>
              </a:spcAft>
              <a:defRPr sz="950">
                <a:solidFill>
                  <a:srgbClr val="323232"/>
                </a:solidFill>
                <a:latin typeface="Arial"/>
              </a:defRPr>
            </a:pPr>
            <a:r>
              <a:t>• Crafting personalized student guidance narratives</a:t>
            </a:r>
          </a:p>
        </p:txBody>
      </p:sp>
      <p:sp>
        <p:nvSpPr>
          <p:cNvPr id="688" name="Rounded Rectangle 687"/>
          <p:cNvSpPr/>
          <p:nvPr/>
        </p:nvSpPr>
        <p:spPr>
          <a:xfrm>
            <a:off x="4663440" y="1691640"/>
            <a:ext cx="3749039" cy="20574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9" name="TextBox 688"/>
          <p:cNvSpPr txBox="1"/>
          <p:nvPr/>
        </p:nvSpPr>
        <p:spPr>
          <a:xfrm>
            <a:off x="4846320" y="1828800"/>
            <a:ext cx="3383279" cy="1783080"/>
          </a:xfrm>
          <a:prstGeom prst="rect">
            <a:avLst/>
          </a:prstGeom>
          <a:noFill/>
        </p:spPr>
        <p:txBody>
          <a:bodyPr wrap="square" lIns="0" rIns="0" tIns="0" bIns="0">
            <a:spAutoFit/>
          </a:bodyPr>
          <a:lstStyle/>
          <a:p>
            <a:pPr>
              <a:spcAft>
                <a:spcPts val="200"/>
              </a:spcAft>
              <a:defRPr sz="1300" b="1">
                <a:solidFill>
                  <a:srgbClr val="1F1F1F"/>
                </a:solidFill>
                <a:latin typeface="Arial"/>
              </a:defRPr>
            </a:pPr>
            <a:r>
              <a:t>WORKFLOWS</a:t>
            </a:r>
          </a:p>
          <a:p>
            <a:pPr>
              <a:spcAft>
                <a:spcPts val="600"/>
              </a:spcAft>
              <a:defRPr sz="950">
                <a:solidFill>
                  <a:srgbClr val="7D6652"/>
                </a:solidFill>
                <a:latin typeface="Arial"/>
              </a:defRPr>
            </a:pPr>
            <a:r>
              <a:t>Use when logic is deterministic, arithmetic, or sequential</a:t>
            </a:r>
          </a:p>
          <a:p>
            <a:pPr>
              <a:spcAft>
                <a:spcPts val="250"/>
              </a:spcAft>
              <a:defRPr sz="950">
                <a:solidFill>
                  <a:srgbClr val="323232"/>
                </a:solidFill>
                <a:latin typeface="Arial"/>
              </a:defRPr>
            </a:pPr>
            <a:r>
              <a:t>• Scrape -&gt; Clean -&gt; Normalize regional university data</a:t>
            </a:r>
          </a:p>
          <a:p>
            <a:pPr>
              <a:spcAft>
                <a:spcPts val="250"/>
              </a:spcAft>
              <a:defRPr sz="950">
                <a:solidFill>
                  <a:srgbClr val="323232"/>
                </a:solidFill>
                <a:latin typeface="Arial"/>
              </a:defRPr>
            </a:pPr>
            <a:r>
              <a:t>• 15-point strict eligibility qualification matrix</a:t>
            </a:r>
          </a:p>
          <a:p>
            <a:pPr>
              <a:spcAft>
                <a:spcPts val="250"/>
              </a:spcAft>
              <a:defRPr sz="950">
                <a:solidFill>
                  <a:srgbClr val="323232"/>
                </a:solidFill>
                <a:latin typeface="Arial"/>
              </a:defRPr>
            </a:pPr>
            <a:r>
              <a:t>• Real PKR out-of-pocket budget calculations</a:t>
            </a:r>
          </a:p>
          <a:p>
            <a:pPr>
              <a:spcAft>
                <a:spcPts val="250"/>
              </a:spcAft>
              <a:defRPr sz="950">
                <a:solidFill>
                  <a:srgbClr val="323232"/>
                </a:solidFill>
                <a:latin typeface="Arial"/>
              </a:defRPr>
            </a:pPr>
            <a:r>
              <a:t>• Deadline risk scoring formula &amp; weighted ranking</a:t>
            </a:r>
          </a:p>
        </p:txBody>
      </p:sp>
      <p:sp>
        <p:nvSpPr>
          <p:cNvPr id="690" name="Rounded Rectangle 689"/>
          <p:cNvSpPr/>
          <p:nvPr/>
        </p:nvSpPr>
        <p:spPr>
          <a:xfrm>
            <a:off x="731520" y="3886200"/>
            <a:ext cx="7680960" cy="777240"/>
          </a:xfrm>
          <a:prstGeom prst="roundRect">
            <a:avLst>
              <a:gd name="adj" fmla="val 12000"/>
            </a:avLst>
          </a:prstGeom>
          <a:solidFill>
            <a:srgbClr val="DDE2D8"/>
          </a:solidFill>
          <a:ln w="12700">
            <a:solidFill>
              <a:srgbClr val="7D6652"/>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1" name="TextBox 690"/>
          <p:cNvSpPr txBox="1"/>
          <p:nvPr/>
        </p:nvSpPr>
        <p:spPr>
          <a:xfrm>
            <a:off x="914400" y="3977640"/>
            <a:ext cx="7315200" cy="594360"/>
          </a:xfrm>
          <a:prstGeom prst="rect">
            <a:avLst/>
          </a:prstGeom>
          <a:noFill/>
        </p:spPr>
        <p:txBody>
          <a:bodyPr wrap="square" lIns="0" rIns="0" tIns="0" bIns="0">
            <a:spAutoFit/>
          </a:bodyPr>
          <a:lstStyle/>
          <a:p>
            <a:pPr>
              <a:spcAft>
                <a:spcPts val="200"/>
              </a:spcAft>
              <a:defRPr sz="1100" b="1">
                <a:solidFill>
                  <a:srgbClr val="1F1F1F"/>
                </a:solidFill>
                <a:latin typeface="Arial"/>
              </a:defRPr>
            </a:pPr>
            <a:r>
              <a:t>The ScholarX Synergy (5 Agents + 7 Workflows)</a:t>
            </a:r>
          </a:p>
          <a:p>
            <a:pPr>
              <a:defRPr sz="950">
                <a:solidFill>
                  <a:srgbClr val="323232"/>
                </a:solidFill>
                <a:latin typeface="Arial"/>
              </a:defRPr>
            </a:pPr>
            <a:r>
              <a:t>Agents provide cognitive perception and adversarial skepticism; Workflows provide lightning speed, mathematical truth, and zero hallucination. Coordinated seamlessly in LangGraph.</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6"/>
                                        </p:tgtEl>
                                        <p:attrNameLst>
                                          <p:attrName>style.visibility</p:attrName>
                                        </p:attrNameLst>
                                      </p:cBhvr>
                                      <p:to>
                                        <p:strVal val="visible"/>
                                      </p:to>
                                    </p:set>
                                    <p:animEffect filter="fade" transition="in">
                                      <p:cBhvr>
                                        <p:cTn dur="1000"/>
                                        <p:tgtEl>
                                          <p:spTgt spid="686"/>
                                        </p:tgtEl>
                                      </p:cBhvr>
                                    </p:animEffect>
                                  </p:childTnLst>
                                </p:cTn>
                              </p:par>
                              <p:par>
                                <p:cTn fill="hold" nodeType="withEffect" presetClass="entr" presetID="10" presetSubtype="0">
                                  <p:stCondLst>
                                    <p:cond delay="0"/>
                                  </p:stCondLst>
                                  <p:childTnLst>
                                    <p:set>
                                      <p:cBhvr>
                                        <p:cTn dur="1" fill="hold">
                                          <p:stCondLst>
                                            <p:cond delay="0"/>
                                          </p:stCondLst>
                                        </p:cTn>
                                        <p:tgtEl>
                                          <p:spTgt spid="688"/>
                                        </p:tgtEl>
                                        <p:attrNameLst>
                                          <p:attrName>style.visibility</p:attrName>
                                        </p:attrNameLst>
                                      </p:cBhvr>
                                      <p:to>
                                        <p:strVal val="visible"/>
                                      </p:to>
                                    </p:set>
                                    <p:animEffect filter="fade" transition="in">
                                      <p:cBhvr>
                                        <p:cTn dur="1000"/>
                                        <p:tgtEl>
                                          <p:spTgt spid="688"/>
                                        </p:tgtEl>
                                      </p:cBhvr>
                                    </p:animEffect>
                                  </p:childTnLst>
                                </p:cTn>
                              </p:par>
                              <p:par>
                                <p:cTn fill="hold" nodeType="withEffect" presetClass="entr" presetID="10" presetSubtype="0">
                                  <p:stCondLst>
                                    <p:cond delay="0"/>
                                  </p:stCondLst>
                                  <p:childTnLst>
                                    <p:set>
                                      <p:cBhvr>
                                        <p:cTn dur="1" fill="hold">
                                          <p:stCondLst>
                                            <p:cond delay="0"/>
                                          </p:stCondLst>
                                        </p:cTn>
                                        <p:tgtEl>
                                          <p:spTgt spid="690"/>
                                        </p:tgtEl>
                                        <p:attrNameLst>
                                          <p:attrName>style.visibility</p:attrName>
                                        </p:attrNameLst>
                                      </p:cBhvr>
                                      <p:to>
                                        <p:strVal val="visible"/>
                                      </p:to>
                                    </p:set>
                                    <p:animEffect filter="fade" transition="in">
                                      <p:cBhvr>
                                        <p:cTn dur="1000"/>
                                        <p:tgtEl>
                                          <p:spTgt spid="6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sp>
        <p:nvSpPr>
          <p:cNvPr id="706" name="Google Shape;706;p71"/>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PROBLEM</a:t>
            </a:r>
            <a:endParaRPr/>
          </a:p>
        </p:txBody>
      </p:sp>
      <p:sp>
        <p:nvSpPr>
          <p:cNvPr id="707" name="Google Shape;707;p71"/>
          <p:cNvSpPr txBox="1"/>
          <p:nvPr>
            <p:ph idx="2" type="title"/>
          </p:nvPr>
        </p:nvSpPr>
        <p:spPr>
          <a:xfrm>
            <a:off x="1164025" y="29129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08" name="Google Shape;708;p71"/>
          <p:cNvSpPr txBox="1"/>
          <p:nvPr>
            <p:ph idx="1" type="subTitle"/>
          </p:nvPr>
        </p:nvSpPr>
        <p:spPr>
          <a:xfrm>
            <a:off x="1164075" y="34473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entire Solar System</a:t>
            </a:r>
            <a:endParaRPr/>
          </a:p>
        </p:txBody>
      </p:sp>
      <p:sp>
        <p:nvSpPr>
          <p:cNvPr id="709" name="Google Shape;709;p71"/>
          <p:cNvSpPr txBox="1"/>
          <p:nvPr>
            <p:ph idx="3" type="title"/>
          </p:nvPr>
        </p:nvSpPr>
        <p:spPr>
          <a:xfrm>
            <a:off x="3549063" y="23795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10" name="Google Shape;710;p71"/>
          <p:cNvSpPr txBox="1"/>
          <p:nvPr>
            <p:ph idx="4" type="subTitle"/>
          </p:nvPr>
        </p:nvSpPr>
        <p:spPr>
          <a:xfrm>
            <a:off x="3549150" y="29139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11" name="Google Shape;711;p71"/>
          <p:cNvSpPr txBox="1"/>
          <p:nvPr>
            <p:ph idx="5" type="title"/>
          </p:nvPr>
        </p:nvSpPr>
        <p:spPr>
          <a:xfrm>
            <a:off x="5934100" y="29129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12" name="Google Shape;712;p71"/>
          <p:cNvSpPr txBox="1"/>
          <p:nvPr>
            <p:ph idx="6" type="subTitle"/>
          </p:nvPr>
        </p:nvSpPr>
        <p:spPr>
          <a:xfrm>
            <a:off x="5934225" y="34473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713" name="Google Shape;713;p71"/>
          <p:cNvGrpSpPr/>
          <p:nvPr/>
        </p:nvGrpSpPr>
        <p:grpSpPr>
          <a:xfrm rot="-201881">
            <a:off x="1960815" y="2162213"/>
            <a:ext cx="452172" cy="514063"/>
            <a:chOff x="4936700" y="2725625"/>
            <a:chExt cx="217350" cy="247100"/>
          </a:xfrm>
        </p:grpSpPr>
        <p:sp>
          <p:nvSpPr>
            <p:cNvPr id="714" name="Google Shape;714;p71"/>
            <p:cNvSpPr/>
            <p:nvPr/>
          </p:nvSpPr>
          <p:spPr>
            <a:xfrm>
              <a:off x="4936700" y="2725625"/>
              <a:ext cx="217350" cy="247100"/>
            </a:xfrm>
            <a:custGeom>
              <a:rect b="b" l="l" r="r" t="t"/>
              <a:pathLst>
                <a:path extrusionOk="0" h="9884" w="8694">
                  <a:moveTo>
                    <a:pt x="2882" y="572"/>
                  </a:moveTo>
                  <a:lnTo>
                    <a:pt x="2882" y="1739"/>
                  </a:lnTo>
                  <a:lnTo>
                    <a:pt x="2311" y="1739"/>
                  </a:lnTo>
                  <a:lnTo>
                    <a:pt x="2311" y="572"/>
                  </a:lnTo>
                  <a:close/>
                  <a:moveTo>
                    <a:pt x="1739" y="2334"/>
                  </a:moveTo>
                  <a:lnTo>
                    <a:pt x="1739" y="2905"/>
                  </a:lnTo>
                  <a:lnTo>
                    <a:pt x="1144" y="2905"/>
                  </a:lnTo>
                  <a:lnTo>
                    <a:pt x="1144" y="2334"/>
                  </a:lnTo>
                  <a:close/>
                  <a:moveTo>
                    <a:pt x="2882" y="2334"/>
                  </a:moveTo>
                  <a:lnTo>
                    <a:pt x="2882" y="2905"/>
                  </a:lnTo>
                  <a:lnTo>
                    <a:pt x="2311" y="2905"/>
                  </a:lnTo>
                  <a:lnTo>
                    <a:pt x="2311" y="2334"/>
                  </a:lnTo>
                  <a:close/>
                  <a:moveTo>
                    <a:pt x="4049" y="2334"/>
                  </a:moveTo>
                  <a:lnTo>
                    <a:pt x="4049" y="2905"/>
                  </a:lnTo>
                  <a:lnTo>
                    <a:pt x="3478" y="2905"/>
                  </a:lnTo>
                  <a:lnTo>
                    <a:pt x="3478" y="2334"/>
                  </a:lnTo>
                  <a:close/>
                  <a:moveTo>
                    <a:pt x="6955" y="4930"/>
                  </a:moveTo>
                  <a:lnTo>
                    <a:pt x="6955" y="5525"/>
                  </a:lnTo>
                  <a:cubicBezTo>
                    <a:pt x="6955" y="5668"/>
                    <a:pt x="6812" y="5811"/>
                    <a:pt x="6669" y="5811"/>
                  </a:cubicBezTo>
                  <a:lnTo>
                    <a:pt x="4907" y="5811"/>
                  </a:lnTo>
                  <a:cubicBezTo>
                    <a:pt x="4764" y="5811"/>
                    <a:pt x="4621" y="5668"/>
                    <a:pt x="4621" y="5525"/>
                  </a:cubicBezTo>
                  <a:cubicBezTo>
                    <a:pt x="4621" y="5358"/>
                    <a:pt x="4764" y="5215"/>
                    <a:pt x="4907" y="5215"/>
                  </a:cubicBezTo>
                  <a:lnTo>
                    <a:pt x="5835" y="5215"/>
                  </a:lnTo>
                  <a:cubicBezTo>
                    <a:pt x="6240" y="5215"/>
                    <a:pt x="6621" y="5120"/>
                    <a:pt x="6955" y="4930"/>
                  </a:cubicBezTo>
                  <a:close/>
                  <a:moveTo>
                    <a:pt x="7526" y="6382"/>
                  </a:moveTo>
                  <a:lnTo>
                    <a:pt x="7526" y="6978"/>
                  </a:lnTo>
                  <a:lnTo>
                    <a:pt x="4049" y="6978"/>
                  </a:lnTo>
                  <a:lnTo>
                    <a:pt x="4049" y="6382"/>
                  </a:lnTo>
                  <a:close/>
                  <a:moveTo>
                    <a:pt x="1739" y="5215"/>
                  </a:moveTo>
                  <a:lnTo>
                    <a:pt x="1739" y="7549"/>
                  </a:lnTo>
                  <a:lnTo>
                    <a:pt x="572" y="7549"/>
                  </a:lnTo>
                  <a:lnTo>
                    <a:pt x="572" y="5215"/>
                  </a:lnTo>
                  <a:close/>
                  <a:moveTo>
                    <a:pt x="4621" y="3477"/>
                  </a:moveTo>
                  <a:lnTo>
                    <a:pt x="4621" y="4692"/>
                  </a:lnTo>
                  <a:cubicBezTo>
                    <a:pt x="4288" y="4811"/>
                    <a:pt x="4049" y="5144"/>
                    <a:pt x="4049" y="5525"/>
                  </a:cubicBezTo>
                  <a:cubicBezTo>
                    <a:pt x="4049" y="5620"/>
                    <a:pt x="4073" y="5716"/>
                    <a:pt x="4097" y="5811"/>
                  </a:cubicBezTo>
                  <a:lnTo>
                    <a:pt x="3478" y="5811"/>
                  </a:lnTo>
                  <a:lnTo>
                    <a:pt x="3478" y="6978"/>
                  </a:lnTo>
                  <a:lnTo>
                    <a:pt x="2882" y="6978"/>
                  </a:lnTo>
                  <a:lnTo>
                    <a:pt x="2882" y="9312"/>
                  </a:lnTo>
                  <a:lnTo>
                    <a:pt x="572" y="9312"/>
                  </a:lnTo>
                  <a:lnTo>
                    <a:pt x="572" y="8121"/>
                  </a:lnTo>
                  <a:lnTo>
                    <a:pt x="2311" y="8121"/>
                  </a:lnTo>
                  <a:lnTo>
                    <a:pt x="2311" y="4644"/>
                  </a:lnTo>
                  <a:lnTo>
                    <a:pt x="572" y="4644"/>
                  </a:lnTo>
                  <a:lnTo>
                    <a:pt x="572" y="3477"/>
                  </a:lnTo>
                  <a:close/>
                  <a:moveTo>
                    <a:pt x="8098" y="7549"/>
                  </a:moveTo>
                  <a:lnTo>
                    <a:pt x="8098" y="9312"/>
                  </a:lnTo>
                  <a:lnTo>
                    <a:pt x="3478" y="9312"/>
                  </a:lnTo>
                  <a:lnTo>
                    <a:pt x="3478" y="7549"/>
                  </a:lnTo>
                  <a:close/>
                  <a:moveTo>
                    <a:pt x="572" y="0"/>
                  </a:moveTo>
                  <a:lnTo>
                    <a:pt x="572" y="572"/>
                  </a:lnTo>
                  <a:lnTo>
                    <a:pt x="1739" y="572"/>
                  </a:lnTo>
                  <a:lnTo>
                    <a:pt x="1739" y="1739"/>
                  </a:lnTo>
                  <a:lnTo>
                    <a:pt x="572" y="1739"/>
                  </a:lnTo>
                  <a:lnTo>
                    <a:pt x="572" y="2905"/>
                  </a:lnTo>
                  <a:lnTo>
                    <a:pt x="1" y="2905"/>
                  </a:lnTo>
                  <a:lnTo>
                    <a:pt x="1" y="9883"/>
                  </a:lnTo>
                  <a:lnTo>
                    <a:pt x="8693" y="9883"/>
                  </a:lnTo>
                  <a:lnTo>
                    <a:pt x="8693" y="6978"/>
                  </a:lnTo>
                  <a:lnTo>
                    <a:pt x="8098" y="6978"/>
                  </a:lnTo>
                  <a:lnTo>
                    <a:pt x="8098" y="5811"/>
                  </a:lnTo>
                  <a:lnTo>
                    <a:pt x="7479" y="5811"/>
                  </a:lnTo>
                  <a:cubicBezTo>
                    <a:pt x="7502" y="5716"/>
                    <a:pt x="7526" y="5620"/>
                    <a:pt x="7526" y="5525"/>
                  </a:cubicBezTo>
                  <a:lnTo>
                    <a:pt x="7526" y="3668"/>
                  </a:lnTo>
                  <a:lnTo>
                    <a:pt x="7026" y="4144"/>
                  </a:lnTo>
                  <a:cubicBezTo>
                    <a:pt x="6717" y="4477"/>
                    <a:pt x="6288" y="4644"/>
                    <a:pt x="5835" y="4644"/>
                  </a:cubicBezTo>
                  <a:lnTo>
                    <a:pt x="5216" y="4644"/>
                  </a:lnTo>
                  <a:lnTo>
                    <a:pt x="5216" y="2905"/>
                  </a:lnTo>
                  <a:lnTo>
                    <a:pt x="4621" y="2905"/>
                  </a:lnTo>
                  <a:lnTo>
                    <a:pt x="4621" y="1739"/>
                  </a:lnTo>
                  <a:lnTo>
                    <a:pt x="3478" y="1739"/>
                  </a:lnTo>
                  <a:lnTo>
                    <a:pt x="3478" y="572"/>
                  </a:lnTo>
                  <a:lnTo>
                    <a:pt x="4621" y="572"/>
                  </a:lnTo>
                  <a:cubicBezTo>
                    <a:pt x="4954" y="572"/>
                    <a:pt x="5216" y="834"/>
                    <a:pt x="5216" y="1143"/>
                  </a:cubicBezTo>
                  <a:lnTo>
                    <a:pt x="5788" y="1143"/>
                  </a:lnTo>
                  <a:cubicBezTo>
                    <a:pt x="5788" y="500"/>
                    <a:pt x="5264" y="0"/>
                    <a:pt x="4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71"/>
            <p:cNvSpPr/>
            <p:nvPr/>
          </p:nvSpPr>
          <p:spPr>
            <a:xfrm>
              <a:off x="5052200" y="2928625"/>
              <a:ext cx="58375" cy="14925"/>
            </a:xfrm>
            <a:custGeom>
              <a:rect b="b" l="l" r="r" t="t"/>
              <a:pathLst>
                <a:path extrusionOk="0" h="597" w="2335">
                  <a:moveTo>
                    <a:pt x="1" y="1"/>
                  </a:moveTo>
                  <a:lnTo>
                    <a:pt x="1" y="596"/>
                  </a:lnTo>
                  <a:lnTo>
                    <a:pt x="2335" y="596"/>
                  </a:lnTo>
                  <a:lnTo>
                    <a:pt x="2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71"/>
          <p:cNvGrpSpPr/>
          <p:nvPr/>
        </p:nvGrpSpPr>
        <p:grpSpPr>
          <a:xfrm rot="573551">
            <a:off x="4297606" y="1568880"/>
            <a:ext cx="549337" cy="550790"/>
            <a:chOff x="5476100" y="3598400"/>
            <a:chExt cx="226875" cy="227475"/>
          </a:xfrm>
        </p:grpSpPr>
        <p:sp>
          <p:nvSpPr>
            <p:cNvPr id="717" name="Google Shape;717;p71"/>
            <p:cNvSpPr/>
            <p:nvPr/>
          </p:nvSpPr>
          <p:spPr>
            <a:xfrm>
              <a:off x="5516600" y="3746050"/>
              <a:ext cx="39900" cy="39925"/>
            </a:xfrm>
            <a:custGeom>
              <a:rect b="b" l="l" r="r" t="t"/>
              <a:pathLst>
                <a:path extrusionOk="0" h="1597" w="1596">
                  <a:moveTo>
                    <a:pt x="786" y="525"/>
                  </a:moveTo>
                  <a:cubicBezTo>
                    <a:pt x="929" y="525"/>
                    <a:pt x="1048" y="644"/>
                    <a:pt x="1048" y="787"/>
                  </a:cubicBezTo>
                  <a:cubicBezTo>
                    <a:pt x="1048" y="954"/>
                    <a:pt x="929" y="1073"/>
                    <a:pt x="786" y="1073"/>
                  </a:cubicBezTo>
                  <a:cubicBezTo>
                    <a:pt x="643" y="1073"/>
                    <a:pt x="524" y="954"/>
                    <a:pt x="524" y="787"/>
                  </a:cubicBezTo>
                  <a:cubicBezTo>
                    <a:pt x="524" y="644"/>
                    <a:pt x="643" y="525"/>
                    <a:pt x="786" y="525"/>
                  </a:cubicBezTo>
                  <a:close/>
                  <a:moveTo>
                    <a:pt x="786" y="1"/>
                  </a:moveTo>
                  <a:cubicBezTo>
                    <a:pt x="357" y="1"/>
                    <a:pt x="0" y="358"/>
                    <a:pt x="0" y="787"/>
                  </a:cubicBezTo>
                  <a:cubicBezTo>
                    <a:pt x="0" y="1239"/>
                    <a:pt x="357" y="1597"/>
                    <a:pt x="786" y="1597"/>
                  </a:cubicBezTo>
                  <a:cubicBezTo>
                    <a:pt x="1239" y="1597"/>
                    <a:pt x="1596" y="1239"/>
                    <a:pt x="1596" y="787"/>
                  </a:cubicBezTo>
                  <a:cubicBezTo>
                    <a:pt x="1596" y="358"/>
                    <a:pt x="1239"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71"/>
            <p:cNvSpPr/>
            <p:nvPr/>
          </p:nvSpPr>
          <p:spPr>
            <a:xfrm>
              <a:off x="5476100" y="3598400"/>
              <a:ext cx="226875" cy="227475"/>
            </a:xfrm>
            <a:custGeom>
              <a:rect b="b" l="l" r="r" t="t"/>
              <a:pathLst>
                <a:path extrusionOk="0" h="9099" w="9075">
                  <a:moveTo>
                    <a:pt x="6145" y="549"/>
                  </a:moveTo>
                  <a:cubicBezTo>
                    <a:pt x="6812" y="549"/>
                    <a:pt x="6955" y="858"/>
                    <a:pt x="6955" y="1358"/>
                  </a:cubicBezTo>
                  <a:cubicBezTo>
                    <a:pt x="6955" y="1858"/>
                    <a:pt x="6812" y="2168"/>
                    <a:pt x="6145" y="2168"/>
                  </a:cubicBezTo>
                  <a:cubicBezTo>
                    <a:pt x="5264" y="2168"/>
                    <a:pt x="4264" y="1692"/>
                    <a:pt x="4264" y="1358"/>
                  </a:cubicBezTo>
                  <a:cubicBezTo>
                    <a:pt x="4264" y="1239"/>
                    <a:pt x="4430" y="1049"/>
                    <a:pt x="4859" y="834"/>
                  </a:cubicBezTo>
                  <a:cubicBezTo>
                    <a:pt x="5240" y="668"/>
                    <a:pt x="5740" y="549"/>
                    <a:pt x="6145" y="549"/>
                  </a:cubicBezTo>
                  <a:close/>
                  <a:moveTo>
                    <a:pt x="5597" y="2692"/>
                  </a:moveTo>
                  <a:cubicBezTo>
                    <a:pt x="6145" y="2692"/>
                    <a:pt x="6788" y="2835"/>
                    <a:pt x="7264" y="3073"/>
                  </a:cubicBezTo>
                  <a:cubicBezTo>
                    <a:pt x="7741" y="3287"/>
                    <a:pt x="8026" y="3549"/>
                    <a:pt x="8026" y="3764"/>
                  </a:cubicBezTo>
                  <a:cubicBezTo>
                    <a:pt x="8026" y="4002"/>
                    <a:pt x="7741" y="4264"/>
                    <a:pt x="7264" y="4478"/>
                  </a:cubicBezTo>
                  <a:cubicBezTo>
                    <a:pt x="6788" y="4692"/>
                    <a:pt x="6145" y="4835"/>
                    <a:pt x="5597" y="4835"/>
                  </a:cubicBezTo>
                  <a:cubicBezTo>
                    <a:pt x="4621" y="4835"/>
                    <a:pt x="4264" y="4407"/>
                    <a:pt x="4264" y="3764"/>
                  </a:cubicBezTo>
                  <a:cubicBezTo>
                    <a:pt x="4264" y="3049"/>
                    <a:pt x="4716" y="2692"/>
                    <a:pt x="5597" y="2692"/>
                  </a:cubicBezTo>
                  <a:close/>
                  <a:moveTo>
                    <a:pt x="6407" y="5359"/>
                  </a:moveTo>
                  <a:cubicBezTo>
                    <a:pt x="7717" y="5359"/>
                    <a:pt x="8550" y="5883"/>
                    <a:pt x="8550" y="6693"/>
                  </a:cubicBezTo>
                  <a:cubicBezTo>
                    <a:pt x="8550" y="7526"/>
                    <a:pt x="7717" y="8026"/>
                    <a:pt x="6407" y="8026"/>
                  </a:cubicBezTo>
                  <a:cubicBezTo>
                    <a:pt x="5812" y="8026"/>
                    <a:pt x="4907" y="7931"/>
                    <a:pt x="4407" y="7788"/>
                  </a:cubicBezTo>
                  <a:cubicBezTo>
                    <a:pt x="4430" y="7717"/>
                    <a:pt x="4430" y="7622"/>
                    <a:pt x="4407" y="7526"/>
                  </a:cubicBezTo>
                  <a:cubicBezTo>
                    <a:pt x="4668" y="7336"/>
                    <a:pt x="4811" y="7026"/>
                    <a:pt x="4811" y="6693"/>
                  </a:cubicBezTo>
                  <a:cubicBezTo>
                    <a:pt x="4811" y="6383"/>
                    <a:pt x="4668" y="6074"/>
                    <a:pt x="4407" y="5859"/>
                  </a:cubicBezTo>
                  <a:cubicBezTo>
                    <a:pt x="4430" y="5788"/>
                    <a:pt x="4430" y="5693"/>
                    <a:pt x="4407" y="5597"/>
                  </a:cubicBezTo>
                  <a:cubicBezTo>
                    <a:pt x="4907" y="5478"/>
                    <a:pt x="5812" y="5359"/>
                    <a:pt x="6407" y="5359"/>
                  </a:cubicBezTo>
                  <a:close/>
                  <a:moveTo>
                    <a:pt x="2406" y="4835"/>
                  </a:moveTo>
                  <a:cubicBezTo>
                    <a:pt x="2811" y="4835"/>
                    <a:pt x="2930" y="5216"/>
                    <a:pt x="3001" y="5288"/>
                  </a:cubicBezTo>
                  <a:cubicBezTo>
                    <a:pt x="3042" y="5288"/>
                    <a:pt x="3176" y="5226"/>
                    <a:pt x="3337" y="5226"/>
                  </a:cubicBezTo>
                  <a:cubicBezTo>
                    <a:pt x="3458" y="5226"/>
                    <a:pt x="3593" y="5261"/>
                    <a:pt x="3716" y="5383"/>
                  </a:cubicBezTo>
                  <a:cubicBezTo>
                    <a:pt x="4025" y="5669"/>
                    <a:pt x="3835" y="6026"/>
                    <a:pt x="3811" y="6121"/>
                  </a:cubicBezTo>
                  <a:cubicBezTo>
                    <a:pt x="3883" y="6169"/>
                    <a:pt x="4264" y="6288"/>
                    <a:pt x="4264" y="6693"/>
                  </a:cubicBezTo>
                  <a:cubicBezTo>
                    <a:pt x="4264" y="7098"/>
                    <a:pt x="3883" y="7241"/>
                    <a:pt x="3811" y="7288"/>
                  </a:cubicBezTo>
                  <a:cubicBezTo>
                    <a:pt x="3835" y="7360"/>
                    <a:pt x="4025" y="7741"/>
                    <a:pt x="3716" y="8026"/>
                  </a:cubicBezTo>
                  <a:cubicBezTo>
                    <a:pt x="3593" y="8149"/>
                    <a:pt x="3458" y="8184"/>
                    <a:pt x="3337" y="8184"/>
                  </a:cubicBezTo>
                  <a:cubicBezTo>
                    <a:pt x="3176" y="8184"/>
                    <a:pt x="3042" y="8122"/>
                    <a:pt x="3001" y="8122"/>
                  </a:cubicBezTo>
                  <a:cubicBezTo>
                    <a:pt x="2930" y="8169"/>
                    <a:pt x="2811" y="8574"/>
                    <a:pt x="2406" y="8574"/>
                  </a:cubicBezTo>
                  <a:cubicBezTo>
                    <a:pt x="2001" y="8574"/>
                    <a:pt x="1882" y="8169"/>
                    <a:pt x="1835" y="8122"/>
                  </a:cubicBezTo>
                  <a:lnTo>
                    <a:pt x="1620" y="8169"/>
                  </a:lnTo>
                  <a:cubicBezTo>
                    <a:pt x="1573" y="8181"/>
                    <a:pt x="1523" y="8187"/>
                    <a:pt x="1474" y="8187"/>
                  </a:cubicBezTo>
                  <a:cubicBezTo>
                    <a:pt x="1327" y="8187"/>
                    <a:pt x="1180" y="8134"/>
                    <a:pt x="1072" y="8026"/>
                  </a:cubicBezTo>
                  <a:cubicBezTo>
                    <a:pt x="787" y="7741"/>
                    <a:pt x="977" y="7360"/>
                    <a:pt x="977" y="7288"/>
                  </a:cubicBezTo>
                  <a:cubicBezTo>
                    <a:pt x="906" y="7241"/>
                    <a:pt x="525" y="7121"/>
                    <a:pt x="525" y="6693"/>
                  </a:cubicBezTo>
                  <a:cubicBezTo>
                    <a:pt x="525" y="6288"/>
                    <a:pt x="906" y="6169"/>
                    <a:pt x="977" y="6121"/>
                  </a:cubicBezTo>
                  <a:cubicBezTo>
                    <a:pt x="977" y="6026"/>
                    <a:pt x="787" y="5669"/>
                    <a:pt x="1072" y="5383"/>
                  </a:cubicBezTo>
                  <a:cubicBezTo>
                    <a:pt x="1195" y="5261"/>
                    <a:pt x="1339" y="5226"/>
                    <a:pt x="1470" y="5226"/>
                  </a:cubicBezTo>
                  <a:cubicBezTo>
                    <a:pt x="1644" y="5226"/>
                    <a:pt x="1794" y="5288"/>
                    <a:pt x="1835" y="5288"/>
                  </a:cubicBezTo>
                  <a:cubicBezTo>
                    <a:pt x="1882" y="5216"/>
                    <a:pt x="2001" y="4835"/>
                    <a:pt x="2406" y="4835"/>
                  </a:cubicBezTo>
                  <a:close/>
                  <a:moveTo>
                    <a:pt x="6145" y="1"/>
                  </a:moveTo>
                  <a:cubicBezTo>
                    <a:pt x="5645" y="1"/>
                    <a:pt x="5097" y="144"/>
                    <a:pt x="4621" y="358"/>
                  </a:cubicBezTo>
                  <a:cubicBezTo>
                    <a:pt x="4049" y="620"/>
                    <a:pt x="3740" y="977"/>
                    <a:pt x="3740" y="1358"/>
                  </a:cubicBezTo>
                  <a:cubicBezTo>
                    <a:pt x="3740" y="1739"/>
                    <a:pt x="4049" y="2073"/>
                    <a:pt x="4597" y="2335"/>
                  </a:cubicBezTo>
                  <a:cubicBezTo>
                    <a:pt x="4025" y="2621"/>
                    <a:pt x="3740" y="3144"/>
                    <a:pt x="3740" y="3764"/>
                  </a:cubicBezTo>
                  <a:cubicBezTo>
                    <a:pt x="3740" y="4311"/>
                    <a:pt x="3930" y="4764"/>
                    <a:pt x="4383" y="5073"/>
                  </a:cubicBezTo>
                  <a:cubicBezTo>
                    <a:pt x="4311" y="5073"/>
                    <a:pt x="4264" y="5097"/>
                    <a:pt x="4192" y="5121"/>
                  </a:cubicBezTo>
                  <a:cubicBezTo>
                    <a:pt x="4168" y="5073"/>
                    <a:pt x="4145" y="5050"/>
                    <a:pt x="4097" y="5002"/>
                  </a:cubicBezTo>
                  <a:cubicBezTo>
                    <a:pt x="3901" y="4806"/>
                    <a:pt x="3605" y="4689"/>
                    <a:pt x="3319" y="4689"/>
                  </a:cubicBezTo>
                  <a:cubicBezTo>
                    <a:pt x="3292" y="4689"/>
                    <a:pt x="3266" y="4690"/>
                    <a:pt x="3240" y="4692"/>
                  </a:cubicBezTo>
                  <a:cubicBezTo>
                    <a:pt x="3025" y="4454"/>
                    <a:pt x="2740" y="4311"/>
                    <a:pt x="2406" y="4311"/>
                  </a:cubicBezTo>
                  <a:cubicBezTo>
                    <a:pt x="2073" y="4311"/>
                    <a:pt x="1787" y="4454"/>
                    <a:pt x="1573" y="4692"/>
                  </a:cubicBezTo>
                  <a:cubicBezTo>
                    <a:pt x="1544" y="4690"/>
                    <a:pt x="1516" y="4689"/>
                    <a:pt x="1489" y="4689"/>
                  </a:cubicBezTo>
                  <a:cubicBezTo>
                    <a:pt x="1187" y="4689"/>
                    <a:pt x="909" y="4806"/>
                    <a:pt x="691" y="5002"/>
                  </a:cubicBezTo>
                  <a:cubicBezTo>
                    <a:pt x="477" y="5240"/>
                    <a:pt x="358" y="5550"/>
                    <a:pt x="382" y="5859"/>
                  </a:cubicBezTo>
                  <a:cubicBezTo>
                    <a:pt x="144" y="6074"/>
                    <a:pt x="1" y="6383"/>
                    <a:pt x="1" y="6693"/>
                  </a:cubicBezTo>
                  <a:cubicBezTo>
                    <a:pt x="1" y="7026"/>
                    <a:pt x="144" y="7336"/>
                    <a:pt x="382" y="7526"/>
                  </a:cubicBezTo>
                  <a:cubicBezTo>
                    <a:pt x="358" y="7860"/>
                    <a:pt x="477" y="8169"/>
                    <a:pt x="691" y="8384"/>
                  </a:cubicBezTo>
                  <a:cubicBezTo>
                    <a:pt x="910" y="8602"/>
                    <a:pt x="1188" y="8720"/>
                    <a:pt x="1489" y="8720"/>
                  </a:cubicBezTo>
                  <a:cubicBezTo>
                    <a:pt x="1517" y="8720"/>
                    <a:pt x="1545" y="8719"/>
                    <a:pt x="1573" y="8717"/>
                  </a:cubicBezTo>
                  <a:cubicBezTo>
                    <a:pt x="1787" y="8955"/>
                    <a:pt x="2073" y="9098"/>
                    <a:pt x="2406" y="9098"/>
                  </a:cubicBezTo>
                  <a:cubicBezTo>
                    <a:pt x="2740" y="9098"/>
                    <a:pt x="3025" y="8955"/>
                    <a:pt x="3240" y="8717"/>
                  </a:cubicBezTo>
                  <a:cubicBezTo>
                    <a:pt x="3266" y="8719"/>
                    <a:pt x="3292" y="8720"/>
                    <a:pt x="3318" y="8720"/>
                  </a:cubicBezTo>
                  <a:cubicBezTo>
                    <a:pt x="3604" y="8720"/>
                    <a:pt x="3901" y="8602"/>
                    <a:pt x="4097" y="8384"/>
                  </a:cubicBezTo>
                  <a:cubicBezTo>
                    <a:pt x="4145" y="8360"/>
                    <a:pt x="4168" y="8336"/>
                    <a:pt x="4192" y="8288"/>
                  </a:cubicBezTo>
                  <a:cubicBezTo>
                    <a:pt x="4811" y="8479"/>
                    <a:pt x="5812" y="8574"/>
                    <a:pt x="6407" y="8574"/>
                  </a:cubicBezTo>
                  <a:cubicBezTo>
                    <a:pt x="7741" y="8574"/>
                    <a:pt x="9074" y="8026"/>
                    <a:pt x="9074" y="6693"/>
                  </a:cubicBezTo>
                  <a:cubicBezTo>
                    <a:pt x="9074" y="5955"/>
                    <a:pt x="8598" y="5240"/>
                    <a:pt x="7479" y="4954"/>
                  </a:cubicBezTo>
                  <a:lnTo>
                    <a:pt x="7502" y="4954"/>
                  </a:lnTo>
                  <a:cubicBezTo>
                    <a:pt x="8169" y="4645"/>
                    <a:pt x="8550" y="4216"/>
                    <a:pt x="8550" y="3764"/>
                  </a:cubicBezTo>
                  <a:cubicBezTo>
                    <a:pt x="8550" y="3168"/>
                    <a:pt x="7883" y="2692"/>
                    <a:pt x="7074" y="2406"/>
                  </a:cubicBezTo>
                  <a:cubicBezTo>
                    <a:pt x="7336" y="2192"/>
                    <a:pt x="7479" y="1835"/>
                    <a:pt x="7479" y="1358"/>
                  </a:cubicBezTo>
                  <a:cubicBezTo>
                    <a:pt x="7479" y="430"/>
                    <a:pt x="6978" y="1"/>
                    <a:pt x="6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71"/>
          <p:cNvSpPr/>
          <p:nvPr/>
        </p:nvSpPr>
        <p:spPr>
          <a:xfrm rot="-370742">
            <a:off x="6780112" y="2143978"/>
            <a:ext cx="353687" cy="550780"/>
          </a:xfrm>
          <a:custGeom>
            <a:rect b="b" l="l" r="r" t="t"/>
            <a:pathLst>
              <a:path extrusionOk="0" h="9384" w="6026">
                <a:moveTo>
                  <a:pt x="3835" y="3311"/>
                </a:moveTo>
                <a:lnTo>
                  <a:pt x="3835" y="3859"/>
                </a:lnTo>
                <a:lnTo>
                  <a:pt x="2191" y="3859"/>
                </a:lnTo>
                <a:lnTo>
                  <a:pt x="2191" y="3311"/>
                </a:lnTo>
                <a:close/>
                <a:moveTo>
                  <a:pt x="4073" y="4407"/>
                </a:moveTo>
                <a:cubicBezTo>
                  <a:pt x="4859" y="4407"/>
                  <a:pt x="5478" y="5050"/>
                  <a:pt x="5478" y="5835"/>
                </a:cubicBezTo>
                <a:cubicBezTo>
                  <a:pt x="5478" y="6097"/>
                  <a:pt x="5406" y="6383"/>
                  <a:pt x="5240" y="6621"/>
                </a:cubicBezTo>
                <a:lnTo>
                  <a:pt x="4501" y="7717"/>
                </a:lnTo>
                <a:lnTo>
                  <a:pt x="1501" y="7717"/>
                </a:lnTo>
                <a:lnTo>
                  <a:pt x="786" y="6621"/>
                </a:lnTo>
                <a:cubicBezTo>
                  <a:pt x="620" y="6383"/>
                  <a:pt x="548" y="6097"/>
                  <a:pt x="548" y="5835"/>
                </a:cubicBezTo>
                <a:cubicBezTo>
                  <a:pt x="548" y="5050"/>
                  <a:pt x="1167" y="4407"/>
                  <a:pt x="1953" y="4407"/>
                </a:cubicBezTo>
                <a:close/>
                <a:moveTo>
                  <a:pt x="4382" y="8264"/>
                </a:moveTo>
                <a:lnTo>
                  <a:pt x="4382" y="8836"/>
                </a:lnTo>
                <a:lnTo>
                  <a:pt x="1644" y="8836"/>
                </a:lnTo>
                <a:lnTo>
                  <a:pt x="1644" y="8264"/>
                </a:lnTo>
                <a:close/>
                <a:moveTo>
                  <a:pt x="2739" y="1"/>
                </a:moveTo>
                <a:lnTo>
                  <a:pt x="2739" y="2763"/>
                </a:lnTo>
                <a:lnTo>
                  <a:pt x="2644" y="2763"/>
                </a:lnTo>
                <a:lnTo>
                  <a:pt x="1620" y="715"/>
                </a:lnTo>
                <a:lnTo>
                  <a:pt x="1120" y="977"/>
                </a:lnTo>
                <a:lnTo>
                  <a:pt x="2025" y="2763"/>
                </a:lnTo>
                <a:lnTo>
                  <a:pt x="1096" y="2763"/>
                </a:lnTo>
                <a:lnTo>
                  <a:pt x="1096" y="3311"/>
                </a:lnTo>
                <a:lnTo>
                  <a:pt x="1644" y="3311"/>
                </a:lnTo>
                <a:lnTo>
                  <a:pt x="1644" y="3883"/>
                </a:lnTo>
                <a:cubicBezTo>
                  <a:pt x="715" y="4049"/>
                  <a:pt x="0" y="4859"/>
                  <a:pt x="0" y="5835"/>
                </a:cubicBezTo>
                <a:cubicBezTo>
                  <a:pt x="0" y="6216"/>
                  <a:pt x="96" y="6597"/>
                  <a:pt x="334" y="6907"/>
                </a:cubicBezTo>
                <a:lnTo>
                  <a:pt x="1096" y="8074"/>
                </a:lnTo>
                <a:lnTo>
                  <a:pt x="1096" y="9384"/>
                </a:lnTo>
                <a:lnTo>
                  <a:pt x="4930" y="9384"/>
                </a:lnTo>
                <a:lnTo>
                  <a:pt x="4930" y="8074"/>
                </a:lnTo>
                <a:lnTo>
                  <a:pt x="5692" y="6907"/>
                </a:lnTo>
                <a:cubicBezTo>
                  <a:pt x="5930" y="6597"/>
                  <a:pt x="6026" y="6216"/>
                  <a:pt x="6026" y="5835"/>
                </a:cubicBezTo>
                <a:cubicBezTo>
                  <a:pt x="6026" y="4859"/>
                  <a:pt x="5311" y="4049"/>
                  <a:pt x="4382" y="3883"/>
                </a:cubicBezTo>
                <a:lnTo>
                  <a:pt x="4382" y="3311"/>
                </a:lnTo>
                <a:lnTo>
                  <a:pt x="4930" y="3311"/>
                </a:lnTo>
                <a:lnTo>
                  <a:pt x="4930" y="2763"/>
                </a:lnTo>
                <a:lnTo>
                  <a:pt x="4001" y="2763"/>
                </a:lnTo>
                <a:lnTo>
                  <a:pt x="4906" y="977"/>
                </a:lnTo>
                <a:lnTo>
                  <a:pt x="4406" y="715"/>
                </a:lnTo>
                <a:lnTo>
                  <a:pt x="3382" y="2763"/>
                </a:lnTo>
                <a:lnTo>
                  <a:pt x="3287" y="2763"/>
                </a:lnTo>
                <a:lnTo>
                  <a:pt x="3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3"/>
                                        </p:tgtEl>
                                        <p:attrNameLst>
                                          <p:attrName>style.visibility</p:attrName>
                                        </p:attrNameLst>
                                      </p:cBhvr>
                                      <p:to>
                                        <p:strVal val="visible"/>
                                      </p:to>
                                    </p:set>
                                    <p:animEffect filter="fade" transition="in">
                                      <p:cBhvr>
                                        <p:cTn dur="1000"/>
                                        <p:tgtEl>
                                          <p:spTgt spid="713"/>
                                        </p:tgtEl>
                                      </p:cBhvr>
                                    </p:animEffect>
                                  </p:childTnLst>
                                </p:cTn>
                              </p:par>
                              <p:par>
                                <p:cTn fill="hold" nodeType="withEffect" presetClass="entr" presetID="10" presetSubtype="0">
                                  <p:stCondLst>
                                    <p:cond delay="0"/>
                                  </p:stCondLst>
                                  <p:childTnLst>
                                    <p:set>
                                      <p:cBhvr>
                                        <p:cTn dur="1" fill="hold">
                                          <p:stCondLst>
                                            <p:cond delay="0"/>
                                          </p:stCondLst>
                                        </p:cTn>
                                        <p:tgtEl>
                                          <p:spTgt spid="716"/>
                                        </p:tgtEl>
                                        <p:attrNameLst>
                                          <p:attrName>style.visibility</p:attrName>
                                        </p:attrNameLst>
                                      </p:cBhvr>
                                      <p:to>
                                        <p:strVal val="visible"/>
                                      </p:to>
                                    </p:set>
                                    <p:animEffect filter="fade" transition="in">
                                      <p:cBhvr>
                                        <p:cTn dur="1000"/>
                                        <p:tgtEl>
                                          <p:spTgt spid="716"/>
                                        </p:tgtEl>
                                      </p:cBhvr>
                                    </p:animEffect>
                                  </p:childTnLst>
                                </p:cTn>
                              </p:par>
                              <p:par>
                                <p:cTn fill="hold" nodeType="withEffect" presetClass="entr" presetID="10" presetSubtype="0">
                                  <p:stCondLst>
                                    <p:cond delay="0"/>
                                  </p:stCondLst>
                                  <p:childTnLst>
                                    <p:set>
                                      <p:cBhvr>
                                        <p:cTn dur="1" fill="hold">
                                          <p:stCondLst>
                                            <p:cond delay="0"/>
                                          </p:stCondLst>
                                        </p:cTn>
                                        <p:tgtEl>
                                          <p:spTgt spid="719"/>
                                        </p:tgtEl>
                                        <p:attrNameLst>
                                          <p:attrName>style.visibility</p:attrName>
                                        </p:attrNameLst>
                                      </p:cBhvr>
                                      <p:to>
                                        <p:strVal val="visible"/>
                                      </p:to>
                                    </p:set>
                                    <p:animEffect filter="fade" transition="in">
                                      <p:cBhvr>
                                        <p:cTn dur="1000"/>
                                        <p:tgtEl>
                                          <p:spTgt spid="7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 name="Shape 723"/>
        <p:cNvGrpSpPr/>
        <p:nvPr/>
      </p:nvGrpSpPr>
      <p:grpSpPr>
        <a:xfrm>
          <a:off x="0" y="0"/>
          <a:ext cx="0" cy="0"/>
          <a:chOff x="0" y="0"/>
          <a:chExt cx="0" cy="0"/>
        </a:xfrm>
      </p:grpSpPr>
      <p:sp>
        <p:nvSpPr>
          <p:cNvPr id="724" name="Google Shape;724;p72"/>
          <p:cNvSpPr txBox="1"/>
          <p:nvPr>
            <p:ph idx="4"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THREE </a:t>
            </a:r>
            <a:r>
              <a:rPr lang="en">
                <a:solidFill>
                  <a:schemeClr val="lt1"/>
                </a:solidFill>
              </a:rPr>
              <a:t>CONCEPTS</a:t>
            </a:r>
            <a:endParaRPr>
              <a:solidFill>
                <a:schemeClr val="lt1"/>
              </a:solidFill>
            </a:endParaRPr>
          </a:p>
        </p:txBody>
      </p:sp>
      <p:sp>
        <p:nvSpPr>
          <p:cNvPr id="725" name="Google Shape;725;p72"/>
          <p:cNvSpPr txBox="1"/>
          <p:nvPr>
            <p:ph type="title"/>
          </p:nvPr>
        </p:nvSpPr>
        <p:spPr>
          <a:xfrm>
            <a:off x="2077025" y="151837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26" name="Google Shape;726;p72"/>
          <p:cNvSpPr txBox="1"/>
          <p:nvPr>
            <p:ph idx="1" type="subTitle"/>
          </p:nvPr>
        </p:nvSpPr>
        <p:spPr>
          <a:xfrm>
            <a:off x="2077175" y="2063201"/>
            <a:ext cx="59091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727" name="Google Shape;727;p72"/>
          <p:cNvSpPr txBox="1"/>
          <p:nvPr>
            <p:ph idx="2" type="title"/>
          </p:nvPr>
        </p:nvSpPr>
        <p:spPr>
          <a:xfrm>
            <a:off x="2077027" y="257712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28" name="Google Shape;728;p72"/>
          <p:cNvSpPr txBox="1"/>
          <p:nvPr>
            <p:ph idx="3" type="subTitle"/>
          </p:nvPr>
        </p:nvSpPr>
        <p:spPr>
          <a:xfrm>
            <a:off x="2077350" y="3121951"/>
            <a:ext cx="59088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729" name="Google Shape;729;p72"/>
          <p:cNvSpPr/>
          <p:nvPr/>
        </p:nvSpPr>
        <p:spPr>
          <a:xfrm>
            <a:off x="1508005" y="3814689"/>
            <a:ext cx="416946" cy="366017"/>
          </a:xfrm>
          <a:custGeom>
            <a:rect b="b" l="l" r="r" t="t"/>
            <a:pathLst>
              <a:path extrusionOk="0" h="9765" w="11123">
                <a:moveTo>
                  <a:pt x="5573" y="643"/>
                </a:moveTo>
                <a:cubicBezTo>
                  <a:pt x="5740" y="643"/>
                  <a:pt x="5883" y="786"/>
                  <a:pt x="5883" y="977"/>
                </a:cubicBezTo>
                <a:cubicBezTo>
                  <a:pt x="5883" y="1143"/>
                  <a:pt x="5740" y="1310"/>
                  <a:pt x="5573" y="1310"/>
                </a:cubicBezTo>
                <a:cubicBezTo>
                  <a:pt x="5383" y="1310"/>
                  <a:pt x="5240" y="1143"/>
                  <a:pt x="5240" y="977"/>
                </a:cubicBezTo>
                <a:cubicBezTo>
                  <a:pt x="5240" y="786"/>
                  <a:pt x="5383" y="643"/>
                  <a:pt x="5573" y="643"/>
                </a:cubicBezTo>
                <a:close/>
                <a:moveTo>
                  <a:pt x="2287" y="1310"/>
                </a:moveTo>
                <a:cubicBezTo>
                  <a:pt x="2478" y="1310"/>
                  <a:pt x="2620" y="1453"/>
                  <a:pt x="2620" y="1620"/>
                </a:cubicBezTo>
                <a:cubicBezTo>
                  <a:pt x="2620" y="1810"/>
                  <a:pt x="2478" y="1953"/>
                  <a:pt x="2287" y="1953"/>
                </a:cubicBezTo>
                <a:cubicBezTo>
                  <a:pt x="2120" y="1953"/>
                  <a:pt x="1954" y="1810"/>
                  <a:pt x="1954" y="1620"/>
                </a:cubicBezTo>
                <a:cubicBezTo>
                  <a:pt x="1954" y="1453"/>
                  <a:pt x="2120" y="1310"/>
                  <a:pt x="2287" y="1310"/>
                </a:cubicBezTo>
                <a:close/>
                <a:moveTo>
                  <a:pt x="8836" y="1310"/>
                </a:moveTo>
                <a:cubicBezTo>
                  <a:pt x="9027" y="1310"/>
                  <a:pt x="9169" y="1453"/>
                  <a:pt x="9169" y="1620"/>
                </a:cubicBezTo>
                <a:cubicBezTo>
                  <a:pt x="9169" y="1810"/>
                  <a:pt x="9027" y="1953"/>
                  <a:pt x="8836" y="1953"/>
                </a:cubicBezTo>
                <a:cubicBezTo>
                  <a:pt x="8645" y="1953"/>
                  <a:pt x="8503" y="1810"/>
                  <a:pt x="8503" y="1620"/>
                </a:cubicBezTo>
                <a:cubicBezTo>
                  <a:pt x="8503" y="1453"/>
                  <a:pt x="8645" y="1310"/>
                  <a:pt x="8836" y="1310"/>
                </a:cubicBezTo>
                <a:close/>
                <a:moveTo>
                  <a:pt x="977" y="3906"/>
                </a:moveTo>
                <a:cubicBezTo>
                  <a:pt x="1168" y="3906"/>
                  <a:pt x="1311" y="4049"/>
                  <a:pt x="1311" y="4215"/>
                </a:cubicBezTo>
                <a:cubicBezTo>
                  <a:pt x="1311" y="4406"/>
                  <a:pt x="1168" y="4549"/>
                  <a:pt x="977" y="4549"/>
                </a:cubicBezTo>
                <a:cubicBezTo>
                  <a:pt x="811" y="4549"/>
                  <a:pt x="668" y="4406"/>
                  <a:pt x="668" y="4215"/>
                </a:cubicBezTo>
                <a:cubicBezTo>
                  <a:pt x="668" y="4049"/>
                  <a:pt x="811" y="3906"/>
                  <a:pt x="977" y="3906"/>
                </a:cubicBezTo>
                <a:close/>
                <a:moveTo>
                  <a:pt x="10146" y="3906"/>
                </a:moveTo>
                <a:cubicBezTo>
                  <a:pt x="10312" y="3906"/>
                  <a:pt x="10455" y="4049"/>
                  <a:pt x="10455" y="4215"/>
                </a:cubicBezTo>
                <a:cubicBezTo>
                  <a:pt x="10455" y="4406"/>
                  <a:pt x="10312" y="4549"/>
                  <a:pt x="10146" y="4549"/>
                </a:cubicBezTo>
                <a:cubicBezTo>
                  <a:pt x="9955" y="4549"/>
                  <a:pt x="9812" y="4406"/>
                  <a:pt x="9812" y="4215"/>
                </a:cubicBezTo>
                <a:cubicBezTo>
                  <a:pt x="9812" y="4049"/>
                  <a:pt x="9955" y="3906"/>
                  <a:pt x="10146" y="3906"/>
                </a:cubicBezTo>
                <a:close/>
                <a:moveTo>
                  <a:pt x="5573" y="5192"/>
                </a:moveTo>
                <a:cubicBezTo>
                  <a:pt x="7788" y="5192"/>
                  <a:pt x="9622" y="6930"/>
                  <a:pt x="9789" y="9097"/>
                </a:cubicBezTo>
                <a:lnTo>
                  <a:pt x="1334" y="9097"/>
                </a:lnTo>
                <a:cubicBezTo>
                  <a:pt x="1501" y="6930"/>
                  <a:pt x="3335" y="5192"/>
                  <a:pt x="5573" y="5192"/>
                </a:cubicBezTo>
                <a:close/>
                <a:moveTo>
                  <a:pt x="5550" y="0"/>
                </a:moveTo>
                <a:cubicBezTo>
                  <a:pt x="5026" y="0"/>
                  <a:pt x="4597" y="429"/>
                  <a:pt x="4597" y="977"/>
                </a:cubicBezTo>
                <a:cubicBezTo>
                  <a:pt x="4597" y="1405"/>
                  <a:pt x="4859" y="1762"/>
                  <a:pt x="5240" y="1905"/>
                </a:cubicBezTo>
                <a:lnTo>
                  <a:pt x="5240" y="4573"/>
                </a:lnTo>
                <a:cubicBezTo>
                  <a:pt x="4883" y="4596"/>
                  <a:pt x="4549" y="4644"/>
                  <a:pt x="4216" y="4739"/>
                </a:cubicBezTo>
                <a:lnTo>
                  <a:pt x="2978" y="2310"/>
                </a:lnTo>
                <a:cubicBezTo>
                  <a:pt x="3168" y="2120"/>
                  <a:pt x="3263" y="1882"/>
                  <a:pt x="3263" y="1620"/>
                </a:cubicBezTo>
                <a:cubicBezTo>
                  <a:pt x="3263" y="1096"/>
                  <a:pt x="2835" y="643"/>
                  <a:pt x="2287" y="643"/>
                </a:cubicBezTo>
                <a:cubicBezTo>
                  <a:pt x="1739" y="643"/>
                  <a:pt x="1311" y="1096"/>
                  <a:pt x="1311" y="1620"/>
                </a:cubicBezTo>
                <a:cubicBezTo>
                  <a:pt x="1311" y="2167"/>
                  <a:pt x="1739" y="2596"/>
                  <a:pt x="2287" y="2596"/>
                </a:cubicBezTo>
                <a:lnTo>
                  <a:pt x="2406" y="2596"/>
                </a:lnTo>
                <a:lnTo>
                  <a:pt x="3597" y="4954"/>
                </a:lnTo>
                <a:cubicBezTo>
                  <a:pt x="3192" y="5144"/>
                  <a:pt x="2835" y="5358"/>
                  <a:pt x="2501" y="5620"/>
                </a:cubicBezTo>
                <a:lnTo>
                  <a:pt x="1811" y="4739"/>
                </a:lnTo>
                <a:cubicBezTo>
                  <a:pt x="1906" y="4596"/>
                  <a:pt x="1954" y="4406"/>
                  <a:pt x="1954" y="4215"/>
                </a:cubicBezTo>
                <a:cubicBezTo>
                  <a:pt x="1954" y="3691"/>
                  <a:pt x="1525" y="3239"/>
                  <a:pt x="977" y="3239"/>
                </a:cubicBezTo>
                <a:cubicBezTo>
                  <a:pt x="453" y="3239"/>
                  <a:pt x="1" y="3691"/>
                  <a:pt x="1" y="4215"/>
                </a:cubicBezTo>
                <a:cubicBezTo>
                  <a:pt x="1" y="4763"/>
                  <a:pt x="453" y="5192"/>
                  <a:pt x="977" y="5192"/>
                </a:cubicBezTo>
                <a:cubicBezTo>
                  <a:pt x="1096" y="5192"/>
                  <a:pt x="1215" y="5192"/>
                  <a:pt x="1311" y="5144"/>
                </a:cubicBezTo>
                <a:lnTo>
                  <a:pt x="2025" y="6049"/>
                </a:lnTo>
                <a:cubicBezTo>
                  <a:pt x="1263" y="6859"/>
                  <a:pt x="739" y="7930"/>
                  <a:pt x="668" y="9097"/>
                </a:cubicBezTo>
                <a:lnTo>
                  <a:pt x="1" y="9097"/>
                </a:lnTo>
                <a:lnTo>
                  <a:pt x="1" y="9764"/>
                </a:lnTo>
                <a:lnTo>
                  <a:pt x="11122" y="9764"/>
                </a:lnTo>
                <a:lnTo>
                  <a:pt x="11122" y="9097"/>
                </a:lnTo>
                <a:lnTo>
                  <a:pt x="10455" y="9097"/>
                </a:lnTo>
                <a:cubicBezTo>
                  <a:pt x="10360" y="7930"/>
                  <a:pt x="9860" y="6859"/>
                  <a:pt x="9098" y="6049"/>
                </a:cubicBezTo>
                <a:lnTo>
                  <a:pt x="9812" y="5144"/>
                </a:lnTo>
                <a:cubicBezTo>
                  <a:pt x="9908" y="5192"/>
                  <a:pt x="10027" y="5192"/>
                  <a:pt x="10146" y="5192"/>
                </a:cubicBezTo>
                <a:cubicBezTo>
                  <a:pt x="10670" y="5192"/>
                  <a:pt x="11122" y="4763"/>
                  <a:pt x="11122" y="4215"/>
                </a:cubicBezTo>
                <a:cubicBezTo>
                  <a:pt x="11122" y="3691"/>
                  <a:pt x="10670" y="3239"/>
                  <a:pt x="10146" y="3239"/>
                </a:cubicBezTo>
                <a:cubicBezTo>
                  <a:pt x="9598" y="3239"/>
                  <a:pt x="9169" y="3691"/>
                  <a:pt x="9169" y="4215"/>
                </a:cubicBezTo>
                <a:cubicBezTo>
                  <a:pt x="9169" y="4406"/>
                  <a:pt x="9217" y="4596"/>
                  <a:pt x="9312" y="4739"/>
                </a:cubicBezTo>
                <a:lnTo>
                  <a:pt x="8622" y="5620"/>
                </a:lnTo>
                <a:cubicBezTo>
                  <a:pt x="8288" y="5358"/>
                  <a:pt x="7907" y="5144"/>
                  <a:pt x="7526" y="4954"/>
                </a:cubicBezTo>
                <a:lnTo>
                  <a:pt x="8717" y="2596"/>
                </a:lnTo>
                <a:lnTo>
                  <a:pt x="8836" y="2596"/>
                </a:lnTo>
                <a:cubicBezTo>
                  <a:pt x="9384" y="2596"/>
                  <a:pt x="9812" y="2167"/>
                  <a:pt x="9812" y="1620"/>
                </a:cubicBezTo>
                <a:cubicBezTo>
                  <a:pt x="9812" y="1096"/>
                  <a:pt x="9384" y="643"/>
                  <a:pt x="8836" y="643"/>
                </a:cubicBezTo>
                <a:cubicBezTo>
                  <a:pt x="8288" y="643"/>
                  <a:pt x="7860" y="1096"/>
                  <a:pt x="7860" y="1620"/>
                </a:cubicBezTo>
                <a:cubicBezTo>
                  <a:pt x="7860" y="1882"/>
                  <a:pt x="7955" y="2120"/>
                  <a:pt x="8122" y="2310"/>
                </a:cubicBezTo>
                <a:lnTo>
                  <a:pt x="6907" y="4739"/>
                </a:lnTo>
                <a:cubicBezTo>
                  <a:pt x="6574" y="4644"/>
                  <a:pt x="6240" y="4596"/>
                  <a:pt x="5883" y="4573"/>
                </a:cubicBezTo>
                <a:lnTo>
                  <a:pt x="5883" y="1905"/>
                </a:lnTo>
                <a:cubicBezTo>
                  <a:pt x="6264" y="1762"/>
                  <a:pt x="6526" y="1405"/>
                  <a:pt x="6526" y="977"/>
                </a:cubicBezTo>
                <a:cubicBezTo>
                  <a:pt x="6526" y="429"/>
                  <a:pt x="6097" y="0"/>
                  <a:pt x="5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 name="Google Shape;730;p72"/>
          <p:cNvGrpSpPr/>
          <p:nvPr/>
        </p:nvGrpSpPr>
        <p:grpSpPr>
          <a:xfrm>
            <a:off x="1508000" y="1691286"/>
            <a:ext cx="416955" cy="416912"/>
            <a:chOff x="962075" y="3606150"/>
            <a:chExt cx="211975" cy="211975"/>
          </a:xfrm>
        </p:grpSpPr>
        <p:sp>
          <p:nvSpPr>
            <p:cNvPr id="731" name="Google Shape;731;p72"/>
            <p:cNvSpPr/>
            <p:nvPr/>
          </p:nvSpPr>
          <p:spPr>
            <a:xfrm>
              <a:off x="1062100" y="3631150"/>
              <a:ext cx="86950" cy="136975"/>
            </a:xfrm>
            <a:custGeom>
              <a:rect b="b" l="l" r="r" t="t"/>
              <a:pathLst>
                <a:path extrusionOk="0" h="5479" w="3478">
                  <a:moveTo>
                    <a:pt x="1739" y="1"/>
                  </a:moveTo>
                  <a:cubicBezTo>
                    <a:pt x="786" y="1"/>
                    <a:pt x="0" y="787"/>
                    <a:pt x="0" y="1763"/>
                  </a:cubicBezTo>
                  <a:lnTo>
                    <a:pt x="0" y="2501"/>
                  </a:lnTo>
                  <a:lnTo>
                    <a:pt x="500" y="2501"/>
                  </a:lnTo>
                  <a:cubicBezTo>
                    <a:pt x="786" y="2501"/>
                    <a:pt x="1000" y="2716"/>
                    <a:pt x="1000" y="3001"/>
                  </a:cubicBezTo>
                  <a:cubicBezTo>
                    <a:pt x="1000" y="3263"/>
                    <a:pt x="786" y="3501"/>
                    <a:pt x="500" y="3501"/>
                  </a:cubicBezTo>
                  <a:lnTo>
                    <a:pt x="262" y="3501"/>
                  </a:lnTo>
                  <a:lnTo>
                    <a:pt x="262" y="4002"/>
                  </a:lnTo>
                  <a:lnTo>
                    <a:pt x="500" y="4002"/>
                  </a:lnTo>
                  <a:cubicBezTo>
                    <a:pt x="1048" y="4002"/>
                    <a:pt x="1501" y="3549"/>
                    <a:pt x="1501" y="3001"/>
                  </a:cubicBezTo>
                  <a:cubicBezTo>
                    <a:pt x="1501" y="2454"/>
                    <a:pt x="1048" y="2001"/>
                    <a:pt x="500" y="2001"/>
                  </a:cubicBezTo>
                  <a:lnTo>
                    <a:pt x="500" y="1763"/>
                  </a:lnTo>
                  <a:cubicBezTo>
                    <a:pt x="500" y="1049"/>
                    <a:pt x="1048" y="501"/>
                    <a:pt x="1739" y="501"/>
                  </a:cubicBezTo>
                  <a:cubicBezTo>
                    <a:pt x="2429" y="501"/>
                    <a:pt x="2977" y="1049"/>
                    <a:pt x="2977" y="1763"/>
                  </a:cubicBezTo>
                  <a:lnTo>
                    <a:pt x="2977" y="2382"/>
                  </a:lnTo>
                  <a:cubicBezTo>
                    <a:pt x="2977" y="2501"/>
                    <a:pt x="2929" y="2620"/>
                    <a:pt x="2810" y="2692"/>
                  </a:cubicBezTo>
                  <a:cubicBezTo>
                    <a:pt x="2763" y="2739"/>
                    <a:pt x="1643" y="3311"/>
                    <a:pt x="1405" y="4716"/>
                  </a:cubicBezTo>
                  <a:cubicBezTo>
                    <a:pt x="1381" y="4883"/>
                    <a:pt x="1239" y="4978"/>
                    <a:pt x="1096" y="4978"/>
                  </a:cubicBezTo>
                  <a:lnTo>
                    <a:pt x="500" y="4978"/>
                  </a:lnTo>
                  <a:lnTo>
                    <a:pt x="500" y="5478"/>
                  </a:lnTo>
                  <a:lnTo>
                    <a:pt x="1096" y="5478"/>
                  </a:lnTo>
                  <a:cubicBezTo>
                    <a:pt x="1477" y="5478"/>
                    <a:pt x="1834" y="5192"/>
                    <a:pt x="1882" y="4811"/>
                  </a:cubicBezTo>
                  <a:cubicBezTo>
                    <a:pt x="2096" y="3621"/>
                    <a:pt x="3025" y="3168"/>
                    <a:pt x="3096" y="3097"/>
                  </a:cubicBezTo>
                  <a:cubicBezTo>
                    <a:pt x="3334" y="2930"/>
                    <a:pt x="3477" y="2668"/>
                    <a:pt x="3477" y="2382"/>
                  </a:cubicBezTo>
                  <a:lnTo>
                    <a:pt x="3477" y="1763"/>
                  </a:lnTo>
                  <a:cubicBezTo>
                    <a:pt x="3477" y="787"/>
                    <a:pt x="2715" y="1"/>
                    <a:pt x="1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72"/>
            <p:cNvSpPr/>
            <p:nvPr/>
          </p:nvSpPr>
          <p:spPr>
            <a:xfrm>
              <a:off x="962075" y="3606150"/>
              <a:ext cx="211975" cy="211975"/>
            </a:xfrm>
            <a:custGeom>
              <a:rect b="b" l="l" r="r" t="t"/>
              <a:pathLst>
                <a:path extrusionOk="0" h="8479" w="8479">
                  <a:moveTo>
                    <a:pt x="739" y="501"/>
                  </a:moveTo>
                  <a:cubicBezTo>
                    <a:pt x="882" y="501"/>
                    <a:pt x="1001" y="620"/>
                    <a:pt x="1001" y="739"/>
                  </a:cubicBezTo>
                  <a:cubicBezTo>
                    <a:pt x="1001" y="882"/>
                    <a:pt x="882" y="1001"/>
                    <a:pt x="739" y="1001"/>
                  </a:cubicBezTo>
                  <a:cubicBezTo>
                    <a:pt x="596" y="1001"/>
                    <a:pt x="501" y="882"/>
                    <a:pt x="501" y="739"/>
                  </a:cubicBezTo>
                  <a:cubicBezTo>
                    <a:pt x="501" y="620"/>
                    <a:pt x="596" y="501"/>
                    <a:pt x="739" y="501"/>
                  </a:cubicBezTo>
                  <a:close/>
                  <a:moveTo>
                    <a:pt x="739" y="4001"/>
                  </a:moveTo>
                  <a:cubicBezTo>
                    <a:pt x="882" y="4001"/>
                    <a:pt x="1001" y="4097"/>
                    <a:pt x="1001" y="4240"/>
                  </a:cubicBezTo>
                  <a:cubicBezTo>
                    <a:pt x="1001" y="4382"/>
                    <a:pt x="882" y="4501"/>
                    <a:pt x="739" y="4501"/>
                  </a:cubicBezTo>
                  <a:cubicBezTo>
                    <a:pt x="596" y="4501"/>
                    <a:pt x="501" y="4382"/>
                    <a:pt x="501" y="4240"/>
                  </a:cubicBezTo>
                  <a:cubicBezTo>
                    <a:pt x="501" y="4097"/>
                    <a:pt x="596" y="4001"/>
                    <a:pt x="739" y="4001"/>
                  </a:cubicBezTo>
                  <a:close/>
                  <a:moveTo>
                    <a:pt x="739" y="7502"/>
                  </a:moveTo>
                  <a:cubicBezTo>
                    <a:pt x="882" y="7502"/>
                    <a:pt x="1001" y="7597"/>
                    <a:pt x="1001" y="7740"/>
                  </a:cubicBezTo>
                  <a:cubicBezTo>
                    <a:pt x="1001" y="7883"/>
                    <a:pt x="882" y="7978"/>
                    <a:pt x="739" y="7978"/>
                  </a:cubicBezTo>
                  <a:cubicBezTo>
                    <a:pt x="596" y="7978"/>
                    <a:pt x="501" y="7883"/>
                    <a:pt x="501" y="7740"/>
                  </a:cubicBezTo>
                  <a:cubicBezTo>
                    <a:pt x="501" y="7597"/>
                    <a:pt x="596" y="7502"/>
                    <a:pt x="739" y="7502"/>
                  </a:cubicBezTo>
                  <a:close/>
                  <a:moveTo>
                    <a:pt x="5740" y="501"/>
                  </a:moveTo>
                  <a:cubicBezTo>
                    <a:pt x="6978" y="501"/>
                    <a:pt x="7978" y="1501"/>
                    <a:pt x="7978" y="2763"/>
                  </a:cubicBezTo>
                  <a:lnTo>
                    <a:pt x="7978" y="3382"/>
                  </a:lnTo>
                  <a:cubicBezTo>
                    <a:pt x="7978" y="3835"/>
                    <a:pt x="7764" y="4263"/>
                    <a:pt x="7383" y="4525"/>
                  </a:cubicBezTo>
                  <a:cubicBezTo>
                    <a:pt x="7311" y="4573"/>
                    <a:pt x="6549" y="4930"/>
                    <a:pt x="6383" y="5883"/>
                  </a:cubicBezTo>
                  <a:lnTo>
                    <a:pt x="6216" y="6859"/>
                  </a:lnTo>
                  <a:cubicBezTo>
                    <a:pt x="6121" y="7502"/>
                    <a:pt x="5549" y="7978"/>
                    <a:pt x="4882" y="7978"/>
                  </a:cubicBezTo>
                  <a:cubicBezTo>
                    <a:pt x="4120" y="7978"/>
                    <a:pt x="3501" y="7359"/>
                    <a:pt x="3501" y="6597"/>
                  </a:cubicBezTo>
                  <a:lnTo>
                    <a:pt x="3501" y="2763"/>
                  </a:lnTo>
                  <a:cubicBezTo>
                    <a:pt x="3501" y="1501"/>
                    <a:pt x="4501" y="501"/>
                    <a:pt x="5740" y="501"/>
                  </a:cubicBezTo>
                  <a:close/>
                  <a:moveTo>
                    <a:pt x="739" y="1"/>
                  </a:moveTo>
                  <a:cubicBezTo>
                    <a:pt x="334" y="1"/>
                    <a:pt x="0" y="334"/>
                    <a:pt x="0" y="739"/>
                  </a:cubicBezTo>
                  <a:cubicBezTo>
                    <a:pt x="0" y="1167"/>
                    <a:pt x="334" y="1501"/>
                    <a:pt x="739" y="1501"/>
                  </a:cubicBezTo>
                  <a:cubicBezTo>
                    <a:pt x="953" y="1501"/>
                    <a:pt x="1120" y="1406"/>
                    <a:pt x="1263" y="1287"/>
                  </a:cubicBezTo>
                  <a:lnTo>
                    <a:pt x="3072" y="2168"/>
                  </a:lnTo>
                  <a:cubicBezTo>
                    <a:pt x="3025" y="2358"/>
                    <a:pt x="3001" y="2549"/>
                    <a:pt x="3001" y="2763"/>
                  </a:cubicBezTo>
                  <a:lnTo>
                    <a:pt x="3001" y="4240"/>
                  </a:lnTo>
                  <a:lnTo>
                    <a:pt x="1477" y="4240"/>
                  </a:lnTo>
                  <a:cubicBezTo>
                    <a:pt x="1477" y="3835"/>
                    <a:pt x="1144" y="3501"/>
                    <a:pt x="739" y="3501"/>
                  </a:cubicBezTo>
                  <a:cubicBezTo>
                    <a:pt x="334" y="3501"/>
                    <a:pt x="0" y="3835"/>
                    <a:pt x="0" y="4240"/>
                  </a:cubicBezTo>
                  <a:cubicBezTo>
                    <a:pt x="0" y="4644"/>
                    <a:pt x="334" y="5002"/>
                    <a:pt x="739" y="5002"/>
                  </a:cubicBezTo>
                  <a:cubicBezTo>
                    <a:pt x="953" y="5002"/>
                    <a:pt x="1167" y="4883"/>
                    <a:pt x="1286" y="4740"/>
                  </a:cubicBezTo>
                  <a:lnTo>
                    <a:pt x="3001" y="4740"/>
                  </a:lnTo>
                  <a:lnTo>
                    <a:pt x="3001" y="6597"/>
                  </a:lnTo>
                  <a:cubicBezTo>
                    <a:pt x="3001" y="6692"/>
                    <a:pt x="3025" y="6764"/>
                    <a:pt x="3025" y="6835"/>
                  </a:cubicBezTo>
                  <a:lnTo>
                    <a:pt x="1358" y="7312"/>
                  </a:lnTo>
                  <a:cubicBezTo>
                    <a:pt x="1215" y="7121"/>
                    <a:pt x="1001" y="7002"/>
                    <a:pt x="739" y="7002"/>
                  </a:cubicBezTo>
                  <a:cubicBezTo>
                    <a:pt x="334" y="7002"/>
                    <a:pt x="0" y="7335"/>
                    <a:pt x="0" y="7740"/>
                  </a:cubicBezTo>
                  <a:cubicBezTo>
                    <a:pt x="0" y="8145"/>
                    <a:pt x="334" y="8478"/>
                    <a:pt x="739" y="8478"/>
                  </a:cubicBezTo>
                  <a:cubicBezTo>
                    <a:pt x="1144" y="8478"/>
                    <a:pt x="1453" y="8169"/>
                    <a:pt x="1477" y="7788"/>
                  </a:cubicBezTo>
                  <a:lnTo>
                    <a:pt x="3144" y="7312"/>
                  </a:lnTo>
                  <a:cubicBezTo>
                    <a:pt x="3430" y="8002"/>
                    <a:pt x="4097" y="8478"/>
                    <a:pt x="4882" y="8478"/>
                  </a:cubicBezTo>
                  <a:cubicBezTo>
                    <a:pt x="5787" y="8478"/>
                    <a:pt x="6573" y="7835"/>
                    <a:pt x="6716" y="6931"/>
                  </a:cubicBezTo>
                  <a:lnTo>
                    <a:pt x="6859" y="5978"/>
                  </a:lnTo>
                  <a:cubicBezTo>
                    <a:pt x="7002" y="5240"/>
                    <a:pt x="7573" y="5002"/>
                    <a:pt x="7645" y="4930"/>
                  </a:cubicBezTo>
                  <a:cubicBezTo>
                    <a:pt x="8169" y="4573"/>
                    <a:pt x="8478" y="4001"/>
                    <a:pt x="8478" y="3382"/>
                  </a:cubicBezTo>
                  <a:lnTo>
                    <a:pt x="8478" y="2763"/>
                  </a:lnTo>
                  <a:cubicBezTo>
                    <a:pt x="8478" y="1239"/>
                    <a:pt x="7264" y="1"/>
                    <a:pt x="5740" y="1"/>
                  </a:cubicBezTo>
                  <a:cubicBezTo>
                    <a:pt x="4620" y="1"/>
                    <a:pt x="3644" y="691"/>
                    <a:pt x="3215" y="1691"/>
                  </a:cubicBezTo>
                  <a:lnTo>
                    <a:pt x="1477" y="834"/>
                  </a:lnTo>
                  <a:cubicBezTo>
                    <a:pt x="1477" y="810"/>
                    <a:pt x="1477" y="786"/>
                    <a:pt x="1477" y="739"/>
                  </a:cubicBezTo>
                  <a:cubicBezTo>
                    <a:pt x="1477" y="334"/>
                    <a:pt x="1144"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 name="Google Shape;733;p72"/>
          <p:cNvSpPr/>
          <p:nvPr/>
        </p:nvSpPr>
        <p:spPr>
          <a:xfrm>
            <a:off x="1507999" y="2752419"/>
            <a:ext cx="416957" cy="418066"/>
          </a:xfrm>
          <a:custGeom>
            <a:rect b="b" l="l" r="r" t="t"/>
            <a:pathLst>
              <a:path extrusionOk="0" h="9051" w="9027">
                <a:moveTo>
                  <a:pt x="8240" y="3740"/>
                </a:moveTo>
                <a:cubicBezTo>
                  <a:pt x="8383" y="3740"/>
                  <a:pt x="8502" y="3859"/>
                  <a:pt x="8502" y="4002"/>
                </a:cubicBezTo>
                <a:cubicBezTo>
                  <a:pt x="8502" y="4144"/>
                  <a:pt x="8383" y="4264"/>
                  <a:pt x="8240" y="4264"/>
                </a:cubicBezTo>
                <a:cubicBezTo>
                  <a:pt x="8097" y="4264"/>
                  <a:pt x="7978" y="4144"/>
                  <a:pt x="7978" y="4002"/>
                </a:cubicBezTo>
                <a:cubicBezTo>
                  <a:pt x="7978" y="3859"/>
                  <a:pt x="8097" y="3740"/>
                  <a:pt x="8240" y="3740"/>
                </a:cubicBezTo>
                <a:close/>
                <a:moveTo>
                  <a:pt x="8240" y="5859"/>
                </a:moveTo>
                <a:cubicBezTo>
                  <a:pt x="8383" y="5859"/>
                  <a:pt x="8502" y="5978"/>
                  <a:pt x="8502" y="6121"/>
                </a:cubicBezTo>
                <a:cubicBezTo>
                  <a:pt x="8502" y="6264"/>
                  <a:pt x="8383" y="6383"/>
                  <a:pt x="8240" y="6383"/>
                </a:cubicBezTo>
                <a:cubicBezTo>
                  <a:pt x="8097" y="6383"/>
                  <a:pt x="7978" y="6264"/>
                  <a:pt x="7978" y="6121"/>
                </a:cubicBezTo>
                <a:cubicBezTo>
                  <a:pt x="7978" y="5978"/>
                  <a:pt x="8097" y="5859"/>
                  <a:pt x="8240" y="5859"/>
                </a:cubicBezTo>
                <a:close/>
                <a:moveTo>
                  <a:pt x="3168" y="549"/>
                </a:moveTo>
                <a:lnTo>
                  <a:pt x="3168" y="4264"/>
                </a:lnTo>
                <a:lnTo>
                  <a:pt x="3692" y="4264"/>
                </a:lnTo>
                <a:lnTo>
                  <a:pt x="3692" y="1072"/>
                </a:lnTo>
                <a:lnTo>
                  <a:pt x="4240" y="1072"/>
                </a:lnTo>
                <a:lnTo>
                  <a:pt x="4240" y="4264"/>
                </a:lnTo>
                <a:lnTo>
                  <a:pt x="4763" y="4264"/>
                </a:lnTo>
                <a:lnTo>
                  <a:pt x="4763" y="2120"/>
                </a:lnTo>
                <a:lnTo>
                  <a:pt x="5287" y="2120"/>
                </a:lnTo>
                <a:lnTo>
                  <a:pt x="5287" y="6073"/>
                </a:lnTo>
                <a:lnTo>
                  <a:pt x="4763" y="7669"/>
                </a:lnTo>
                <a:lnTo>
                  <a:pt x="4763" y="8526"/>
                </a:lnTo>
                <a:lnTo>
                  <a:pt x="1572" y="8526"/>
                </a:lnTo>
                <a:lnTo>
                  <a:pt x="1572" y="7598"/>
                </a:lnTo>
                <a:lnTo>
                  <a:pt x="524" y="6550"/>
                </a:lnTo>
                <a:lnTo>
                  <a:pt x="524" y="3787"/>
                </a:lnTo>
                <a:cubicBezTo>
                  <a:pt x="834" y="3883"/>
                  <a:pt x="1048" y="4192"/>
                  <a:pt x="1048" y="4526"/>
                </a:cubicBezTo>
                <a:lnTo>
                  <a:pt x="1048" y="5335"/>
                </a:lnTo>
                <a:lnTo>
                  <a:pt x="1310" y="5335"/>
                </a:lnTo>
                <a:cubicBezTo>
                  <a:pt x="2049" y="5335"/>
                  <a:pt x="2644" y="5931"/>
                  <a:pt x="2644" y="6645"/>
                </a:cubicBezTo>
                <a:lnTo>
                  <a:pt x="3168" y="6645"/>
                </a:lnTo>
                <a:cubicBezTo>
                  <a:pt x="3168" y="5716"/>
                  <a:pt x="2477" y="4954"/>
                  <a:pt x="1572" y="4811"/>
                </a:cubicBezTo>
                <a:lnTo>
                  <a:pt x="1572" y="1072"/>
                </a:lnTo>
                <a:lnTo>
                  <a:pt x="2120" y="1072"/>
                </a:lnTo>
                <a:lnTo>
                  <a:pt x="2120" y="4264"/>
                </a:lnTo>
                <a:lnTo>
                  <a:pt x="2644" y="4264"/>
                </a:lnTo>
                <a:lnTo>
                  <a:pt x="2644" y="549"/>
                </a:lnTo>
                <a:close/>
                <a:moveTo>
                  <a:pt x="8240" y="7979"/>
                </a:moveTo>
                <a:cubicBezTo>
                  <a:pt x="8383" y="7979"/>
                  <a:pt x="8502" y="8098"/>
                  <a:pt x="8502" y="8241"/>
                </a:cubicBezTo>
                <a:cubicBezTo>
                  <a:pt x="8502" y="8383"/>
                  <a:pt x="8383" y="8526"/>
                  <a:pt x="8240" y="8526"/>
                </a:cubicBezTo>
                <a:cubicBezTo>
                  <a:pt x="8097" y="8526"/>
                  <a:pt x="7978" y="8383"/>
                  <a:pt x="7978" y="8241"/>
                </a:cubicBezTo>
                <a:cubicBezTo>
                  <a:pt x="7978" y="8098"/>
                  <a:pt x="8097" y="7979"/>
                  <a:pt x="8240" y="7979"/>
                </a:cubicBezTo>
                <a:close/>
                <a:moveTo>
                  <a:pt x="2120" y="1"/>
                </a:moveTo>
                <a:lnTo>
                  <a:pt x="2120" y="549"/>
                </a:lnTo>
                <a:lnTo>
                  <a:pt x="1048" y="549"/>
                </a:lnTo>
                <a:lnTo>
                  <a:pt x="1048" y="3478"/>
                </a:lnTo>
                <a:cubicBezTo>
                  <a:pt x="834" y="3311"/>
                  <a:pt x="548" y="3216"/>
                  <a:pt x="263" y="3216"/>
                </a:cubicBezTo>
                <a:lnTo>
                  <a:pt x="1" y="3216"/>
                </a:lnTo>
                <a:lnTo>
                  <a:pt x="1" y="6764"/>
                </a:lnTo>
                <a:lnTo>
                  <a:pt x="1048" y="7812"/>
                </a:lnTo>
                <a:lnTo>
                  <a:pt x="1048" y="9050"/>
                </a:lnTo>
                <a:lnTo>
                  <a:pt x="5287" y="9050"/>
                </a:lnTo>
                <a:lnTo>
                  <a:pt x="5287" y="8098"/>
                </a:lnTo>
                <a:lnTo>
                  <a:pt x="7455" y="8407"/>
                </a:lnTo>
                <a:cubicBezTo>
                  <a:pt x="7526" y="8764"/>
                  <a:pt x="7859" y="9050"/>
                  <a:pt x="8240" y="9050"/>
                </a:cubicBezTo>
                <a:cubicBezTo>
                  <a:pt x="8693" y="9050"/>
                  <a:pt x="9026" y="8669"/>
                  <a:pt x="9026" y="8241"/>
                </a:cubicBezTo>
                <a:cubicBezTo>
                  <a:pt x="9026" y="7812"/>
                  <a:pt x="8669" y="7455"/>
                  <a:pt x="8240" y="7455"/>
                </a:cubicBezTo>
                <a:cubicBezTo>
                  <a:pt x="7931" y="7455"/>
                  <a:pt x="7669" y="7621"/>
                  <a:pt x="7550" y="7883"/>
                </a:cubicBezTo>
                <a:lnTo>
                  <a:pt x="5359" y="7574"/>
                </a:lnTo>
                <a:lnTo>
                  <a:pt x="5740" y="6383"/>
                </a:lnTo>
                <a:lnTo>
                  <a:pt x="7502" y="6383"/>
                </a:lnTo>
                <a:cubicBezTo>
                  <a:pt x="7597" y="6693"/>
                  <a:pt x="7907" y="6907"/>
                  <a:pt x="8240" y="6907"/>
                </a:cubicBezTo>
                <a:cubicBezTo>
                  <a:pt x="8669" y="6907"/>
                  <a:pt x="9026" y="6550"/>
                  <a:pt x="9026" y="6121"/>
                </a:cubicBezTo>
                <a:cubicBezTo>
                  <a:pt x="9026" y="5692"/>
                  <a:pt x="8669" y="5335"/>
                  <a:pt x="8240" y="5335"/>
                </a:cubicBezTo>
                <a:cubicBezTo>
                  <a:pt x="7907" y="5335"/>
                  <a:pt x="7597" y="5550"/>
                  <a:pt x="7502" y="5859"/>
                </a:cubicBezTo>
                <a:lnTo>
                  <a:pt x="5811" y="5859"/>
                </a:lnTo>
                <a:lnTo>
                  <a:pt x="5811" y="4740"/>
                </a:lnTo>
                <a:lnTo>
                  <a:pt x="7550" y="4406"/>
                </a:lnTo>
                <a:cubicBezTo>
                  <a:pt x="7693" y="4645"/>
                  <a:pt x="7955" y="4787"/>
                  <a:pt x="8240" y="4787"/>
                </a:cubicBezTo>
                <a:cubicBezTo>
                  <a:pt x="8669" y="4787"/>
                  <a:pt x="9026" y="4430"/>
                  <a:pt x="9026" y="4002"/>
                </a:cubicBezTo>
                <a:cubicBezTo>
                  <a:pt x="9026" y="3573"/>
                  <a:pt x="8669" y="3216"/>
                  <a:pt x="8240" y="3216"/>
                </a:cubicBezTo>
                <a:cubicBezTo>
                  <a:pt x="7836" y="3216"/>
                  <a:pt x="7502" y="3502"/>
                  <a:pt x="7455" y="3883"/>
                </a:cubicBezTo>
                <a:lnTo>
                  <a:pt x="5811" y="4216"/>
                </a:lnTo>
                <a:lnTo>
                  <a:pt x="5811" y="1596"/>
                </a:lnTo>
                <a:lnTo>
                  <a:pt x="4763" y="1596"/>
                </a:lnTo>
                <a:lnTo>
                  <a:pt x="4763" y="549"/>
                </a:lnTo>
                <a:lnTo>
                  <a:pt x="3692" y="549"/>
                </a:lnTo>
                <a:lnTo>
                  <a:pt x="36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72"/>
          <p:cNvSpPr txBox="1"/>
          <p:nvPr>
            <p:ph idx="5" type="title"/>
          </p:nvPr>
        </p:nvSpPr>
        <p:spPr>
          <a:xfrm>
            <a:off x="2077027" y="363587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35" name="Google Shape;735;p72"/>
          <p:cNvSpPr txBox="1"/>
          <p:nvPr>
            <p:ph idx="6" type="subTitle"/>
          </p:nvPr>
        </p:nvSpPr>
        <p:spPr>
          <a:xfrm>
            <a:off x="2077350" y="4180701"/>
            <a:ext cx="59088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 It’s full of iron oxide dust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25"/>
                                        </p:tgtEl>
                                        <p:attrNameLst>
                                          <p:attrName>style.visibility</p:attrName>
                                        </p:attrNameLst>
                                      </p:cBhvr>
                                      <p:to>
                                        <p:strVal val="visible"/>
                                      </p:to>
                                    </p:set>
                                    <p:anim calcmode="lin" valueType="num">
                                      <p:cBhvr additive="base">
                                        <p:cTn dur="1000"/>
                                        <p:tgtEl>
                                          <p:spTgt spid="72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27"/>
                                        </p:tgtEl>
                                        <p:attrNameLst>
                                          <p:attrName>style.visibility</p:attrName>
                                        </p:attrNameLst>
                                      </p:cBhvr>
                                      <p:to>
                                        <p:strVal val="visible"/>
                                      </p:to>
                                    </p:set>
                                    <p:anim calcmode="lin" valueType="num">
                                      <p:cBhvr additive="base">
                                        <p:cTn dur="1000"/>
                                        <p:tgtEl>
                                          <p:spTgt spid="72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34"/>
                                        </p:tgtEl>
                                        <p:attrNameLst>
                                          <p:attrName>style.visibility</p:attrName>
                                        </p:attrNameLst>
                                      </p:cBhvr>
                                      <p:to>
                                        <p:strVal val="visible"/>
                                      </p:to>
                                    </p:set>
                                    <p:anim calcmode="lin" valueType="num">
                                      <p:cBhvr additive="base">
                                        <p:cTn dur="1000"/>
                                        <p:tgtEl>
                                          <p:spTgt spid="73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TextBox 739"/>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GLOBAL EXCELLENCE</a:t>
            </a:r>
          </a:p>
          <a:p>
            <a:pPr>
              <a:spcAft>
                <a:spcPts val="400"/>
              </a:spcAft>
            </a:pPr>
            <a:r>
              <a:rPr sz="2300" b="1">
                <a:solidFill>
                  <a:srgbClr val="1F1F1F"/>
                </a:solidFill>
                <a:latin typeface="Arial"/>
              </a:rPr>
              <a:t>A WORLD-FIRST INNOVATION </a:t>
            </a:r>
            <a:r>
              <a:rPr sz="2300" b="1">
                <a:solidFill>
                  <a:srgbClr val="7D6652"/>
                </a:solidFill>
                <a:latin typeface="Arial"/>
              </a:rPr>
              <a:t>FOR PAKISTAN</a:t>
            </a:r>
          </a:p>
          <a:p>
            <a:pPr>
              <a:defRPr sz="1100">
                <a:solidFill>
                  <a:srgbClr val="5F5F5F"/>
                </a:solidFill>
                <a:latin typeface="Arial"/>
              </a:defRPr>
            </a:pPr>
            <a:r>
              <a:t>No system on earth has ever combined multi-agent intelligence with Pakistan-specific realities.</a:t>
            </a:r>
          </a:p>
        </p:txBody>
      </p:sp>
      <p:sp>
        <p:nvSpPr>
          <p:cNvPr id="741" name="Rounded Rectangle 740"/>
          <p:cNvSpPr/>
          <p:nvPr/>
        </p:nvSpPr>
        <p:spPr>
          <a:xfrm>
            <a:off x="731520" y="1691640"/>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2" name="Rounded Rectangle 741"/>
          <p:cNvSpPr/>
          <p:nvPr/>
        </p:nvSpPr>
        <p:spPr>
          <a:xfrm>
            <a:off x="868680" y="1819656"/>
            <a:ext cx="384048" cy="256032"/>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414E3E"/>
                </a:solidFill>
                <a:latin typeface="Arial"/>
              </a:defRPr>
            </a:pPr>
            <a:r>
              <a:t>01</a:t>
            </a:r>
          </a:p>
        </p:txBody>
      </p:sp>
      <p:sp>
        <p:nvSpPr>
          <p:cNvPr id="743" name="TextBox 742"/>
          <p:cNvSpPr txBox="1"/>
          <p:nvPr/>
        </p:nvSpPr>
        <p:spPr>
          <a:xfrm>
            <a:off x="868680" y="2112264"/>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Pakistan Credential Context</a:t>
            </a:r>
          </a:p>
          <a:p>
            <a:pPr>
              <a:defRPr sz="900">
                <a:solidFill>
                  <a:srgbClr val="5F5F5F"/>
                </a:solidFill>
                <a:latin typeface="Arial"/>
              </a:defRPr>
            </a:pPr>
            <a:r>
              <a:t>Understands HEC HAT/USAT benchmarks, IBCC 12-year equivalence rules, and MOFA seal requirements that generic platforms fail to recognize.</a:t>
            </a:r>
          </a:p>
        </p:txBody>
      </p:sp>
      <p:sp>
        <p:nvSpPr>
          <p:cNvPr id="744" name="Rounded Rectangle 743"/>
          <p:cNvSpPr/>
          <p:nvPr/>
        </p:nvSpPr>
        <p:spPr>
          <a:xfrm>
            <a:off x="4663439" y="1691640"/>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5" name="Rounded Rectangle 744"/>
          <p:cNvSpPr/>
          <p:nvPr/>
        </p:nvSpPr>
        <p:spPr>
          <a:xfrm>
            <a:off x="4800599" y="1819656"/>
            <a:ext cx="384048" cy="256032"/>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80463E"/>
                </a:solidFill>
                <a:latin typeface="Arial"/>
              </a:defRPr>
            </a:pPr>
            <a:r>
              <a:t>02</a:t>
            </a:r>
          </a:p>
        </p:txBody>
      </p:sp>
      <p:sp>
        <p:nvSpPr>
          <p:cNvPr id="746" name="TextBox 745"/>
          <p:cNvSpPr txBox="1"/>
          <p:nvPr/>
        </p:nvSpPr>
        <p:spPr>
          <a:xfrm>
            <a:off x="4800599" y="2112264"/>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Unclaimed Bilateral Quotas</a:t>
            </a:r>
          </a:p>
          <a:p>
            <a:pPr>
              <a:defRPr sz="900">
                <a:solidFill>
                  <a:srgbClr val="5F5F5F"/>
                </a:solidFill>
                <a:latin typeface="Arial"/>
              </a:defRPr>
            </a:pPr>
            <a:r>
              <a:t>Discovers 400+ Hungarian, 200+ Chinese CSC, and Romanian government seats allocated specifically for Pakistani nationals that go unnoticed.</a:t>
            </a:r>
          </a:p>
        </p:txBody>
      </p:sp>
      <p:sp>
        <p:nvSpPr>
          <p:cNvPr id="747" name="Rounded Rectangle 746"/>
          <p:cNvSpPr/>
          <p:nvPr/>
        </p:nvSpPr>
        <p:spPr>
          <a:xfrm>
            <a:off x="731520" y="3264408"/>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8" name="Rounded Rectangle 747"/>
          <p:cNvSpPr/>
          <p:nvPr/>
        </p:nvSpPr>
        <p:spPr>
          <a:xfrm>
            <a:off x="868680" y="3392424"/>
            <a:ext cx="384048" cy="256032"/>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55524C"/>
                </a:solidFill>
                <a:latin typeface="Arial"/>
              </a:defRPr>
            </a:pPr>
            <a:r>
              <a:t>03</a:t>
            </a:r>
          </a:p>
        </p:txBody>
      </p:sp>
      <p:sp>
        <p:nvSpPr>
          <p:cNvPr id="749" name="TextBox 748"/>
          <p:cNvSpPr txBox="1"/>
          <p:nvPr/>
        </p:nvSpPr>
        <p:spPr>
          <a:xfrm>
            <a:off x="868680" y="3685032"/>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True PKR Cost Deconstruction</a:t>
            </a:r>
          </a:p>
          <a:p>
            <a:pPr>
              <a:defRPr sz="900">
                <a:solidFill>
                  <a:srgbClr val="5F5F5F"/>
                </a:solidFill>
                <a:latin typeface="Arial"/>
              </a:defRPr>
            </a:pPr>
            <a:r>
              <a:t>Unmasks the myth of '100% Free'. Calculates upfront PKR requirements (PKR 76k IELTS, visa fees, document attestation, medical tests).</a:t>
            </a:r>
          </a:p>
        </p:txBody>
      </p:sp>
      <p:sp>
        <p:nvSpPr>
          <p:cNvPr id="750" name="Rounded Rectangle 749"/>
          <p:cNvSpPr/>
          <p:nvPr/>
        </p:nvSpPr>
        <p:spPr>
          <a:xfrm>
            <a:off x="4663439" y="3264408"/>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1" name="Rounded Rectangle 750"/>
          <p:cNvSpPr/>
          <p:nvPr/>
        </p:nvSpPr>
        <p:spPr>
          <a:xfrm>
            <a:off x="4800599" y="3392424"/>
            <a:ext cx="384048" cy="256032"/>
          </a:xfrm>
          <a:prstGeom prst="roundRect">
            <a:avLst>
              <a:gd name="adj" fmla="val 3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706252"/>
                </a:solidFill>
                <a:latin typeface="Arial"/>
              </a:defRPr>
            </a:pPr>
            <a:r>
              <a:t>04</a:t>
            </a:r>
          </a:p>
        </p:txBody>
      </p:sp>
      <p:sp>
        <p:nvSpPr>
          <p:cNvPr id="752" name="TextBox 751"/>
          <p:cNvSpPr txBox="1"/>
          <p:nvPr/>
        </p:nvSpPr>
        <p:spPr>
          <a:xfrm>
            <a:off x="4800599" y="3685032"/>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Adversarial Skeptic Audit</a:t>
            </a:r>
          </a:p>
          <a:p>
            <a:pPr>
              <a:defRPr sz="900">
                <a:solidFill>
                  <a:srgbClr val="5F5F5F"/>
                </a:solidFill>
                <a:latin typeface="Arial"/>
              </a:defRPr>
            </a:pPr>
            <a:r>
              <a:t>First platform featuring a dedicated Skeptic Agent that actively attempts to disqualify matches, preventing students from scam application portals.</a:t>
            </a: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sp>
        <p:nvSpPr>
          <p:cNvPr id="751" name="Google Shape;751;p74"/>
          <p:cNvSpPr txBox="1"/>
          <p:nvPr>
            <p:ph type="title"/>
          </p:nvPr>
        </p:nvSpPr>
        <p:spPr>
          <a:xfrm>
            <a:off x="2014775" y="1710525"/>
            <a:ext cx="51141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52" name="Google Shape;752;p74"/>
          <p:cNvSpPr txBox="1"/>
          <p:nvPr>
            <p:ph idx="1" type="subTitle"/>
          </p:nvPr>
        </p:nvSpPr>
        <p:spPr>
          <a:xfrm>
            <a:off x="2014925" y="2255348"/>
            <a:ext cx="51141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753" name="Google Shape;753;p74"/>
          <p:cNvSpPr txBox="1"/>
          <p:nvPr>
            <p:ph idx="2" type="title"/>
          </p:nvPr>
        </p:nvSpPr>
        <p:spPr>
          <a:xfrm>
            <a:off x="2014780" y="3258850"/>
            <a:ext cx="51138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54" name="Google Shape;754;p74"/>
          <p:cNvSpPr txBox="1"/>
          <p:nvPr>
            <p:ph idx="3" type="subTitle"/>
          </p:nvPr>
        </p:nvSpPr>
        <p:spPr>
          <a:xfrm>
            <a:off x="2015075" y="3803672"/>
            <a:ext cx="51138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755" name="Google Shape;755;p74"/>
          <p:cNvSpPr txBox="1"/>
          <p:nvPr>
            <p:ph idx="4"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TWO IMPORTANT </a:t>
            </a:r>
            <a:r>
              <a:rPr lang="en">
                <a:solidFill>
                  <a:schemeClr val="lt1"/>
                </a:solidFill>
              </a:rPr>
              <a:t>CONCEPTS</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52"/>
                                        </p:tgtEl>
                                        <p:attrNameLst>
                                          <p:attrName>style.visibility</p:attrName>
                                        </p:attrNameLst>
                                      </p:cBhvr>
                                      <p:to>
                                        <p:strVal val="visible"/>
                                      </p:to>
                                    </p:set>
                                    <p:anim calcmode="lin" valueType="num">
                                      <p:cBhvr additive="base">
                                        <p:cTn dur="1000"/>
                                        <p:tgtEl>
                                          <p:spTgt spid="75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54"/>
                                        </p:tgtEl>
                                        <p:attrNameLst>
                                          <p:attrName>style.visibility</p:attrName>
                                        </p:attrNameLst>
                                      </p:cBhvr>
                                      <p:to>
                                        <p:strVal val="visible"/>
                                      </p:to>
                                    </p:set>
                                    <p:anim calcmode="lin" valueType="num">
                                      <p:cBhvr additive="base">
                                        <p:cTn dur="1000"/>
                                        <p:tgtEl>
                                          <p:spTgt spid="75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75"/>
          <p:cNvSpPr txBox="1"/>
          <p:nvPr>
            <p:ph idx="1" type="subTitle"/>
          </p:nvPr>
        </p:nvSpPr>
        <p:spPr>
          <a:xfrm>
            <a:off x="723300" y="2291463"/>
            <a:ext cx="3035100" cy="138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61" name="Google Shape;761;p75"/>
          <p:cNvSpPr txBox="1"/>
          <p:nvPr>
            <p:ph type="title"/>
          </p:nvPr>
        </p:nvSpPr>
        <p:spPr>
          <a:xfrm flipH="1">
            <a:off x="719825" y="1463638"/>
            <a:ext cx="3035100" cy="7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a:t>
            </a:r>
            <a:r>
              <a:rPr lang="en">
                <a:solidFill>
                  <a:schemeClr val="lt1"/>
                </a:solidFill>
              </a:rPr>
              <a:t>DEMO</a:t>
            </a:r>
            <a:endParaRPr>
              <a:solidFill>
                <a:schemeClr val="lt1"/>
              </a:solidFill>
            </a:endParaRPr>
          </a:p>
        </p:txBody>
      </p:sp>
      <p:grpSp>
        <p:nvGrpSpPr>
          <p:cNvPr id="762" name="Google Shape;762;p75"/>
          <p:cNvGrpSpPr/>
          <p:nvPr/>
        </p:nvGrpSpPr>
        <p:grpSpPr>
          <a:xfrm rot="137742">
            <a:off x="4516813" y="1106970"/>
            <a:ext cx="3750160" cy="2923690"/>
            <a:chOff x="2144600" y="1557475"/>
            <a:chExt cx="3330800" cy="2596750"/>
          </a:xfrm>
        </p:grpSpPr>
        <p:sp>
          <p:nvSpPr>
            <p:cNvPr id="763" name="Google Shape;763;p75"/>
            <p:cNvSpPr/>
            <p:nvPr/>
          </p:nvSpPr>
          <p:spPr>
            <a:xfrm>
              <a:off x="2144600" y="1557475"/>
              <a:ext cx="3330800" cy="2596750"/>
            </a:xfrm>
            <a:custGeom>
              <a:rect b="b" l="l" r="r" t="t"/>
              <a:pathLst>
                <a:path extrusionOk="0" h="103870" w="133232">
                  <a:moveTo>
                    <a:pt x="129564" y="869"/>
                  </a:moveTo>
                  <a:cubicBezTo>
                    <a:pt x="130314" y="869"/>
                    <a:pt x="131017" y="1155"/>
                    <a:pt x="131541" y="1691"/>
                  </a:cubicBezTo>
                  <a:cubicBezTo>
                    <a:pt x="132065" y="2215"/>
                    <a:pt x="132362" y="2917"/>
                    <a:pt x="132362" y="3655"/>
                  </a:cubicBezTo>
                  <a:lnTo>
                    <a:pt x="132362" y="6239"/>
                  </a:lnTo>
                  <a:lnTo>
                    <a:pt x="870" y="6239"/>
                  </a:lnTo>
                  <a:lnTo>
                    <a:pt x="870" y="3655"/>
                  </a:lnTo>
                  <a:cubicBezTo>
                    <a:pt x="870" y="2917"/>
                    <a:pt x="1167" y="2215"/>
                    <a:pt x="1691" y="1691"/>
                  </a:cubicBezTo>
                  <a:cubicBezTo>
                    <a:pt x="2215" y="1155"/>
                    <a:pt x="2918" y="869"/>
                    <a:pt x="3668" y="869"/>
                  </a:cubicBezTo>
                  <a:close/>
                  <a:moveTo>
                    <a:pt x="132362" y="7108"/>
                  </a:moveTo>
                  <a:lnTo>
                    <a:pt x="132362" y="76771"/>
                  </a:lnTo>
                  <a:lnTo>
                    <a:pt x="870" y="76771"/>
                  </a:lnTo>
                  <a:lnTo>
                    <a:pt x="870" y="7108"/>
                  </a:lnTo>
                  <a:close/>
                  <a:moveTo>
                    <a:pt x="132362" y="77641"/>
                  </a:moveTo>
                  <a:lnTo>
                    <a:pt x="132362" y="82939"/>
                  </a:lnTo>
                  <a:cubicBezTo>
                    <a:pt x="132362" y="83677"/>
                    <a:pt x="132065" y="84379"/>
                    <a:pt x="131541" y="84903"/>
                  </a:cubicBezTo>
                  <a:cubicBezTo>
                    <a:pt x="131017" y="85439"/>
                    <a:pt x="130314" y="85725"/>
                    <a:pt x="129564" y="85725"/>
                  </a:cubicBezTo>
                  <a:lnTo>
                    <a:pt x="3668" y="85725"/>
                  </a:lnTo>
                  <a:cubicBezTo>
                    <a:pt x="2918" y="85725"/>
                    <a:pt x="2215" y="85439"/>
                    <a:pt x="1691" y="84903"/>
                  </a:cubicBezTo>
                  <a:cubicBezTo>
                    <a:pt x="1167" y="84379"/>
                    <a:pt x="870" y="83677"/>
                    <a:pt x="870" y="82939"/>
                  </a:cubicBezTo>
                  <a:lnTo>
                    <a:pt x="870" y="77641"/>
                  </a:lnTo>
                  <a:close/>
                  <a:moveTo>
                    <a:pt x="78987" y="86594"/>
                  </a:moveTo>
                  <a:lnTo>
                    <a:pt x="78987" y="86665"/>
                  </a:lnTo>
                  <a:cubicBezTo>
                    <a:pt x="79058" y="94214"/>
                    <a:pt x="80951" y="97560"/>
                    <a:pt x="82082" y="98881"/>
                  </a:cubicBezTo>
                  <a:lnTo>
                    <a:pt x="82177" y="99000"/>
                  </a:lnTo>
                  <a:lnTo>
                    <a:pt x="51043" y="99000"/>
                  </a:lnTo>
                  <a:lnTo>
                    <a:pt x="51150" y="98881"/>
                  </a:lnTo>
                  <a:cubicBezTo>
                    <a:pt x="52281" y="97560"/>
                    <a:pt x="54174" y="94214"/>
                    <a:pt x="54257" y="86665"/>
                  </a:cubicBezTo>
                  <a:lnTo>
                    <a:pt x="54257" y="86594"/>
                  </a:lnTo>
                  <a:close/>
                  <a:moveTo>
                    <a:pt x="89833" y="99869"/>
                  </a:moveTo>
                  <a:cubicBezTo>
                    <a:pt x="90417" y="99869"/>
                    <a:pt x="91071" y="100108"/>
                    <a:pt x="91595" y="100501"/>
                  </a:cubicBezTo>
                  <a:cubicBezTo>
                    <a:pt x="92155" y="100917"/>
                    <a:pt x="92464" y="101453"/>
                    <a:pt x="92464" y="101965"/>
                  </a:cubicBezTo>
                  <a:lnTo>
                    <a:pt x="92464" y="103001"/>
                  </a:lnTo>
                  <a:lnTo>
                    <a:pt x="40768" y="103001"/>
                  </a:lnTo>
                  <a:lnTo>
                    <a:pt x="40768" y="101965"/>
                  </a:lnTo>
                  <a:cubicBezTo>
                    <a:pt x="40768" y="101453"/>
                    <a:pt x="41089" y="100917"/>
                    <a:pt x="41637" y="100501"/>
                  </a:cubicBezTo>
                  <a:cubicBezTo>
                    <a:pt x="42161" y="100108"/>
                    <a:pt x="42815" y="99869"/>
                    <a:pt x="43399" y="99869"/>
                  </a:cubicBezTo>
                  <a:close/>
                  <a:moveTo>
                    <a:pt x="3668" y="0"/>
                  </a:moveTo>
                  <a:cubicBezTo>
                    <a:pt x="1644" y="0"/>
                    <a:pt x="1" y="1643"/>
                    <a:pt x="1" y="3655"/>
                  </a:cubicBezTo>
                  <a:lnTo>
                    <a:pt x="1" y="82939"/>
                  </a:lnTo>
                  <a:cubicBezTo>
                    <a:pt x="1" y="84951"/>
                    <a:pt x="1644" y="86594"/>
                    <a:pt x="3668" y="86594"/>
                  </a:cubicBezTo>
                  <a:lnTo>
                    <a:pt x="53388" y="86594"/>
                  </a:lnTo>
                  <a:lnTo>
                    <a:pt x="53388" y="86665"/>
                  </a:lnTo>
                  <a:cubicBezTo>
                    <a:pt x="53329" y="91940"/>
                    <a:pt x="52352" y="95000"/>
                    <a:pt x="51555" y="96643"/>
                  </a:cubicBezTo>
                  <a:cubicBezTo>
                    <a:pt x="51066" y="97607"/>
                    <a:pt x="50590" y="98203"/>
                    <a:pt x="50281" y="98536"/>
                  </a:cubicBezTo>
                  <a:cubicBezTo>
                    <a:pt x="50138" y="98691"/>
                    <a:pt x="49995" y="98822"/>
                    <a:pt x="49852" y="98929"/>
                  </a:cubicBezTo>
                  <a:cubicBezTo>
                    <a:pt x="49828" y="98953"/>
                    <a:pt x="49804" y="98965"/>
                    <a:pt x="49781" y="98988"/>
                  </a:cubicBezTo>
                  <a:lnTo>
                    <a:pt x="49757" y="99000"/>
                  </a:lnTo>
                  <a:lnTo>
                    <a:pt x="43411" y="99000"/>
                  </a:lnTo>
                  <a:cubicBezTo>
                    <a:pt x="42601" y="99000"/>
                    <a:pt x="41720" y="99322"/>
                    <a:pt x="41041" y="99858"/>
                  </a:cubicBezTo>
                  <a:cubicBezTo>
                    <a:pt x="40303" y="100441"/>
                    <a:pt x="39898" y="101191"/>
                    <a:pt x="39898" y="101965"/>
                  </a:cubicBezTo>
                  <a:lnTo>
                    <a:pt x="39898" y="103441"/>
                  </a:lnTo>
                  <a:cubicBezTo>
                    <a:pt x="39898" y="103679"/>
                    <a:pt x="40089" y="103870"/>
                    <a:pt x="40339" y="103870"/>
                  </a:cubicBezTo>
                  <a:lnTo>
                    <a:pt x="92905" y="103870"/>
                  </a:lnTo>
                  <a:cubicBezTo>
                    <a:pt x="93143" y="103870"/>
                    <a:pt x="93334" y="103679"/>
                    <a:pt x="93334" y="103441"/>
                  </a:cubicBezTo>
                  <a:lnTo>
                    <a:pt x="93334" y="101977"/>
                  </a:lnTo>
                  <a:cubicBezTo>
                    <a:pt x="93334" y="101191"/>
                    <a:pt x="92929" y="100441"/>
                    <a:pt x="92191" y="99858"/>
                  </a:cubicBezTo>
                  <a:cubicBezTo>
                    <a:pt x="91512" y="99322"/>
                    <a:pt x="90631" y="99000"/>
                    <a:pt x="89833" y="99000"/>
                  </a:cubicBezTo>
                  <a:lnTo>
                    <a:pt x="83475" y="99000"/>
                  </a:lnTo>
                  <a:lnTo>
                    <a:pt x="83451" y="98988"/>
                  </a:lnTo>
                  <a:cubicBezTo>
                    <a:pt x="83166" y="98786"/>
                    <a:pt x="82416" y="98167"/>
                    <a:pt x="81666" y="96631"/>
                  </a:cubicBezTo>
                  <a:cubicBezTo>
                    <a:pt x="80511" y="94262"/>
                    <a:pt x="79891" y="90916"/>
                    <a:pt x="79856" y="86665"/>
                  </a:cubicBezTo>
                  <a:lnTo>
                    <a:pt x="79844" y="86594"/>
                  </a:lnTo>
                  <a:lnTo>
                    <a:pt x="129564" y="86594"/>
                  </a:lnTo>
                  <a:cubicBezTo>
                    <a:pt x="131588" y="86594"/>
                    <a:pt x="133231" y="84951"/>
                    <a:pt x="133231" y="82939"/>
                  </a:cubicBezTo>
                  <a:lnTo>
                    <a:pt x="133231" y="3655"/>
                  </a:lnTo>
                  <a:cubicBezTo>
                    <a:pt x="133231" y="1643"/>
                    <a:pt x="131588" y="0"/>
                    <a:pt x="129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0C0C"/>
                </a:solidFill>
              </a:endParaRPr>
            </a:p>
          </p:txBody>
        </p:sp>
        <p:sp>
          <p:nvSpPr>
            <p:cNvPr id="764" name="Google Shape;764;p75"/>
            <p:cNvSpPr/>
            <p:nvPr/>
          </p:nvSpPr>
          <p:spPr>
            <a:xfrm>
              <a:off x="3678425" y="3558900"/>
              <a:ext cx="263150" cy="79800"/>
            </a:xfrm>
            <a:custGeom>
              <a:rect b="b" l="l" r="r" t="t"/>
              <a:pathLst>
                <a:path extrusionOk="0" h="3192" w="10526">
                  <a:moveTo>
                    <a:pt x="8930" y="941"/>
                  </a:moveTo>
                  <a:cubicBezTo>
                    <a:pt x="9121" y="941"/>
                    <a:pt x="9275" y="1013"/>
                    <a:pt x="9394" y="1132"/>
                  </a:cubicBezTo>
                  <a:cubicBezTo>
                    <a:pt x="9514" y="1251"/>
                    <a:pt x="9585" y="1417"/>
                    <a:pt x="9585" y="1596"/>
                  </a:cubicBezTo>
                  <a:cubicBezTo>
                    <a:pt x="9585" y="1775"/>
                    <a:pt x="9514" y="1929"/>
                    <a:pt x="9394" y="2048"/>
                  </a:cubicBezTo>
                  <a:cubicBezTo>
                    <a:pt x="9275" y="2167"/>
                    <a:pt x="9121" y="2239"/>
                    <a:pt x="8930" y="2239"/>
                  </a:cubicBezTo>
                  <a:lnTo>
                    <a:pt x="1596" y="2239"/>
                  </a:lnTo>
                  <a:cubicBezTo>
                    <a:pt x="1405" y="2239"/>
                    <a:pt x="1251" y="2167"/>
                    <a:pt x="1132" y="2048"/>
                  </a:cubicBezTo>
                  <a:cubicBezTo>
                    <a:pt x="1012" y="1929"/>
                    <a:pt x="941" y="1775"/>
                    <a:pt x="941" y="1596"/>
                  </a:cubicBezTo>
                  <a:cubicBezTo>
                    <a:pt x="941" y="1417"/>
                    <a:pt x="1012" y="1251"/>
                    <a:pt x="1132" y="1132"/>
                  </a:cubicBezTo>
                  <a:cubicBezTo>
                    <a:pt x="1251" y="1013"/>
                    <a:pt x="1405" y="941"/>
                    <a:pt x="1596" y="941"/>
                  </a:cubicBezTo>
                  <a:close/>
                  <a:moveTo>
                    <a:pt x="1596" y="1"/>
                  </a:moveTo>
                  <a:cubicBezTo>
                    <a:pt x="715" y="1"/>
                    <a:pt x="0" y="715"/>
                    <a:pt x="0" y="1596"/>
                  </a:cubicBezTo>
                  <a:cubicBezTo>
                    <a:pt x="0" y="2477"/>
                    <a:pt x="715" y="3191"/>
                    <a:pt x="1596" y="3191"/>
                  </a:cubicBezTo>
                  <a:lnTo>
                    <a:pt x="8942" y="3191"/>
                  </a:lnTo>
                  <a:cubicBezTo>
                    <a:pt x="9811" y="3191"/>
                    <a:pt x="10526" y="2465"/>
                    <a:pt x="10526" y="1596"/>
                  </a:cubicBezTo>
                  <a:cubicBezTo>
                    <a:pt x="10526" y="715"/>
                    <a:pt x="9811" y="1"/>
                    <a:pt x="89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0C0C"/>
                </a:solidFill>
              </a:endParaRPr>
            </a:p>
          </p:txBody>
        </p:sp>
      </p:grpSp>
      <p:pic>
        <p:nvPicPr>
          <p:cNvPr id="765" name="Google Shape;765;p75"/>
          <p:cNvPicPr preferRelativeResize="0"/>
          <p:nvPr/>
        </p:nvPicPr>
        <p:blipFill rotWithShape="1">
          <a:blip r:embed="rId3">
            <a:alphaModFix/>
          </a:blip>
          <a:srcRect b="2052" l="0" r="0" t="2052"/>
          <a:stretch/>
        </p:blipFill>
        <p:spPr>
          <a:xfrm rot="137821">
            <a:off x="4560978" y="1296974"/>
            <a:ext cx="3690376" cy="1990671"/>
          </a:xfrm>
          <a:prstGeom prst="rect">
            <a:avLst/>
          </a:prstGeom>
          <a:noFill/>
          <a:ln cap="flat" cmpd="sng" w="9525">
            <a:solidFill>
              <a:schemeClr val="dk2"/>
            </a:solidFill>
            <a:prstDash val="solid"/>
            <a:round/>
            <a:headEnd len="sm" w="sm" type="none"/>
            <a:tailEnd len="sm" w="sm" type="none"/>
          </a:ln>
        </p:spPr>
      </p:pic>
      <p:sp>
        <p:nvSpPr>
          <p:cNvPr id="766" name="Google Shape;766;p75"/>
          <p:cNvSpPr/>
          <p:nvPr/>
        </p:nvSpPr>
        <p:spPr>
          <a:xfrm flipH="1">
            <a:off x="6096978" y="29262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75"/>
          <p:cNvSpPr/>
          <p:nvPr/>
        </p:nvSpPr>
        <p:spPr>
          <a:xfrm flipH="1" rot="8921821">
            <a:off x="2549101" y="3961919"/>
            <a:ext cx="8201049" cy="301573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0"/>
                                        </p:tgtEl>
                                        <p:attrNameLst>
                                          <p:attrName>style.visibility</p:attrName>
                                        </p:attrNameLst>
                                      </p:cBhvr>
                                      <p:to>
                                        <p:strVal val="visible"/>
                                      </p:to>
                                    </p:set>
                                    <p:animEffect filter="fade" transition="in">
                                      <p:cBhvr>
                                        <p:cTn dur="1000"/>
                                        <p:tgtEl>
                                          <p:spTgt spid="76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 name="Shape 771"/>
        <p:cNvGrpSpPr/>
        <p:nvPr/>
      </p:nvGrpSpPr>
      <p:grpSpPr>
        <a:xfrm>
          <a:off x="0" y="0"/>
          <a:ext cx="0" cy="0"/>
          <a:chOff x="0" y="0"/>
          <a:chExt cx="0" cy="0"/>
        </a:xfrm>
      </p:grpSpPr>
      <p:sp>
        <p:nvSpPr>
          <p:cNvPr id="772" name="Google Shape;772;p76"/>
          <p:cNvSpPr txBox="1"/>
          <p:nvPr>
            <p:ph idx="1" type="subTitle"/>
          </p:nvPr>
        </p:nvSpPr>
        <p:spPr>
          <a:xfrm>
            <a:off x="4959025" y="2291463"/>
            <a:ext cx="3035100" cy="13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73" name="Google Shape;773;p76"/>
          <p:cNvSpPr txBox="1"/>
          <p:nvPr>
            <p:ph type="title"/>
          </p:nvPr>
        </p:nvSpPr>
        <p:spPr>
          <a:xfrm flipH="1">
            <a:off x="4955550" y="1463638"/>
            <a:ext cx="3035100" cy="7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TABLET </a:t>
            </a:r>
            <a:r>
              <a:rPr lang="en">
                <a:solidFill>
                  <a:schemeClr val="lt1"/>
                </a:solidFill>
              </a:rPr>
              <a:t>APP</a:t>
            </a:r>
            <a:endParaRPr>
              <a:solidFill>
                <a:schemeClr val="lt1"/>
              </a:solidFill>
            </a:endParaRPr>
          </a:p>
        </p:txBody>
      </p:sp>
      <p:grpSp>
        <p:nvGrpSpPr>
          <p:cNvPr id="774" name="Google Shape;774;p76"/>
          <p:cNvGrpSpPr/>
          <p:nvPr/>
        </p:nvGrpSpPr>
        <p:grpSpPr>
          <a:xfrm flipH="1" rot="-227136">
            <a:off x="1522039" y="1099242"/>
            <a:ext cx="2141485" cy="2944709"/>
            <a:chOff x="1835466" y="929768"/>
            <a:chExt cx="2388300" cy="3284100"/>
          </a:xfrm>
        </p:grpSpPr>
        <p:sp>
          <p:nvSpPr>
            <p:cNvPr id="775" name="Google Shape;775;p76"/>
            <p:cNvSpPr/>
            <p:nvPr/>
          </p:nvSpPr>
          <p:spPr>
            <a:xfrm>
              <a:off x="1835466" y="929768"/>
              <a:ext cx="2388300" cy="3284100"/>
            </a:xfrm>
            <a:prstGeom prst="roundRect">
              <a:avLst>
                <a:gd fmla="val 4846"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776" name="Google Shape;776;p76"/>
            <p:cNvSpPr/>
            <p:nvPr/>
          </p:nvSpPr>
          <p:spPr>
            <a:xfrm>
              <a:off x="2010540" y="1124747"/>
              <a:ext cx="2038200" cy="2909100"/>
            </a:xfrm>
            <a:prstGeom prst="rect">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76"/>
            <p:cNvSpPr/>
            <p:nvPr/>
          </p:nvSpPr>
          <p:spPr>
            <a:xfrm>
              <a:off x="2947423" y="4083887"/>
              <a:ext cx="164400" cy="77100"/>
            </a:xfrm>
            <a:prstGeom prst="roundRect">
              <a:avLst>
                <a:gd fmla="val 5000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78" name="Google Shape;778;p76"/>
          <p:cNvPicPr preferRelativeResize="0"/>
          <p:nvPr/>
        </p:nvPicPr>
        <p:blipFill rotWithShape="1">
          <a:blip r:embed="rId3">
            <a:alphaModFix/>
          </a:blip>
          <a:srcRect b="-250" l="5958" r="54505" t="250"/>
          <a:stretch/>
        </p:blipFill>
        <p:spPr>
          <a:xfrm rot="-227178">
            <a:off x="1674065" y="1271662"/>
            <a:ext cx="1836543" cy="2612877"/>
          </a:xfrm>
          <a:prstGeom prst="rect">
            <a:avLst/>
          </a:prstGeom>
          <a:noFill/>
          <a:ln cap="flat" cmpd="sng" w="19050">
            <a:solidFill>
              <a:schemeClr val="dk2"/>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8"/>
                                        </p:tgtEl>
                                        <p:attrNameLst>
                                          <p:attrName>style.visibility</p:attrName>
                                        </p:attrNameLst>
                                      </p:cBhvr>
                                      <p:to>
                                        <p:strVal val="visible"/>
                                      </p:to>
                                    </p:set>
                                    <p:animEffect filter="fade" transition="in">
                                      <p:cBhvr>
                                        <p:cTn dur="1000"/>
                                        <p:tgtEl>
                                          <p:spTgt spid="7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77"/>
          <p:cNvSpPr txBox="1"/>
          <p:nvPr>
            <p:ph idx="1" type="subTitle"/>
          </p:nvPr>
        </p:nvSpPr>
        <p:spPr>
          <a:xfrm>
            <a:off x="1536900" y="2291463"/>
            <a:ext cx="3035100" cy="13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84" name="Google Shape;784;p77"/>
          <p:cNvSpPr/>
          <p:nvPr/>
        </p:nvSpPr>
        <p:spPr>
          <a:xfrm rot="344412">
            <a:off x="6077489" y="1031859"/>
            <a:ext cx="1544162" cy="3079661"/>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785" name="Google Shape;785;p77"/>
          <p:cNvPicPr preferRelativeResize="0"/>
          <p:nvPr/>
        </p:nvPicPr>
        <p:blipFill rotWithShape="1">
          <a:blip r:embed="rId3">
            <a:alphaModFix/>
          </a:blip>
          <a:srcRect b="3661" l="4996" r="69223" t="15341"/>
          <a:stretch/>
        </p:blipFill>
        <p:spPr>
          <a:xfrm rot="344702">
            <a:off x="6119892" y="1280554"/>
            <a:ext cx="1461841" cy="2583143"/>
          </a:xfrm>
          <a:prstGeom prst="rect">
            <a:avLst/>
          </a:prstGeom>
          <a:noFill/>
          <a:ln cap="flat" cmpd="sng" w="19050">
            <a:solidFill>
              <a:schemeClr val="dk2"/>
            </a:solidFill>
            <a:prstDash val="solid"/>
            <a:round/>
            <a:headEnd len="sm" w="sm" type="none"/>
            <a:tailEnd len="sm" w="sm" type="none"/>
          </a:ln>
        </p:spPr>
      </p:pic>
      <p:sp>
        <p:nvSpPr>
          <p:cNvPr id="786" name="Google Shape;786;p77"/>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a:t>
            </a:r>
            <a:r>
              <a:rPr lang="en">
                <a:solidFill>
                  <a:schemeClr val="lt1"/>
                </a:solidFill>
              </a:rPr>
              <a:t>APP</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84"/>
                                        </p:tgtEl>
                                        <p:attrNameLst>
                                          <p:attrName>style.visibility</p:attrName>
                                        </p:attrNameLst>
                                      </p:cBhvr>
                                      <p:to>
                                        <p:strVal val="visible"/>
                                      </p:to>
                                    </p:set>
                                    <p:anim calcmode="lin" valueType="num">
                                      <p:cBhvr additive="base">
                                        <p:cTn dur="1000"/>
                                        <p:tgtEl>
                                          <p:spTgt spid="78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85"/>
                                        </p:tgtEl>
                                        <p:attrNameLst>
                                          <p:attrName>style.visibility</p:attrName>
                                        </p:attrNameLst>
                                      </p:cBhvr>
                                      <p:to>
                                        <p:strVal val="visible"/>
                                      </p:to>
                                    </p:set>
                                    <p:anim calcmode="lin" valueType="num">
                                      <p:cBhvr additive="base">
                                        <p:cTn dur="1000"/>
                                        <p:tgtEl>
                                          <p:spTgt spid="78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 name="Shape 790"/>
        <p:cNvGrpSpPr/>
        <p:nvPr/>
      </p:nvGrpSpPr>
      <p:grpSpPr>
        <a:xfrm>
          <a:off x="0" y="0"/>
          <a:ext cx="0" cy="0"/>
          <a:chOff x="0" y="0"/>
          <a:chExt cx="0" cy="0"/>
        </a:xfrm>
      </p:grpSpPr>
      <p:sp>
        <p:nvSpPr>
          <p:cNvPr id="791" name="Google Shape;791;p78"/>
          <p:cNvSpPr txBox="1"/>
          <p:nvPr>
            <p:ph idx="8"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SOLUTION</a:t>
            </a:r>
            <a:endParaRPr>
              <a:solidFill>
                <a:schemeClr val="lt1"/>
              </a:solidFill>
            </a:endParaRPr>
          </a:p>
        </p:txBody>
      </p:sp>
      <p:sp>
        <p:nvSpPr>
          <p:cNvPr id="792" name="Google Shape;792;p78"/>
          <p:cNvSpPr txBox="1"/>
          <p:nvPr>
            <p:ph idx="2" type="title"/>
          </p:nvPr>
        </p:nvSpPr>
        <p:spPr>
          <a:xfrm>
            <a:off x="5664001" y="3198000"/>
            <a:ext cx="22272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93" name="Google Shape;793;p78"/>
          <p:cNvSpPr txBox="1"/>
          <p:nvPr>
            <p:ph idx="4" type="title"/>
          </p:nvPr>
        </p:nvSpPr>
        <p:spPr>
          <a:xfrm>
            <a:off x="1252726" y="1703625"/>
            <a:ext cx="2227200" cy="48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794" name="Google Shape;794;p78"/>
          <p:cNvSpPr txBox="1"/>
          <p:nvPr>
            <p:ph idx="3" type="subTitle"/>
          </p:nvPr>
        </p:nvSpPr>
        <p:spPr>
          <a:xfrm>
            <a:off x="5664025" y="3629875"/>
            <a:ext cx="25086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a:t>
            </a:r>
            <a:r>
              <a:rPr lang="en"/>
              <a:t>is a gas giant and has several rings</a:t>
            </a:r>
            <a:endParaRPr/>
          </a:p>
        </p:txBody>
      </p:sp>
      <p:sp>
        <p:nvSpPr>
          <p:cNvPr id="795" name="Google Shape;795;p78"/>
          <p:cNvSpPr txBox="1"/>
          <p:nvPr>
            <p:ph type="title"/>
          </p:nvPr>
        </p:nvSpPr>
        <p:spPr>
          <a:xfrm>
            <a:off x="5664001" y="1703625"/>
            <a:ext cx="22272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96" name="Google Shape;796;p78"/>
          <p:cNvSpPr txBox="1"/>
          <p:nvPr>
            <p:ph idx="1" type="subTitle"/>
          </p:nvPr>
        </p:nvSpPr>
        <p:spPr>
          <a:xfrm>
            <a:off x="5664053" y="2135500"/>
            <a:ext cx="25086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97" name="Google Shape;797;p78"/>
          <p:cNvSpPr txBox="1"/>
          <p:nvPr>
            <p:ph idx="5" type="subTitle"/>
          </p:nvPr>
        </p:nvSpPr>
        <p:spPr>
          <a:xfrm>
            <a:off x="971503" y="2135500"/>
            <a:ext cx="25086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798" name="Google Shape;798;p78"/>
          <p:cNvSpPr txBox="1"/>
          <p:nvPr>
            <p:ph idx="6" type="title"/>
          </p:nvPr>
        </p:nvSpPr>
        <p:spPr>
          <a:xfrm>
            <a:off x="1252726" y="3198000"/>
            <a:ext cx="2227200" cy="48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799" name="Google Shape;799;p78"/>
          <p:cNvSpPr txBox="1"/>
          <p:nvPr>
            <p:ph idx="7" type="subTitle"/>
          </p:nvPr>
        </p:nvSpPr>
        <p:spPr>
          <a:xfrm>
            <a:off x="971475" y="3629875"/>
            <a:ext cx="25086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in the Solar System</a:t>
            </a:r>
            <a:endParaRPr/>
          </a:p>
        </p:txBody>
      </p:sp>
      <p:sp>
        <p:nvSpPr>
          <p:cNvPr id="800" name="Google Shape;800;p78"/>
          <p:cNvSpPr/>
          <p:nvPr/>
        </p:nvSpPr>
        <p:spPr>
          <a:xfrm flipH="1" rot="2054661">
            <a:off x="3878216" y="2775150"/>
            <a:ext cx="1387525" cy="1233006"/>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8"/>
          <p:cNvSpPr/>
          <p:nvPr/>
        </p:nvSpPr>
        <p:spPr>
          <a:xfrm flipH="1" rot="2054801">
            <a:off x="3638095" y="1712943"/>
            <a:ext cx="1730791" cy="124686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 name="Google Shape;802;p78"/>
          <p:cNvGrpSpPr/>
          <p:nvPr/>
        </p:nvGrpSpPr>
        <p:grpSpPr>
          <a:xfrm>
            <a:off x="3865808" y="3351665"/>
            <a:ext cx="433116" cy="439743"/>
            <a:chOff x="6260610" y="2865563"/>
            <a:chExt cx="335827" cy="340965"/>
          </a:xfrm>
        </p:grpSpPr>
        <p:sp>
          <p:nvSpPr>
            <p:cNvPr id="803" name="Google Shape;803;p78"/>
            <p:cNvSpPr/>
            <p:nvPr/>
          </p:nvSpPr>
          <p:spPr>
            <a:xfrm>
              <a:off x="6260610" y="2865563"/>
              <a:ext cx="335827" cy="340965"/>
            </a:xfrm>
            <a:custGeom>
              <a:rect b="b" l="l" r="r" t="t"/>
              <a:pathLst>
                <a:path extrusionOk="0" h="10617" w="10457">
                  <a:moveTo>
                    <a:pt x="5228" y="607"/>
                  </a:moveTo>
                  <a:cubicBezTo>
                    <a:pt x="7370" y="607"/>
                    <a:pt x="9243" y="2266"/>
                    <a:pt x="9760" y="4622"/>
                  </a:cubicBezTo>
                  <a:cubicBezTo>
                    <a:pt x="9850" y="5014"/>
                    <a:pt x="9618" y="5407"/>
                    <a:pt x="9261" y="5549"/>
                  </a:cubicBezTo>
                  <a:cubicBezTo>
                    <a:pt x="9189" y="4443"/>
                    <a:pt x="8779" y="3408"/>
                    <a:pt x="8101" y="2623"/>
                  </a:cubicBezTo>
                  <a:cubicBezTo>
                    <a:pt x="7334" y="1731"/>
                    <a:pt x="6317" y="1231"/>
                    <a:pt x="5228" y="1231"/>
                  </a:cubicBezTo>
                  <a:cubicBezTo>
                    <a:pt x="4140" y="1231"/>
                    <a:pt x="3123" y="1731"/>
                    <a:pt x="2356" y="2623"/>
                  </a:cubicBezTo>
                  <a:cubicBezTo>
                    <a:pt x="1678" y="3408"/>
                    <a:pt x="1267" y="4443"/>
                    <a:pt x="1196" y="5532"/>
                  </a:cubicBezTo>
                  <a:cubicBezTo>
                    <a:pt x="839" y="5407"/>
                    <a:pt x="607" y="5014"/>
                    <a:pt x="696" y="4622"/>
                  </a:cubicBezTo>
                  <a:cubicBezTo>
                    <a:pt x="1214" y="2266"/>
                    <a:pt x="3087" y="607"/>
                    <a:pt x="5228" y="607"/>
                  </a:cubicBezTo>
                  <a:close/>
                  <a:moveTo>
                    <a:pt x="5228" y="1856"/>
                  </a:moveTo>
                  <a:cubicBezTo>
                    <a:pt x="7120" y="1856"/>
                    <a:pt x="8654" y="3676"/>
                    <a:pt x="8654" y="5906"/>
                  </a:cubicBezTo>
                  <a:cubicBezTo>
                    <a:pt x="8654" y="8154"/>
                    <a:pt x="7120" y="9992"/>
                    <a:pt x="5228" y="9992"/>
                  </a:cubicBezTo>
                  <a:cubicBezTo>
                    <a:pt x="3337" y="9992"/>
                    <a:pt x="1803" y="8154"/>
                    <a:pt x="1803" y="5906"/>
                  </a:cubicBezTo>
                  <a:cubicBezTo>
                    <a:pt x="1803" y="3676"/>
                    <a:pt x="3337" y="1856"/>
                    <a:pt x="5228" y="1856"/>
                  </a:cubicBezTo>
                  <a:close/>
                  <a:moveTo>
                    <a:pt x="5228" y="0"/>
                  </a:moveTo>
                  <a:cubicBezTo>
                    <a:pt x="4015" y="0"/>
                    <a:pt x="2855" y="464"/>
                    <a:pt x="1928" y="1285"/>
                  </a:cubicBezTo>
                  <a:cubicBezTo>
                    <a:pt x="1018" y="2106"/>
                    <a:pt x="375" y="3230"/>
                    <a:pt x="90" y="4497"/>
                  </a:cubicBezTo>
                  <a:cubicBezTo>
                    <a:pt x="1" y="4907"/>
                    <a:pt x="108" y="5353"/>
                    <a:pt x="375" y="5692"/>
                  </a:cubicBezTo>
                  <a:cubicBezTo>
                    <a:pt x="589" y="5942"/>
                    <a:pt x="875" y="6120"/>
                    <a:pt x="1196" y="6192"/>
                  </a:cubicBezTo>
                  <a:cubicBezTo>
                    <a:pt x="1249" y="7316"/>
                    <a:pt x="1660" y="8386"/>
                    <a:pt x="2356" y="9207"/>
                  </a:cubicBezTo>
                  <a:cubicBezTo>
                    <a:pt x="3123" y="10117"/>
                    <a:pt x="4140" y="10617"/>
                    <a:pt x="5228" y="10617"/>
                  </a:cubicBezTo>
                  <a:cubicBezTo>
                    <a:pt x="6317" y="10617"/>
                    <a:pt x="7334" y="10117"/>
                    <a:pt x="8101" y="9207"/>
                  </a:cubicBezTo>
                  <a:cubicBezTo>
                    <a:pt x="8797" y="8386"/>
                    <a:pt x="9207" y="7316"/>
                    <a:pt x="9261" y="6192"/>
                  </a:cubicBezTo>
                  <a:cubicBezTo>
                    <a:pt x="9582" y="6120"/>
                    <a:pt x="9867" y="5942"/>
                    <a:pt x="10082" y="5692"/>
                  </a:cubicBezTo>
                  <a:cubicBezTo>
                    <a:pt x="10349" y="5353"/>
                    <a:pt x="10456" y="4907"/>
                    <a:pt x="10367" y="4497"/>
                  </a:cubicBezTo>
                  <a:cubicBezTo>
                    <a:pt x="10082" y="3230"/>
                    <a:pt x="9439" y="2106"/>
                    <a:pt x="8529" y="1285"/>
                  </a:cubicBezTo>
                  <a:cubicBezTo>
                    <a:pt x="7601" y="464"/>
                    <a:pt x="6442" y="0"/>
                    <a:pt x="5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8"/>
            <p:cNvSpPr/>
            <p:nvPr/>
          </p:nvSpPr>
          <p:spPr>
            <a:xfrm>
              <a:off x="6373494" y="3128585"/>
              <a:ext cx="109480" cy="37253"/>
            </a:xfrm>
            <a:custGeom>
              <a:rect b="b" l="l" r="r" t="t"/>
              <a:pathLst>
                <a:path extrusionOk="0" h="1160" w="3409">
                  <a:moveTo>
                    <a:pt x="429" y="0"/>
                  </a:moveTo>
                  <a:lnTo>
                    <a:pt x="1" y="446"/>
                  </a:lnTo>
                  <a:cubicBezTo>
                    <a:pt x="500" y="910"/>
                    <a:pt x="1089" y="1160"/>
                    <a:pt x="1713" y="1160"/>
                  </a:cubicBezTo>
                  <a:cubicBezTo>
                    <a:pt x="2338" y="1160"/>
                    <a:pt x="2927" y="910"/>
                    <a:pt x="3408" y="446"/>
                  </a:cubicBezTo>
                  <a:lnTo>
                    <a:pt x="2998" y="0"/>
                  </a:lnTo>
                  <a:cubicBezTo>
                    <a:pt x="2623" y="339"/>
                    <a:pt x="2177" y="535"/>
                    <a:pt x="1713" y="535"/>
                  </a:cubicBezTo>
                  <a:cubicBezTo>
                    <a:pt x="1249" y="535"/>
                    <a:pt x="803" y="339"/>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78"/>
            <p:cNvSpPr/>
            <p:nvPr/>
          </p:nvSpPr>
          <p:spPr>
            <a:xfrm>
              <a:off x="6398704" y="2945786"/>
              <a:ext cx="59638" cy="60184"/>
            </a:xfrm>
            <a:custGeom>
              <a:rect b="b" l="l" r="r" t="t"/>
              <a:pathLst>
                <a:path extrusionOk="0" h="1874" w="1857">
                  <a:moveTo>
                    <a:pt x="928" y="625"/>
                  </a:moveTo>
                  <a:cubicBezTo>
                    <a:pt x="1107" y="625"/>
                    <a:pt x="1232" y="767"/>
                    <a:pt x="1232" y="928"/>
                  </a:cubicBezTo>
                  <a:cubicBezTo>
                    <a:pt x="1232" y="1107"/>
                    <a:pt x="1107" y="1249"/>
                    <a:pt x="928" y="1249"/>
                  </a:cubicBezTo>
                  <a:cubicBezTo>
                    <a:pt x="750" y="1249"/>
                    <a:pt x="625" y="1107"/>
                    <a:pt x="625" y="928"/>
                  </a:cubicBezTo>
                  <a:cubicBezTo>
                    <a:pt x="625" y="767"/>
                    <a:pt x="750" y="625"/>
                    <a:pt x="928" y="625"/>
                  </a:cubicBezTo>
                  <a:close/>
                  <a:moveTo>
                    <a:pt x="928" y="0"/>
                  </a:moveTo>
                  <a:cubicBezTo>
                    <a:pt x="411" y="0"/>
                    <a:pt x="1" y="428"/>
                    <a:pt x="1" y="928"/>
                  </a:cubicBezTo>
                  <a:cubicBezTo>
                    <a:pt x="1" y="1446"/>
                    <a:pt x="411" y="1874"/>
                    <a:pt x="928" y="1874"/>
                  </a:cubicBezTo>
                  <a:cubicBezTo>
                    <a:pt x="1446" y="1874"/>
                    <a:pt x="1856" y="1446"/>
                    <a:pt x="1856" y="928"/>
                  </a:cubicBezTo>
                  <a:cubicBezTo>
                    <a:pt x="1856" y="428"/>
                    <a:pt x="1446" y="0"/>
                    <a:pt x="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78"/>
            <p:cNvSpPr/>
            <p:nvPr/>
          </p:nvSpPr>
          <p:spPr>
            <a:xfrm>
              <a:off x="6338553" y="3045471"/>
              <a:ext cx="179940" cy="80255"/>
            </a:xfrm>
            <a:custGeom>
              <a:rect b="b" l="l" r="r" t="t"/>
              <a:pathLst>
                <a:path extrusionOk="0" h="2499" w="5603">
                  <a:moveTo>
                    <a:pt x="1856" y="1"/>
                  </a:moveTo>
                  <a:lnTo>
                    <a:pt x="1856" y="929"/>
                  </a:lnTo>
                  <a:cubicBezTo>
                    <a:pt x="1856" y="1250"/>
                    <a:pt x="1606" y="1535"/>
                    <a:pt x="1285" y="1571"/>
                  </a:cubicBezTo>
                  <a:cubicBezTo>
                    <a:pt x="1274" y="1572"/>
                    <a:pt x="1264" y="1572"/>
                    <a:pt x="1253" y="1572"/>
                  </a:cubicBezTo>
                  <a:cubicBezTo>
                    <a:pt x="910" y="1572"/>
                    <a:pt x="625" y="1293"/>
                    <a:pt x="625" y="947"/>
                  </a:cubicBezTo>
                  <a:lnTo>
                    <a:pt x="0" y="947"/>
                  </a:lnTo>
                  <a:cubicBezTo>
                    <a:pt x="0" y="1625"/>
                    <a:pt x="553" y="2196"/>
                    <a:pt x="1231" y="2196"/>
                  </a:cubicBezTo>
                  <a:cubicBezTo>
                    <a:pt x="1499" y="2196"/>
                    <a:pt x="1749" y="2106"/>
                    <a:pt x="1945" y="1964"/>
                  </a:cubicBezTo>
                  <a:cubicBezTo>
                    <a:pt x="2106" y="2285"/>
                    <a:pt x="2427" y="2499"/>
                    <a:pt x="2801" y="2499"/>
                  </a:cubicBezTo>
                  <a:cubicBezTo>
                    <a:pt x="3158" y="2499"/>
                    <a:pt x="3497" y="2285"/>
                    <a:pt x="3640" y="1964"/>
                  </a:cubicBezTo>
                  <a:cubicBezTo>
                    <a:pt x="3836" y="2106"/>
                    <a:pt x="4086" y="2196"/>
                    <a:pt x="4354" y="2196"/>
                  </a:cubicBezTo>
                  <a:cubicBezTo>
                    <a:pt x="5032" y="2196"/>
                    <a:pt x="5603" y="1625"/>
                    <a:pt x="5603" y="947"/>
                  </a:cubicBezTo>
                  <a:lnTo>
                    <a:pt x="4978" y="947"/>
                  </a:lnTo>
                  <a:cubicBezTo>
                    <a:pt x="4978" y="1293"/>
                    <a:pt x="4693" y="1572"/>
                    <a:pt x="4333" y="1572"/>
                  </a:cubicBezTo>
                  <a:cubicBezTo>
                    <a:pt x="4322" y="1572"/>
                    <a:pt x="4311" y="1572"/>
                    <a:pt x="4300" y="1571"/>
                  </a:cubicBezTo>
                  <a:cubicBezTo>
                    <a:pt x="3979" y="1535"/>
                    <a:pt x="3729" y="1250"/>
                    <a:pt x="3729" y="929"/>
                  </a:cubicBezTo>
                  <a:lnTo>
                    <a:pt x="3729" y="1"/>
                  </a:lnTo>
                  <a:lnTo>
                    <a:pt x="3105" y="1"/>
                  </a:lnTo>
                  <a:lnTo>
                    <a:pt x="3105" y="1553"/>
                  </a:lnTo>
                  <a:cubicBezTo>
                    <a:pt x="3105" y="1714"/>
                    <a:pt x="2998" y="1857"/>
                    <a:pt x="2837" y="1874"/>
                  </a:cubicBezTo>
                  <a:cubicBezTo>
                    <a:pt x="2826" y="1875"/>
                    <a:pt x="2815" y="1876"/>
                    <a:pt x="2804" y="1876"/>
                  </a:cubicBezTo>
                  <a:cubicBezTo>
                    <a:pt x="2623" y="1876"/>
                    <a:pt x="2480" y="1739"/>
                    <a:pt x="2480" y="1571"/>
                  </a:cubicBezTo>
                  <a:lnTo>
                    <a:pt x="24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78"/>
            <p:cNvSpPr/>
            <p:nvPr/>
          </p:nvSpPr>
          <p:spPr>
            <a:xfrm>
              <a:off x="6460012" y="3005937"/>
              <a:ext cx="55623" cy="36707"/>
            </a:xfrm>
            <a:custGeom>
              <a:rect b="b" l="l" r="r" t="t"/>
              <a:pathLst>
                <a:path extrusionOk="0" h="1143" w="1732">
                  <a:moveTo>
                    <a:pt x="1" y="1"/>
                  </a:moveTo>
                  <a:lnTo>
                    <a:pt x="1" y="625"/>
                  </a:lnTo>
                  <a:cubicBezTo>
                    <a:pt x="500" y="625"/>
                    <a:pt x="946" y="804"/>
                    <a:pt x="1285" y="1143"/>
                  </a:cubicBezTo>
                  <a:lnTo>
                    <a:pt x="1731" y="714"/>
                  </a:lnTo>
                  <a:cubicBezTo>
                    <a:pt x="1268" y="251"/>
                    <a:pt x="66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78"/>
            <p:cNvSpPr/>
            <p:nvPr/>
          </p:nvSpPr>
          <p:spPr>
            <a:xfrm>
              <a:off x="6341989" y="3005937"/>
              <a:ext cx="55045" cy="36707"/>
            </a:xfrm>
            <a:custGeom>
              <a:rect b="b" l="l" r="r" t="t"/>
              <a:pathLst>
                <a:path extrusionOk="0" h="1143" w="1714">
                  <a:moveTo>
                    <a:pt x="1713" y="1"/>
                  </a:moveTo>
                  <a:cubicBezTo>
                    <a:pt x="1071" y="1"/>
                    <a:pt x="446" y="251"/>
                    <a:pt x="0" y="714"/>
                  </a:cubicBezTo>
                  <a:lnTo>
                    <a:pt x="428" y="1143"/>
                  </a:lnTo>
                  <a:cubicBezTo>
                    <a:pt x="767" y="804"/>
                    <a:pt x="1231" y="625"/>
                    <a:pt x="1713" y="625"/>
                  </a:cubicBezTo>
                  <a:lnTo>
                    <a:pt x="1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 name="Google Shape;809;p78"/>
          <p:cNvSpPr/>
          <p:nvPr/>
        </p:nvSpPr>
        <p:spPr>
          <a:xfrm>
            <a:off x="4938461" y="3351642"/>
            <a:ext cx="283834" cy="439771"/>
          </a:xfrm>
          <a:custGeom>
            <a:rect b="b" l="l" r="r" t="t"/>
            <a:pathLst>
              <a:path extrusionOk="0" h="10618" w="6853">
                <a:moveTo>
                  <a:pt x="4675" y="625"/>
                </a:moveTo>
                <a:cubicBezTo>
                  <a:pt x="4890" y="625"/>
                  <a:pt x="5104" y="911"/>
                  <a:pt x="5407" y="1089"/>
                </a:cubicBezTo>
                <a:lnTo>
                  <a:pt x="3890" y="3106"/>
                </a:lnTo>
                <a:lnTo>
                  <a:pt x="2963" y="3106"/>
                </a:lnTo>
                <a:lnTo>
                  <a:pt x="1446" y="1089"/>
                </a:lnTo>
                <a:cubicBezTo>
                  <a:pt x="1749" y="911"/>
                  <a:pt x="1963" y="625"/>
                  <a:pt x="2177" y="625"/>
                </a:cubicBezTo>
                <a:cubicBezTo>
                  <a:pt x="2320" y="625"/>
                  <a:pt x="2445" y="732"/>
                  <a:pt x="2606" y="857"/>
                </a:cubicBezTo>
                <a:cubicBezTo>
                  <a:pt x="2820" y="1036"/>
                  <a:pt x="3070" y="1250"/>
                  <a:pt x="3426" y="1250"/>
                </a:cubicBezTo>
                <a:cubicBezTo>
                  <a:pt x="3783" y="1250"/>
                  <a:pt x="4033" y="1036"/>
                  <a:pt x="4247" y="857"/>
                </a:cubicBezTo>
                <a:cubicBezTo>
                  <a:pt x="4408" y="732"/>
                  <a:pt x="4533" y="625"/>
                  <a:pt x="4675" y="625"/>
                </a:cubicBezTo>
                <a:close/>
                <a:moveTo>
                  <a:pt x="3980" y="3730"/>
                </a:moveTo>
                <a:cubicBezTo>
                  <a:pt x="5371" y="4462"/>
                  <a:pt x="6228" y="5871"/>
                  <a:pt x="6228" y="7441"/>
                </a:cubicBezTo>
                <a:lnTo>
                  <a:pt x="6228" y="7459"/>
                </a:lnTo>
                <a:lnTo>
                  <a:pt x="625" y="7459"/>
                </a:lnTo>
                <a:lnTo>
                  <a:pt x="625" y="7441"/>
                </a:lnTo>
                <a:cubicBezTo>
                  <a:pt x="625" y="5871"/>
                  <a:pt x="1482" y="4462"/>
                  <a:pt x="2873" y="3730"/>
                </a:cubicBezTo>
                <a:lnTo>
                  <a:pt x="3123" y="3730"/>
                </a:lnTo>
                <a:lnTo>
                  <a:pt x="3123" y="4355"/>
                </a:lnTo>
                <a:cubicBezTo>
                  <a:pt x="3123" y="5033"/>
                  <a:pt x="2552" y="5603"/>
                  <a:pt x="1874" y="5603"/>
                </a:cubicBezTo>
                <a:lnTo>
                  <a:pt x="1874" y="6228"/>
                </a:lnTo>
                <a:cubicBezTo>
                  <a:pt x="2516" y="6228"/>
                  <a:pt x="3087" y="5889"/>
                  <a:pt x="3426" y="5389"/>
                </a:cubicBezTo>
                <a:cubicBezTo>
                  <a:pt x="3765" y="5889"/>
                  <a:pt x="4336" y="6228"/>
                  <a:pt x="4979" y="6228"/>
                </a:cubicBezTo>
                <a:lnTo>
                  <a:pt x="4979" y="5603"/>
                </a:lnTo>
                <a:cubicBezTo>
                  <a:pt x="4301" y="5603"/>
                  <a:pt x="3730" y="5033"/>
                  <a:pt x="3730" y="4355"/>
                </a:cubicBezTo>
                <a:lnTo>
                  <a:pt x="3730" y="3730"/>
                </a:lnTo>
                <a:close/>
                <a:moveTo>
                  <a:pt x="1250" y="8084"/>
                </a:moveTo>
                <a:lnTo>
                  <a:pt x="1250" y="9939"/>
                </a:lnTo>
                <a:cubicBezTo>
                  <a:pt x="893" y="9814"/>
                  <a:pt x="625" y="9457"/>
                  <a:pt x="625" y="9065"/>
                </a:cubicBezTo>
                <a:lnTo>
                  <a:pt x="625" y="8084"/>
                </a:lnTo>
                <a:close/>
                <a:moveTo>
                  <a:pt x="6228" y="8084"/>
                </a:moveTo>
                <a:lnTo>
                  <a:pt x="6228" y="9065"/>
                </a:lnTo>
                <a:cubicBezTo>
                  <a:pt x="6228" y="9457"/>
                  <a:pt x="5960" y="9814"/>
                  <a:pt x="5603" y="9939"/>
                </a:cubicBezTo>
                <a:lnTo>
                  <a:pt x="5603" y="8084"/>
                </a:lnTo>
                <a:close/>
                <a:moveTo>
                  <a:pt x="2499" y="8084"/>
                </a:moveTo>
                <a:lnTo>
                  <a:pt x="2499" y="9993"/>
                </a:lnTo>
                <a:lnTo>
                  <a:pt x="1874" y="9993"/>
                </a:lnTo>
                <a:lnTo>
                  <a:pt x="1874" y="8084"/>
                </a:lnTo>
                <a:close/>
                <a:moveTo>
                  <a:pt x="3730" y="8084"/>
                </a:moveTo>
                <a:lnTo>
                  <a:pt x="3730" y="9993"/>
                </a:lnTo>
                <a:lnTo>
                  <a:pt x="3123" y="9993"/>
                </a:lnTo>
                <a:lnTo>
                  <a:pt x="3123" y="8084"/>
                </a:lnTo>
                <a:close/>
                <a:moveTo>
                  <a:pt x="4979" y="8084"/>
                </a:moveTo>
                <a:lnTo>
                  <a:pt x="4979" y="9993"/>
                </a:lnTo>
                <a:lnTo>
                  <a:pt x="4354" y="9993"/>
                </a:lnTo>
                <a:lnTo>
                  <a:pt x="4354" y="8084"/>
                </a:lnTo>
                <a:close/>
                <a:moveTo>
                  <a:pt x="2177" y="1"/>
                </a:moveTo>
                <a:cubicBezTo>
                  <a:pt x="1821" y="1"/>
                  <a:pt x="1571" y="215"/>
                  <a:pt x="1357" y="376"/>
                </a:cubicBezTo>
                <a:cubicBezTo>
                  <a:pt x="1214" y="518"/>
                  <a:pt x="1071" y="625"/>
                  <a:pt x="946" y="625"/>
                </a:cubicBezTo>
                <a:lnTo>
                  <a:pt x="322" y="625"/>
                </a:lnTo>
                <a:lnTo>
                  <a:pt x="2338" y="3320"/>
                </a:lnTo>
                <a:cubicBezTo>
                  <a:pt x="1678" y="3712"/>
                  <a:pt x="1125" y="4265"/>
                  <a:pt x="732" y="4908"/>
                </a:cubicBezTo>
                <a:cubicBezTo>
                  <a:pt x="250" y="5675"/>
                  <a:pt x="1" y="6549"/>
                  <a:pt x="1" y="7441"/>
                </a:cubicBezTo>
                <a:lnTo>
                  <a:pt x="1" y="9065"/>
                </a:lnTo>
                <a:cubicBezTo>
                  <a:pt x="1" y="9921"/>
                  <a:pt x="697" y="10617"/>
                  <a:pt x="1553" y="10617"/>
                </a:cubicBezTo>
                <a:lnTo>
                  <a:pt x="5300" y="10617"/>
                </a:lnTo>
                <a:cubicBezTo>
                  <a:pt x="6156" y="10617"/>
                  <a:pt x="6852" y="9921"/>
                  <a:pt x="6852" y="9065"/>
                </a:cubicBezTo>
                <a:lnTo>
                  <a:pt x="6852" y="7441"/>
                </a:lnTo>
                <a:cubicBezTo>
                  <a:pt x="6852" y="6549"/>
                  <a:pt x="6602" y="5675"/>
                  <a:pt x="6121" y="4908"/>
                </a:cubicBezTo>
                <a:cubicBezTo>
                  <a:pt x="5728" y="4265"/>
                  <a:pt x="5175" y="3712"/>
                  <a:pt x="4515" y="3320"/>
                </a:cubicBezTo>
                <a:lnTo>
                  <a:pt x="6531" y="625"/>
                </a:lnTo>
                <a:lnTo>
                  <a:pt x="5907" y="625"/>
                </a:lnTo>
                <a:cubicBezTo>
                  <a:pt x="5782" y="625"/>
                  <a:pt x="5639" y="518"/>
                  <a:pt x="5496" y="376"/>
                </a:cubicBezTo>
                <a:cubicBezTo>
                  <a:pt x="5282" y="215"/>
                  <a:pt x="5032" y="1"/>
                  <a:pt x="4675" y="1"/>
                </a:cubicBezTo>
                <a:cubicBezTo>
                  <a:pt x="4319" y="1"/>
                  <a:pt x="4051" y="215"/>
                  <a:pt x="3855" y="376"/>
                </a:cubicBezTo>
                <a:cubicBezTo>
                  <a:pt x="3694" y="518"/>
                  <a:pt x="3551" y="625"/>
                  <a:pt x="3426" y="625"/>
                </a:cubicBezTo>
                <a:cubicBezTo>
                  <a:pt x="3302" y="625"/>
                  <a:pt x="3159" y="518"/>
                  <a:pt x="2998" y="376"/>
                </a:cubicBezTo>
                <a:cubicBezTo>
                  <a:pt x="2802" y="215"/>
                  <a:pt x="2534"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78"/>
          <p:cNvGrpSpPr/>
          <p:nvPr/>
        </p:nvGrpSpPr>
        <p:grpSpPr>
          <a:xfrm>
            <a:off x="4860498" y="1864419"/>
            <a:ext cx="439743" cy="439784"/>
            <a:chOff x="4029870" y="2317167"/>
            <a:chExt cx="340965" cy="340997"/>
          </a:xfrm>
        </p:grpSpPr>
        <p:sp>
          <p:nvSpPr>
            <p:cNvPr id="811" name="Google Shape;811;p78"/>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78"/>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78"/>
          <p:cNvGrpSpPr/>
          <p:nvPr/>
        </p:nvGrpSpPr>
        <p:grpSpPr>
          <a:xfrm>
            <a:off x="3914568" y="1864419"/>
            <a:ext cx="335574" cy="439784"/>
            <a:chOff x="3327900" y="2317167"/>
            <a:chExt cx="260196" cy="340997"/>
          </a:xfrm>
        </p:grpSpPr>
        <p:sp>
          <p:nvSpPr>
            <p:cNvPr id="814" name="Google Shape;814;p78"/>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78"/>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79"/>
          <p:cNvSpPr txBox="1"/>
          <p:nvPr>
            <p:ph type="title"/>
          </p:nvPr>
        </p:nvSpPr>
        <p:spPr>
          <a:xfrm>
            <a:off x="463326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21" name="Google Shape;821;p79"/>
          <p:cNvSpPr txBox="1"/>
          <p:nvPr>
            <p:ph idx="1" type="subTitle"/>
          </p:nvPr>
        </p:nvSpPr>
        <p:spPr>
          <a:xfrm>
            <a:off x="4633297"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822" name="Google Shape;822;p79"/>
          <p:cNvSpPr txBox="1"/>
          <p:nvPr>
            <p:ph idx="2" type="title"/>
          </p:nvPr>
        </p:nvSpPr>
        <p:spPr>
          <a:xfrm>
            <a:off x="654461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23" name="Google Shape;823;p79"/>
          <p:cNvSpPr txBox="1"/>
          <p:nvPr>
            <p:ph idx="3" type="subTitle"/>
          </p:nvPr>
        </p:nvSpPr>
        <p:spPr>
          <a:xfrm>
            <a:off x="6544625"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824" name="Google Shape;824;p79"/>
          <p:cNvSpPr txBox="1"/>
          <p:nvPr>
            <p:ph idx="5" type="subTitle"/>
          </p:nvPr>
        </p:nvSpPr>
        <p:spPr>
          <a:xfrm>
            <a:off x="2722019"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825" name="Google Shape;825;p79"/>
          <p:cNvSpPr txBox="1"/>
          <p:nvPr>
            <p:ph idx="6" type="title"/>
          </p:nvPr>
        </p:nvSpPr>
        <p:spPr>
          <a:xfrm>
            <a:off x="81061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26" name="Google Shape;826;p79"/>
          <p:cNvSpPr txBox="1"/>
          <p:nvPr>
            <p:ph idx="7" type="subTitle"/>
          </p:nvPr>
        </p:nvSpPr>
        <p:spPr>
          <a:xfrm>
            <a:off x="810750"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827" name="Google Shape;827;p79"/>
          <p:cNvSpPr txBox="1"/>
          <p:nvPr>
            <p:ph idx="4" type="title"/>
          </p:nvPr>
        </p:nvSpPr>
        <p:spPr>
          <a:xfrm>
            <a:off x="272186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28" name="Google Shape;828;p79"/>
          <p:cNvSpPr txBox="1"/>
          <p:nvPr>
            <p:ph idx="8"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FOUR COLUMNS</a:t>
            </a:r>
            <a:endParaRPr/>
          </a:p>
        </p:txBody>
      </p:sp>
      <p:grpSp>
        <p:nvGrpSpPr>
          <p:cNvPr id="829" name="Google Shape;829;p79"/>
          <p:cNvGrpSpPr/>
          <p:nvPr/>
        </p:nvGrpSpPr>
        <p:grpSpPr>
          <a:xfrm>
            <a:off x="1485142" y="2063481"/>
            <a:ext cx="439814" cy="439771"/>
            <a:chOff x="1458600" y="2266000"/>
            <a:chExt cx="258425" cy="258400"/>
          </a:xfrm>
        </p:grpSpPr>
        <p:sp>
          <p:nvSpPr>
            <p:cNvPr id="830" name="Google Shape;830;p79"/>
            <p:cNvSpPr/>
            <p:nvPr/>
          </p:nvSpPr>
          <p:spPr>
            <a:xfrm>
              <a:off x="1473500" y="2357100"/>
              <a:ext cx="60750" cy="60750"/>
            </a:xfrm>
            <a:custGeom>
              <a:rect b="b" l="l" r="r" t="t"/>
              <a:pathLst>
                <a:path extrusionOk="0" h="2430" w="2430">
                  <a:moveTo>
                    <a:pt x="1215" y="619"/>
                  </a:moveTo>
                  <a:cubicBezTo>
                    <a:pt x="1548" y="619"/>
                    <a:pt x="1834" y="881"/>
                    <a:pt x="1834" y="1215"/>
                  </a:cubicBezTo>
                  <a:cubicBezTo>
                    <a:pt x="1834" y="1548"/>
                    <a:pt x="1548" y="1810"/>
                    <a:pt x="1215" y="1810"/>
                  </a:cubicBezTo>
                  <a:cubicBezTo>
                    <a:pt x="881" y="1810"/>
                    <a:pt x="619" y="1548"/>
                    <a:pt x="619" y="1215"/>
                  </a:cubicBezTo>
                  <a:cubicBezTo>
                    <a:pt x="619" y="881"/>
                    <a:pt x="881" y="619"/>
                    <a:pt x="1215" y="619"/>
                  </a:cubicBezTo>
                  <a:close/>
                  <a:moveTo>
                    <a:pt x="1215" y="0"/>
                  </a:moveTo>
                  <a:cubicBezTo>
                    <a:pt x="548" y="0"/>
                    <a:pt x="0" y="548"/>
                    <a:pt x="0" y="1215"/>
                  </a:cubicBezTo>
                  <a:cubicBezTo>
                    <a:pt x="0" y="1881"/>
                    <a:pt x="548" y="2429"/>
                    <a:pt x="1215" y="2429"/>
                  </a:cubicBezTo>
                  <a:cubicBezTo>
                    <a:pt x="1881" y="2429"/>
                    <a:pt x="2429" y="1881"/>
                    <a:pt x="2429" y="1215"/>
                  </a:cubicBezTo>
                  <a:cubicBezTo>
                    <a:pt x="2429" y="548"/>
                    <a:pt x="1881" y="0"/>
                    <a:pt x="1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79"/>
            <p:cNvSpPr/>
            <p:nvPr/>
          </p:nvSpPr>
          <p:spPr>
            <a:xfrm>
              <a:off x="1458600" y="2357100"/>
              <a:ext cx="258425" cy="167300"/>
            </a:xfrm>
            <a:custGeom>
              <a:rect b="b" l="l" r="r" t="t"/>
              <a:pathLst>
                <a:path extrusionOk="0" h="6692" w="10337">
                  <a:moveTo>
                    <a:pt x="5168" y="1215"/>
                  </a:moveTo>
                  <a:cubicBezTo>
                    <a:pt x="5335" y="1215"/>
                    <a:pt x="5478" y="1357"/>
                    <a:pt x="5478" y="1524"/>
                  </a:cubicBezTo>
                  <a:lnTo>
                    <a:pt x="5478" y="1810"/>
                  </a:lnTo>
                  <a:lnTo>
                    <a:pt x="4859" y="1810"/>
                  </a:lnTo>
                  <a:lnTo>
                    <a:pt x="4859" y="1524"/>
                  </a:lnTo>
                  <a:cubicBezTo>
                    <a:pt x="4859" y="1357"/>
                    <a:pt x="5002" y="1215"/>
                    <a:pt x="5168" y="1215"/>
                  </a:cubicBezTo>
                  <a:close/>
                  <a:moveTo>
                    <a:pt x="8193" y="1215"/>
                  </a:moveTo>
                  <a:cubicBezTo>
                    <a:pt x="8360" y="1215"/>
                    <a:pt x="8502" y="1357"/>
                    <a:pt x="8502" y="1524"/>
                  </a:cubicBezTo>
                  <a:lnTo>
                    <a:pt x="8502" y="1810"/>
                  </a:lnTo>
                  <a:lnTo>
                    <a:pt x="7907" y="1810"/>
                  </a:lnTo>
                  <a:lnTo>
                    <a:pt x="7907" y="1524"/>
                  </a:lnTo>
                  <a:cubicBezTo>
                    <a:pt x="7907" y="1357"/>
                    <a:pt x="8026" y="1215"/>
                    <a:pt x="8193" y="1215"/>
                  </a:cubicBezTo>
                  <a:close/>
                  <a:moveTo>
                    <a:pt x="6073" y="2429"/>
                  </a:moveTo>
                  <a:lnTo>
                    <a:pt x="6073" y="3024"/>
                  </a:lnTo>
                  <a:lnTo>
                    <a:pt x="3454" y="3024"/>
                  </a:lnTo>
                  <a:lnTo>
                    <a:pt x="2239" y="4239"/>
                  </a:lnTo>
                  <a:lnTo>
                    <a:pt x="596" y="4239"/>
                  </a:lnTo>
                  <a:lnTo>
                    <a:pt x="596" y="3644"/>
                  </a:lnTo>
                  <a:lnTo>
                    <a:pt x="2001" y="3644"/>
                  </a:lnTo>
                  <a:lnTo>
                    <a:pt x="3120" y="2524"/>
                  </a:lnTo>
                  <a:cubicBezTo>
                    <a:pt x="3168" y="2453"/>
                    <a:pt x="3263" y="2429"/>
                    <a:pt x="3335" y="2429"/>
                  </a:cubicBezTo>
                  <a:close/>
                  <a:moveTo>
                    <a:pt x="6073" y="3644"/>
                  </a:moveTo>
                  <a:lnTo>
                    <a:pt x="6073" y="4239"/>
                  </a:lnTo>
                  <a:lnTo>
                    <a:pt x="3097" y="4239"/>
                  </a:lnTo>
                  <a:lnTo>
                    <a:pt x="3716" y="3644"/>
                  </a:lnTo>
                  <a:close/>
                  <a:moveTo>
                    <a:pt x="9741" y="2429"/>
                  </a:moveTo>
                  <a:lnTo>
                    <a:pt x="9741" y="4239"/>
                  </a:lnTo>
                  <a:lnTo>
                    <a:pt x="6693" y="4239"/>
                  </a:lnTo>
                  <a:lnTo>
                    <a:pt x="6693" y="2429"/>
                  </a:lnTo>
                  <a:close/>
                  <a:moveTo>
                    <a:pt x="4859" y="0"/>
                  </a:moveTo>
                  <a:lnTo>
                    <a:pt x="4859" y="667"/>
                  </a:lnTo>
                  <a:cubicBezTo>
                    <a:pt x="4525" y="786"/>
                    <a:pt x="4263" y="1119"/>
                    <a:pt x="4263" y="1524"/>
                  </a:cubicBezTo>
                  <a:lnTo>
                    <a:pt x="4263" y="1810"/>
                  </a:lnTo>
                  <a:lnTo>
                    <a:pt x="3335" y="1810"/>
                  </a:lnTo>
                  <a:cubicBezTo>
                    <a:pt x="3097" y="1810"/>
                    <a:pt x="2858" y="1905"/>
                    <a:pt x="2692" y="2096"/>
                  </a:cubicBezTo>
                  <a:lnTo>
                    <a:pt x="1739" y="3024"/>
                  </a:lnTo>
                  <a:lnTo>
                    <a:pt x="1" y="3024"/>
                  </a:lnTo>
                  <a:lnTo>
                    <a:pt x="1" y="6692"/>
                  </a:lnTo>
                  <a:lnTo>
                    <a:pt x="596" y="6692"/>
                  </a:lnTo>
                  <a:lnTo>
                    <a:pt x="596" y="4858"/>
                  </a:lnTo>
                  <a:lnTo>
                    <a:pt x="9741" y="4858"/>
                  </a:lnTo>
                  <a:lnTo>
                    <a:pt x="9741" y="6692"/>
                  </a:lnTo>
                  <a:lnTo>
                    <a:pt x="10336" y="6692"/>
                  </a:lnTo>
                  <a:lnTo>
                    <a:pt x="10336" y="1810"/>
                  </a:lnTo>
                  <a:lnTo>
                    <a:pt x="9122" y="1810"/>
                  </a:lnTo>
                  <a:lnTo>
                    <a:pt x="9122" y="1524"/>
                  </a:lnTo>
                  <a:cubicBezTo>
                    <a:pt x="9122" y="1119"/>
                    <a:pt x="8860" y="786"/>
                    <a:pt x="8502" y="667"/>
                  </a:cubicBezTo>
                  <a:lnTo>
                    <a:pt x="8502" y="0"/>
                  </a:lnTo>
                  <a:lnTo>
                    <a:pt x="7907" y="0"/>
                  </a:lnTo>
                  <a:lnTo>
                    <a:pt x="7907" y="667"/>
                  </a:lnTo>
                  <a:cubicBezTo>
                    <a:pt x="7550" y="786"/>
                    <a:pt x="7288" y="1119"/>
                    <a:pt x="7288" y="1524"/>
                  </a:cubicBezTo>
                  <a:lnTo>
                    <a:pt x="7288" y="1810"/>
                  </a:lnTo>
                  <a:lnTo>
                    <a:pt x="6073" y="1810"/>
                  </a:lnTo>
                  <a:lnTo>
                    <a:pt x="6073" y="1524"/>
                  </a:lnTo>
                  <a:cubicBezTo>
                    <a:pt x="6073" y="1119"/>
                    <a:pt x="5835" y="786"/>
                    <a:pt x="5478" y="667"/>
                  </a:cubicBezTo>
                  <a:lnTo>
                    <a:pt x="54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79"/>
            <p:cNvSpPr/>
            <p:nvPr/>
          </p:nvSpPr>
          <p:spPr>
            <a:xfrm>
              <a:off x="1580050" y="2266000"/>
              <a:ext cx="31600" cy="73250"/>
            </a:xfrm>
            <a:custGeom>
              <a:rect b="b" l="l" r="r" t="t"/>
              <a:pathLst>
                <a:path extrusionOk="0" h="2930" w="1264">
                  <a:moveTo>
                    <a:pt x="811" y="0"/>
                  </a:moveTo>
                  <a:lnTo>
                    <a:pt x="453" y="501"/>
                  </a:lnTo>
                  <a:cubicBezTo>
                    <a:pt x="572" y="572"/>
                    <a:pt x="644" y="715"/>
                    <a:pt x="644" y="858"/>
                  </a:cubicBezTo>
                  <a:cubicBezTo>
                    <a:pt x="644" y="1001"/>
                    <a:pt x="572" y="1120"/>
                    <a:pt x="453" y="1191"/>
                  </a:cubicBezTo>
                  <a:cubicBezTo>
                    <a:pt x="168" y="1405"/>
                    <a:pt x="1" y="1715"/>
                    <a:pt x="1" y="2072"/>
                  </a:cubicBezTo>
                  <a:cubicBezTo>
                    <a:pt x="1" y="2406"/>
                    <a:pt x="168" y="2715"/>
                    <a:pt x="453" y="2930"/>
                  </a:cubicBezTo>
                  <a:lnTo>
                    <a:pt x="811" y="2406"/>
                  </a:lnTo>
                  <a:cubicBezTo>
                    <a:pt x="691" y="2334"/>
                    <a:pt x="620" y="2215"/>
                    <a:pt x="620" y="2072"/>
                  </a:cubicBezTo>
                  <a:cubicBezTo>
                    <a:pt x="620" y="1906"/>
                    <a:pt x="691" y="1787"/>
                    <a:pt x="811" y="1715"/>
                  </a:cubicBezTo>
                  <a:cubicBezTo>
                    <a:pt x="1096" y="1525"/>
                    <a:pt x="1263" y="1191"/>
                    <a:pt x="1263" y="858"/>
                  </a:cubicBezTo>
                  <a:cubicBezTo>
                    <a:pt x="1263" y="501"/>
                    <a:pt x="1096" y="191"/>
                    <a:pt x="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79"/>
            <p:cNvSpPr/>
            <p:nvPr/>
          </p:nvSpPr>
          <p:spPr>
            <a:xfrm>
              <a:off x="1618150" y="2266000"/>
              <a:ext cx="31000" cy="73250"/>
            </a:xfrm>
            <a:custGeom>
              <a:rect b="b" l="l" r="r" t="t"/>
              <a:pathLst>
                <a:path extrusionOk="0" h="2930" w="1240">
                  <a:moveTo>
                    <a:pt x="787" y="0"/>
                  </a:moveTo>
                  <a:lnTo>
                    <a:pt x="453" y="501"/>
                  </a:lnTo>
                  <a:cubicBezTo>
                    <a:pt x="573" y="572"/>
                    <a:pt x="644" y="715"/>
                    <a:pt x="644" y="858"/>
                  </a:cubicBezTo>
                  <a:cubicBezTo>
                    <a:pt x="644" y="1001"/>
                    <a:pt x="573" y="1120"/>
                    <a:pt x="453" y="1191"/>
                  </a:cubicBezTo>
                  <a:cubicBezTo>
                    <a:pt x="168" y="1405"/>
                    <a:pt x="1" y="1715"/>
                    <a:pt x="1" y="2072"/>
                  </a:cubicBezTo>
                  <a:cubicBezTo>
                    <a:pt x="1" y="2406"/>
                    <a:pt x="168" y="2715"/>
                    <a:pt x="453" y="2930"/>
                  </a:cubicBezTo>
                  <a:lnTo>
                    <a:pt x="787" y="2406"/>
                  </a:lnTo>
                  <a:cubicBezTo>
                    <a:pt x="668" y="2334"/>
                    <a:pt x="596" y="2215"/>
                    <a:pt x="596" y="2072"/>
                  </a:cubicBezTo>
                  <a:cubicBezTo>
                    <a:pt x="596" y="1906"/>
                    <a:pt x="668" y="1787"/>
                    <a:pt x="787" y="1715"/>
                  </a:cubicBezTo>
                  <a:cubicBezTo>
                    <a:pt x="1073" y="1525"/>
                    <a:pt x="1239" y="1191"/>
                    <a:pt x="1239" y="858"/>
                  </a:cubicBezTo>
                  <a:cubicBezTo>
                    <a:pt x="1239" y="501"/>
                    <a:pt x="1073"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79"/>
            <p:cNvSpPr/>
            <p:nvPr/>
          </p:nvSpPr>
          <p:spPr>
            <a:xfrm>
              <a:off x="1655675" y="2266000"/>
              <a:ext cx="31575" cy="73250"/>
            </a:xfrm>
            <a:custGeom>
              <a:rect b="b" l="l" r="r" t="t"/>
              <a:pathLst>
                <a:path extrusionOk="0" h="2930" w="1263">
                  <a:moveTo>
                    <a:pt x="810" y="0"/>
                  </a:moveTo>
                  <a:lnTo>
                    <a:pt x="477" y="501"/>
                  </a:lnTo>
                  <a:cubicBezTo>
                    <a:pt x="596" y="572"/>
                    <a:pt x="667" y="715"/>
                    <a:pt x="667" y="858"/>
                  </a:cubicBezTo>
                  <a:cubicBezTo>
                    <a:pt x="667" y="1001"/>
                    <a:pt x="596" y="1120"/>
                    <a:pt x="477" y="1191"/>
                  </a:cubicBezTo>
                  <a:cubicBezTo>
                    <a:pt x="191" y="1405"/>
                    <a:pt x="0" y="1715"/>
                    <a:pt x="0" y="2072"/>
                  </a:cubicBezTo>
                  <a:cubicBezTo>
                    <a:pt x="0" y="2406"/>
                    <a:pt x="191" y="2715"/>
                    <a:pt x="477" y="2930"/>
                  </a:cubicBezTo>
                  <a:lnTo>
                    <a:pt x="810" y="2406"/>
                  </a:lnTo>
                  <a:cubicBezTo>
                    <a:pt x="691" y="2334"/>
                    <a:pt x="619" y="2215"/>
                    <a:pt x="619" y="2072"/>
                  </a:cubicBezTo>
                  <a:cubicBezTo>
                    <a:pt x="619" y="1906"/>
                    <a:pt x="691" y="1787"/>
                    <a:pt x="810" y="1715"/>
                  </a:cubicBezTo>
                  <a:cubicBezTo>
                    <a:pt x="1096" y="1525"/>
                    <a:pt x="1262" y="1191"/>
                    <a:pt x="1262" y="858"/>
                  </a:cubicBezTo>
                  <a:cubicBezTo>
                    <a:pt x="1262" y="501"/>
                    <a:pt x="1096" y="191"/>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79"/>
          <p:cNvGrpSpPr/>
          <p:nvPr/>
        </p:nvGrpSpPr>
        <p:grpSpPr>
          <a:xfrm>
            <a:off x="3391024" y="2075859"/>
            <a:ext cx="439826" cy="415015"/>
            <a:chOff x="2060525" y="2729775"/>
            <a:chExt cx="253050" cy="238775"/>
          </a:xfrm>
        </p:grpSpPr>
        <p:sp>
          <p:nvSpPr>
            <p:cNvPr id="836" name="Google Shape;836;p79"/>
            <p:cNvSpPr/>
            <p:nvPr/>
          </p:nvSpPr>
          <p:spPr>
            <a:xfrm>
              <a:off x="2157550" y="2760150"/>
              <a:ext cx="58975" cy="58950"/>
            </a:xfrm>
            <a:custGeom>
              <a:rect b="b" l="l" r="r" t="t"/>
              <a:pathLst>
                <a:path extrusionOk="0" h="2358" w="2359">
                  <a:moveTo>
                    <a:pt x="1168" y="596"/>
                  </a:moveTo>
                  <a:cubicBezTo>
                    <a:pt x="1501" y="596"/>
                    <a:pt x="1763" y="858"/>
                    <a:pt x="1763" y="1191"/>
                  </a:cubicBezTo>
                  <a:cubicBezTo>
                    <a:pt x="1763" y="1501"/>
                    <a:pt x="1501" y="1763"/>
                    <a:pt x="1168" y="1763"/>
                  </a:cubicBezTo>
                  <a:cubicBezTo>
                    <a:pt x="858" y="1763"/>
                    <a:pt x="596" y="1501"/>
                    <a:pt x="596" y="1191"/>
                  </a:cubicBezTo>
                  <a:cubicBezTo>
                    <a:pt x="596" y="858"/>
                    <a:pt x="858" y="596"/>
                    <a:pt x="1168" y="596"/>
                  </a:cubicBezTo>
                  <a:close/>
                  <a:moveTo>
                    <a:pt x="1168" y="0"/>
                  </a:moveTo>
                  <a:cubicBezTo>
                    <a:pt x="525" y="0"/>
                    <a:pt x="1" y="524"/>
                    <a:pt x="1" y="1191"/>
                  </a:cubicBezTo>
                  <a:cubicBezTo>
                    <a:pt x="1" y="1834"/>
                    <a:pt x="525" y="2358"/>
                    <a:pt x="1168" y="2358"/>
                  </a:cubicBezTo>
                  <a:cubicBezTo>
                    <a:pt x="1835" y="2358"/>
                    <a:pt x="2359" y="1834"/>
                    <a:pt x="2359" y="1191"/>
                  </a:cubicBezTo>
                  <a:cubicBezTo>
                    <a:pt x="2359" y="524"/>
                    <a:pt x="1835"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79"/>
            <p:cNvSpPr/>
            <p:nvPr/>
          </p:nvSpPr>
          <p:spPr>
            <a:xfrm>
              <a:off x="2060525" y="2819075"/>
              <a:ext cx="253050" cy="149475"/>
            </a:xfrm>
            <a:custGeom>
              <a:rect b="b" l="l" r="r" t="t"/>
              <a:pathLst>
                <a:path extrusionOk="0" h="5979" w="10122">
                  <a:moveTo>
                    <a:pt x="6240" y="596"/>
                  </a:moveTo>
                  <a:cubicBezTo>
                    <a:pt x="6740" y="596"/>
                    <a:pt x="7144" y="1001"/>
                    <a:pt x="7144" y="1501"/>
                  </a:cubicBezTo>
                  <a:lnTo>
                    <a:pt x="7144" y="2382"/>
                  </a:lnTo>
                  <a:lnTo>
                    <a:pt x="6549" y="2382"/>
                  </a:lnTo>
                  <a:lnTo>
                    <a:pt x="6549" y="1192"/>
                  </a:lnTo>
                  <a:lnTo>
                    <a:pt x="5954" y="1192"/>
                  </a:lnTo>
                  <a:lnTo>
                    <a:pt x="5954" y="2240"/>
                  </a:lnTo>
                  <a:cubicBezTo>
                    <a:pt x="5668" y="2156"/>
                    <a:pt x="5364" y="2115"/>
                    <a:pt x="5061" y="2115"/>
                  </a:cubicBezTo>
                  <a:cubicBezTo>
                    <a:pt x="4757" y="2115"/>
                    <a:pt x="4453" y="2156"/>
                    <a:pt x="4168" y="2240"/>
                  </a:cubicBezTo>
                  <a:lnTo>
                    <a:pt x="4168" y="1192"/>
                  </a:lnTo>
                  <a:lnTo>
                    <a:pt x="3572" y="1192"/>
                  </a:lnTo>
                  <a:lnTo>
                    <a:pt x="3572" y="2382"/>
                  </a:lnTo>
                  <a:lnTo>
                    <a:pt x="2977" y="2382"/>
                  </a:lnTo>
                  <a:lnTo>
                    <a:pt x="2977" y="1501"/>
                  </a:lnTo>
                  <a:cubicBezTo>
                    <a:pt x="2977" y="1001"/>
                    <a:pt x="3382" y="596"/>
                    <a:pt x="3882" y="596"/>
                  </a:cubicBezTo>
                  <a:close/>
                  <a:moveTo>
                    <a:pt x="2382" y="2097"/>
                  </a:moveTo>
                  <a:lnTo>
                    <a:pt x="2382" y="2859"/>
                  </a:lnTo>
                  <a:cubicBezTo>
                    <a:pt x="1739" y="3502"/>
                    <a:pt x="1286" y="4383"/>
                    <a:pt x="1215" y="5383"/>
                  </a:cubicBezTo>
                  <a:lnTo>
                    <a:pt x="596" y="5383"/>
                  </a:lnTo>
                  <a:cubicBezTo>
                    <a:pt x="691" y="4073"/>
                    <a:pt x="1334" y="2883"/>
                    <a:pt x="2382" y="2097"/>
                  </a:cubicBezTo>
                  <a:close/>
                  <a:moveTo>
                    <a:pt x="5066" y="2706"/>
                  </a:moveTo>
                  <a:cubicBezTo>
                    <a:pt x="5381" y="2706"/>
                    <a:pt x="5742" y="2769"/>
                    <a:pt x="6120" y="2954"/>
                  </a:cubicBezTo>
                  <a:lnTo>
                    <a:pt x="6168" y="2978"/>
                  </a:lnTo>
                  <a:lnTo>
                    <a:pt x="6930" y="2978"/>
                  </a:lnTo>
                  <a:cubicBezTo>
                    <a:pt x="7740" y="3526"/>
                    <a:pt x="8216" y="4407"/>
                    <a:pt x="8311" y="5383"/>
                  </a:cubicBezTo>
                  <a:lnTo>
                    <a:pt x="1810" y="5383"/>
                  </a:lnTo>
                  <a:cubicBezTo>
                    <a:pt x="1881" y="4407"/>
                    <a:pt x="2382" y="3526"/>
                    <a:pt x="3191" y="2978"/>
                  </a:cubicBezTo>
                  <a:lnTo>
                    <a:pt x="3953" y="2978"/>
                  </a:lnTo>
                  <a:cubicBezTo>
                    <a:pt x="3953" y="2978"/>
                    <a:pt x="4410" y="2706"/>
                    <a:pt x="5066" y="2706"/>
                  </a:cubicBezTo>
                  <a:close/>
                  <a:moveTo>
                    <a:pt x="7740" y="2097"/>
                  </a:moveTo>
                  <a:cubicBezTo>
                    <a:pt x="8788" y="2883"/>
                    <a:pt x="9431" y="4073"/>
                    <a:pt x="9526" y="5383"/>
                  </a:cubicBezTo>
                  <a:lnTo>
                    <a:pt x="8907" y="5383"/>
                  </a:lnTo>
                  <a:cubicBezTo>
                    <a:pt x="8835" y="4383"/>
                    <a:pt x="8383" y="3502"/>
                    <a:pt x="7740" y="2859"/>
                  </a:cubicBezTo>
                  <a:lnTo>
                    <a:pt x="7740" y="2097"/>
                  </a:lnTo>
                  <a:close/>
                  <a:moveTo>
                    <a:pt x="3882" y="1"/>
                  </a:moveTo>
                  <a:cubicBezTo>
                    <a:pt x="3096" y="1"/>
                    <a:pt x="2453" y="596"/>
                    <a:pt x="2405" y="1358"/>
                  </a:cubicBezTo>
                  <a:cubicBezTo>
                    <a:pt x="905" y="2287"/>
                    <a:pt x="0" y="3930"/>
                    <a:pt x="0" y="5669"/>
                  </a:cubicBezTo>
                  <a:lnTo>
                    <a:pt x="0" y="5978"/>
                  </a:lnTo>
                  <a:lnTo>
                    <a:pt x="10121" y="5978"/>
                  </a:lnTo>
                  <a:lnTo>
                    <a:pt x="10121" y="5669"/>
                  </a:lnTo>
                  <a:cubicBezTo>
                    <a:pt x="10121" y="3930"/>
                    <a:pt x="9216" y="2287"/>
                    <a:pt x="7716" y="1358"/>
                  </a:cubicBezTo>
                  <a:cubicBezTo>
                    <a:pt x="7668" y="596"/>
                    <a:pt x="7025" y="1"/>
                    <a:pt x="6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79"/>
            <p:cNvSpPr/>
            <p:nvPr/>
          </p:nvSpPr>
          <p:spPr>
            <a:xfrm>
              <a:off x="2245075" y="2729775"/>
              <a:ext cx="30975" cy="72675"/>
            </a:xfrm>
            <a:custGeom>
              <a:rect b="b" l="l" r="r" t="t"/>
              <a:pathLst>
                <a:path extrusionOk="0" h="2907" w="1239">
                  <a:moveTo>
                    <a:pt x="787" y="1"/>
                  </a:moveTo>
                  <a:lnTo>
                    <a:pt x="453" y="477"/>
                  </a:lnTo>
                  <a:cubicBezTo>
                    <a:pt x="572" y="572"/>
                    <a:pt x="644" y="691"/>
                    <a:pt x="644" y="858"/>
                  </a:cubicBezTo>
                  <a:cubicBezTo>
                    <a:pt x="644" y="1001"/>
                    <a:pt x="572" y="1144"/>
                    <a:pt x="453" y="1215"/>
                  </a:cubicBezTo>
                  <a:cubicBezTo>
                    <a:pt x="191" y="1406"/>
                    <a:pt x="1" y="1715"/>
                    <a:pt x="1" y="2049"/>
                  </a:cubicBezTo>
                  <a:cubicBezTo>
                    <a:pt x="1" y="2406"/>
                    <a:pt x="191" y="2716"/>
                    <a:pt x="453" y="2906"/>
                  </a:cubicBezTo>
                  <a:lnTo>
                    <a:pt x="787" y="2406"/>
                  </a:lnTo>
                  <a:cubicBezTo>
                    <a:pt x="667" y="2335"/>
                    <a:pt x="596" y="2192"/>
                    <a:pt x="596" y="2049"/>
                  </a:cubicBezTo>
                  <a:cubicBezTo>
                    <a:pt x="596" y="1906"/>
                    <a:pt x="667" y="1787"/>
                    <a:pt x="787" y="1715"/>
                  </a:cubicBezTo>
                  <a:cubicBezTo>
                    <a:pt x="1072" y="1525"/>
                    <a:pt x="1239" y="1192"/>
                    <a:pt x="1239" y="858"/>
                  </a:cubicBezTo>
                  <a:cubicBezTo>
                    <a:pt x="1239" y="501"/>
                    <a:pt x="1072" y="168"/>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79"/>
            <p:cNvSpPr/>
            <p:nvPr/>
          </p:nvSpPr>
          <p:spPr>
            <a:xfrm>
              <a:off x="2283175" y="2729775"/>
              <a:ext cx="30400" cy="72675"/>
            </a:xfrm>
            <a:custGeom>
              <a:rect b="b" l="l" r="r" t="t"/>
              <a:pathLst>
                <a:path extrusionOk="0" h="2907" w="1216">
                  <a:moveTo>
                    <a:pt x="763" y="1"/>
                  </a:moveTo>
                  <a:lnTo>
                    <a:pt x="453" y="477"/>
                  </a:lnTo>
                  <a:cubicBezTo>
                    <a:pt x="548" y="572"/>
                    <a:pt x="620" y="691"/>
                    <a:pt x="620" y="858"/>
                  </a:cubicBezTo>
                  <a:cubicBezTo>
                    <a:pt x="620" y="1001"/>
                    <a:pt x="548" y="1144"/>
                    <a:pt x="453" y="1215"/>
                  </a:cubicBezTo>
                  <a:cubicBezTo>
                    <a:pt x="167" y="1406"/>
                    <a:pt x="1" y="1715"/>
                    <a:pt x="1" y="2049"/>
                  </a:cubicBezTo>
                  <a:cubicBezTo>
                    <a:pt x="1" y="2406"/>
                    <a:pt x="167" y="2716"/>
                    <a:pt x="453" y="2906"/>
                  </a:cubicBezTo>
                  <a:lnTo>
                    <a:pt x="763" y="2406"/>
                  </a:lnTo>
                  <a:cubicBezTo>
                    <a:pt x="644" y="2335"/>
                    <a:pt x="596" y="2192"/>
                    <a:pt x="596" y="2049"/>
                  </a:cubicBezTo>
                  <a:cubicBezTo>
                    <a:pt x="596" y="1906"/>
                    <a:pt x="644" y="1787"/>
                    <a:pt x="763" y="1715"/>
                  </a:cubicBezTo>
                  <a:cubicBezTo>
                    <a:pt x="1049" y="1525"/>
                    <a:pt x="1215" y="1192"/>
                    <a:pt x="1215" y="858"/>
                  </a:cubicBezTo>
                  <a:cubicBezTo>
                    <a:pt x="1215" y="501"/>
                    <a:pt x="1049" y="168"/>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79"/>
            <p:cNvSpPr/>
            <p:nvPr/>
          </p:nvSpPr>
          <p:spPr>
            <a:xfrm>
              <a:off x="20980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43" y="1906"/>
                    <a:pt x="643" y="2049"/>
                  </a:cubicBezTo>
                  <a:cubicBezTo>
                    <a:pt x="643" y="2192"/>
                    <a:pt x="572" y="2335"/>
                    <a:pt x="453" y="2406"/>
                  </a:cubicBezTo>
                  <a:lnTo>
                    <a:pt x="786" y="2906"/>
                  </a:lnTo>
                  <a:cubicBezTo>
                    <a:pt x="1048" y="2716"/>
                    <a:pt x="1215" y="2406"/>
                    <a:pt x="1215" y="2049"/>
                  </a:cubicBezTo>
                  <a:cubicBezTo>
                    <a:pt x="1215" y="1715"/>
                    <a:pt x="1048" y="1406"/>
                    <a:pt x="786" y="1215"/>
                  </a:cubicBezTo>
                  <a:cubicBezTo>
                    <a:pt x="667" y="1144"/>
                    <a:pt x="596" y="1001"/>
                    <a:pt x="596" y="858"/>
                  </a:cubicBezTo>
                  <a:cubicBezTo>
                    <a:pt x="596" y="691"/>
                    <a:pt x="667" y="572"/>
                    <a:pt x="786"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79"/>
            <p:cNvSpPr/>
            <p:nvPr/>
          </p:nvSpPr>
          <p:spPr>
            <a:xfrm>
              <a:off x="20605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19" y="1906"/>
                    <a:pt x="619" y="2049"/>
                  </a:cubicBezTo>
                  <a:cubicBezTo>
                    <a:pt x="619" y="2192"/>
                    <a:pt x="572" y="2335"/>
                    <a:pt x="453" y="2406"/>
                  </a:cubicBezTo>
                  <a:lnTo>
                    <a:pt x="762" y="2906"/>
                  </a:lnTo>
                  <a:cubicBezTo>
                    <a:pt x="1048" y="2716"/>
                    <a:pt x="1215" y="2406"/>
                    <a:pt x="1215" y="2049"/>
                  </a:cubicBezTo>
                  <a:cubicBezTo>
                    <a:pt x="1215" y="1715"/>
                    <a:pt x="1048" y="1406"/>
                    <a:pt x="762" y="1215"/>
                  </a:cubicBezTo>
                  <a:cubicBezTo>
                    <a:pt x="667" y="1144"/>
                    <a:pt x="596" y="1001"/>
                    <a:pt x="596" y="858"/>
                  </a:cubicBezTo>
                  <a:cubicBezTo>
                    <a:pt x="596" y="691"/>
                    <a:pt x="667" y="572"/>
                    <a:pt x="762"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79"/>
          <p:cNvGrpSpPr/>
          <p:nvPr/>
        </p:nvGrpSpPr>
        <p:grpSpPr>
          <a:xfrm>
            <a:off x="5296918" y="2063454"/>
            <a:ext cx="439825" cy="439825"/>
            <a:chOff x="4355050" y="2720850"/>
            <a:chExt cx="256025" cy="256025"/>
          </a:xfrm>
        </p:grpSpPr>
        <p:sp>
          <p:nvSpPr>
            <p:cNvPr id="843" name="Google Shape;843;p79"/>
            <p:cNvSpPr/>
            <p:nvPr/>
          </p:nvSpPr>
          <p:spPr>
            <a:xfrm>
              <a:off x="4483050" y="2720850"/>
              <a:ext cx="60150" cy="60750"/>
            </a:xfrm>
            <a:custGeom>
              <a:rect b="b" l="l" r="r" t="t"/>
              <a:pathLst>
                <a:path extrusionOk="0" h="2430" w="2406">
                  <a:moveTo>
                    <a:pt x="1191" y="620"/>
                  </a:moveTo>
                  <a:cubicBezTo>
                    <a:pt x="1524" y="620"/>
                    <a:pt x="1810" y="906"/>
                    <a:pt x="1810" y="1239"/>
                  </a:cubicBezTo>
                  <a:cubicBezTo>
                    <a:pt x="1810" y="1572"/>
                    <a:pt x="1524" y="1834"/>
                    <a:pt x="1191" y="1834"/>
                  </a:cubicBezTo>
                  <a:cubicBezTo>
                    <a:pt x="881" y="1834"/>
                    <a:pt x="596" y="1572"/>
                    <a:pt x="596" y="1239"/>
                  </a:cubicBezTo>
                  <a:cubicBezTo>
                    <a:pt x="596" y="906"/>
                    <a:pt x="881" y="620"/>
                    <a:pt x="1191" y="620"/>
                  </a:cubicBezTo>
                  <a:close/>
                  <a:moveTo>
                    <a:pt x="1191" y="1"/>
                  </a:moveTo>
                  <a:cubicBezTo>
                    <a:pt x="524" y="1"/>
                    <a:pt x="0" y="572"/>
                    <a:pt x="0" y="1239"/>
                  </a:cubicBezTo>
                  <a:cubicBezTo>
                    <a:pt x="0" y="1882"/>
                    <a:pt x="548" y="2430"/>
                    <a:pt x="1191" y="2430"/>
                  </a:cubicBezTo>
                  <a:cubicBezTo>
                    <a:pt x="1858" y="2430"/>
                    <a:pt x="2406" y="1882"/>
                    <a:pt x="2406" y="1239"/>
                  </a:cubicBezTo>
                  <a:cubicBezTo>
                    <a:pt x="2406" y="572"/>
                    <a:pt x="1882"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9"/>
            <p:cNvSpPr/>
            <p:nvPr/>
          </p:nvSpPr>
          <p:spPr>
            <a:xfrm>
              <a:off x="4355050" y="2781575"/>
              <a:ext cx="256025" cy="195300"/>
            </a:xfrm>
            <a:custGeom>
              <a:rect b="b" l="l" r="r" t="t"/>
              <a:pathLst>
                <a:path extrusionOk="0" h="7812" w="10241">
                  <a:moveTo>
                    <a:pt x="7526" y="596"/>
                  </a:moveTo>
                  <a:cubicBezTo>
                    <a:pt x="7907" y="596"/>
                    <a:pt x="8240" y="858"/>
                    <a:pt x="8359" y="1191"/>
                  </a:cubicBezTo>
                  <a:lnTo>
                    <a:pt x="6621" y="1191"/>
                  </a:lnTo>
                  <a:lnTo>
                    <a:pt x="6621" y="2406"/>
                  </a:lnTo>
                  <a:lnTo>
                    <a:pt x="5430" y="2406"/>
                  </a:lnTo>
                  <a:lnTo>
                    <a:pt x="5430" y="1191"/>
                  </a:lnTo>
                  <a:lnTo>
                    <a:pt x="4835" y="1191"/>
                  </a:lnTo>
                  <a:lnTo>
                    <a:pt x="4835" y="3001"/>
                  </a:lnTo>
                  <a:lnTo>
                    <a:pt x="6621" y="3001"/>
                  </a:lnTo>
                  <a:lnTo>
                    <a:pt x="6621" y="3597"/>
                  </a:lnTo>
                  <a:lnTo>
                    <a:pt x="4215" y="3597"/>
                  </a:lnTo>
                  <a:lnTo>
                    <a:pt x="4215" y="1501"/>
                  </a:lnTo>
                  <a:cubicBezTo>
                    <a:pt x="4215" y="1001"/>
                    <a:pt x="4620" y="596"/>
                    <a:pt x="5120" y="596"/>
                  </a:cubicBezTo>
                  <a:close/>
                  <a:moveTo>
                    <a:pt x="9645" y="1811"/>
                  </a:moveTo>
                  <a:lnTo>
                    <a:pt x="9645" y="2406"/>
                  </a:lnTo>
                  <a:lnTo>
                    <a:pt x="7811" y="2406"/>
                  </a:lnTo>
                  <a:lnTo>
                    <a:pt x="7811" y="3597"/>
                  </a:lnTo>
                  <a:lnTo>
                    <a:pt x="7216" y="3597"/>
                  </a:lnTo>
                  <a:lnTo>
                    <a:pt x="7216" y="1811"/>
                  </a:lnTo>
                  <a:close/>
                  <a:moveTo>
                    <a:pt x="1215" y="3597"/>
                  </a:moveTo>
                  <a:cubicBezTo>
                    <a:pt x="1548" y="3597"/>
                    <a:pt x="1810" y="3859"/>
                    <a:pt x="1810" y="4192"/>
                  </a:cubicBezTo>
                  <a:cubicBezTo>
                    <a:pt x="1810" y="4525"/>
                    <a:pt x="1548" y="4787"/>
                    <a:pt x="1215" y="4787"/>
                  </a:cubicBezTo>
                  <a:cubicBezTo>
                    <a:pt x="881" y="4787"/>
                    <a:pt x="596" y="4525"/>
                    <a:pt x="596" y="4192"/>
                  </a:cubicBezTo>
                  <a:cubicBezTo>
                    <a:pt x="596" y="3859"/>
                    <a:pt x="881" y="3597"/>
                    <a:pt x="1215" y="3597"/>
                  </a:cubicBezTo>
                  <a:close/>
                  <a:moveTo>
                    <a:pt x="9645" y="4192"/>
                  </a:moveTo>
                  <a:lnTo>
                    <a:pt x="9645" y="4787"/>
                  </a:lnTo>
                  <a:lnTo>
                    <a:pt x="3048" y="4787"/>
                  </a:lnTo>
                  <a:cubicBezTo>
                    <a:pt x="3191" y="4454"/>
                    <a:pt x="3525" y="4192"/>
                    <a:pt x="3930" y="4192"/>
                  </a:cubicBezTo>
                  <a:close/>
                  <a:moveTo>
                    <a:pt x="9645" y="5407"/>
                  </a:moveTo>
                  <a:lnTo>
                    <a:pt x="9645" y="6002"/>
                  </a:lnTo>
                  <a:lnTo>
                    <a:pt x="596" y="6002"/>
                  </a:lnTo>
                  <a:lnTo>
                    <a:pt x="596" y="5407"/>
                  </a:lnTo>
                  <a:close/>
                  <a:moveTo>
                    <a:pt x="5120" y="1"/>
                  </a:moveTo>
                  <a:cubicBezTo>
                    <a:pt x="4287" y="1"/>
                    <a:pt x="3620" y="667"/>
                    <a:pt x="3620" y="1501"/>
                  </a:cubicBezTo>
                  <a:lnTo>
                    <a:pt x="3620" y="3620"/>
                  </a:lnTo>
                  <a:cubicBezTo>
                    <a:pt x="3334" y="3692"/>
                    <a:pt x="3072" y="3835"/>
                    <a:pt x="2858" y="4025"/>
                  </a:cubicBezTo>
                  <a:cubicBezTo>
                    <a:pt x="2644" y="4240"/>
                    <a:pt x="2501" y="4502"/>
                    <a:pt x="2429" y="4787"/>
                  </a:cubicBezTo>
                  <a:lnTo>
                    <a:pt x="2239" y="4787"/>
                  </a:lnTo>
                  <a:cubicBezTo>
                    <a:pt x="2358" y="4621"/>
                    <a:pt x="2405" y="4406"/>
                    <a:pt x="2405" y="4192"/>
                  </a:cubicBezTo>
                  <a:cubicBezTo>
                    <a:pt x="2405" y="3525"/>
                    <a:pt x="1858" y="3001"/>
                    <a:pt x="1215" y="3001"/>
                  </a:cubicBezTo>
                  <a:cubicBezTo>
                    <a:pt x="548" y="3001"/>
                    <a:pt x="0" y="3525"/>
                    <a:pt x="0" y="4192"/>
                  </a:cubicBezTo>
                  <a:cubicBezTo>
                    <a:pt x="0" y="4406"/>
                    <a:pt x="72" y="4621"/>
                    <a:pt x="167" y="4787"/>
                  </a:cubicBezTo>
                  <a:lnTo>
                    <a:pt x="0" y="4787"/>
                  </a:lnTo>
                  <a:lnTo>
                    <a:pt x="0" y="7812"/>
                  </a:lnTo>
                  <a:lnTo>
                    <a:pt x="596" y="7812"/>
                  </a:lnTo>
                  <a:lnTo>
                    <a:pt x="596" y="6597"/>
                  </a:lnTo>
                  <a:lnTo>
                    <a:pt x="9645" y="6597"/>
                  </a:lnTo>
                  <a:lnTo>
                    <a:pt x="9645" y="7812"/>
                  </a:lnTo>
                  <a:lnTo>
                    <a:pt x="10240" y="7812"/>
                  </a:lnTo>
                  <a:lnTo>
                    <a:pt x="10240" y="3597"/>
                  </a:lnTo>
                  <a:lnTo>
                    <a:pt x="8430" y="3597"/>
                  </a:lnTo>
                  <a:lnTo>
                    <a:pt x="8430" y="3001"/>
                  </a:lnTo>
                  <a:lnTo>
                    <a:pt x="10240" y="3001"/>
                  </a:lnTo>
                  <a:lnTo>
                    <a:pt x="10240" y="1191"/>
                  </a:lnTo>
                  <a:lnTo>
                    <a:pt x="9002" y="1191"/>
                  </a:lnTo>
                  <a:cubicBezTo>
                    <a:pt x="8859" y="525"/>
                    <a:pt x="8240" y="1"/>
                    <a:pt x="7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79"/>
          <p:cNvGrpSpPr/>
          <p:nvPr/>
        </p:nvGrpSpPr>
        <p:grpSpPr>
          <a:xfrm>
            <a:off x="7202811" y="2075851"/>
            <a:ext cx="472230" cy="415032"/>
            <a:chOff x="5461825" y="3170950"/>
            <a:chExt cx="255425" cy="224475"/>
          </a:xfrm>
        </p:grpSpPr>
        <p:sp>
          <p:nvSpPr>
            <p:cNvPr id="846" name="Google Shape;846;p79"/>
            <p:cNvSpPr/>
            <p:nvPr/>
          </p:nvSpPr>
          <p:spPr>
            <a:xfrm>
              <a:off x="5582675" y="3170950"/>
              <a:ext cx="30975" cy="72050"/>
            </a:xfrm>
            <a:custGeom>
              <a:rect b="b" l="l" r="r" t="t"/>
              <a:pathLst>
                <a:path extrusionOk="0" h="2882" w="1239">
                  <a:moveTo>
                    <a:pt x="787" y="0"/>
                  </a:moveTo>
                  <a:lnTo>
                    <a:pt x="453" y="500"/>
                  </a:lnTo>
                  <a:cubicBezTo>
                    <a:pt x="572" y="572"/>
                    <a:pt x="620" y="691"/>
                    <a:pt x="620" y="834"/>
                  </a:cubicBezTo>
                  <a:cubicBezTo>
                    <a:pt x="620" y="977"/>
                    <a:pt x="572" y="1120"/>
                    <a:pt x="453" y="1191"/>
                  </a:cubicBezTo>
                  <a:cubicBezTo>
                    <a:pt x="167" y="1381"/>
                    <a:pt x="1" y="1691"/>
                    <a:pt x="1" y="2048"/>
                  </a:cubicBezTo>
                  <a:cubicBezTo>
                    <a:pt x="1" y="2382"/>
                    <a:pt x="167" y="2691"/>
                    <a:pt x="453" y="2882"/>
                  </a:cubicBezTo>
                  <a:lnTo>
                    <a:pt x="787" y="2382"/>
                  </a:lnTo>
                  <a:cubicBezTo>
                    <a:pt x="667" y="2310"/>
                    <a:pt x="596" y="2191"/>
                    <a:pt x="596" y="2048"/>
                  </a:cubicBezTo>
                  <a:cubicBezTo>
                    <a:pt x="596" y="1905"/>
                    <a:pt x="667" y="1763"/>
                    <a:pt x="787" y="1691"/>
                  </a:cubicBezTo>
                  <a:cubicBezTo>
                    <a:pt x="1048" y="1501"/>
                    <a:pt x="1239" y="1191"/>
                    <a:pt x="1239" y="834"/>
                  </a:cubicBezTo>
                  <a:cubicBezTo>
                    <a:pt x="1239" y="500"/>
                    <a:pt x="1048"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79"/>
            <p:cNvSpPr/>
            <p:nvPr/>
          </p:nvSpPr>
          <p:spPr>
            <a:xfrm>
              <a:off x="5619600" y="3170950"/>
              <a:ext cx="31575" cy="72050"/>
            </a:xfrm>
            <a:custGeom>
              <a:rect b="b" l="l" r="r" t="t"/>
              <a:pathLst>
                <a:path extrusionOk="0" h="2882" w="1263">
                  <a:moveTo>
                    <a:pt x="786" y="0"/>
                  </a:moveTo>
                  <a:lnTo>
                    <a:pt x="453" y="500"/>
                  </a:lnTo>
                  <a:cubicBezTo>
                    <a:pt x="572" y="572"/>
                    <a:pt x="643" y="691"/>
                    <a:pt x="643" y="834"/>
                  </a:cubicBezTo>
                  <a:cubicBezTo>
                    <a:pt x="643" y="977"/>
                    <a:pt x="572" y="1120"/>
                    <a:pt x="453" y="1191"/>
                  </a:cubicBezTo>
                  <a:cubicBezTo>
                    <a:pt x="191" y="1381"/>
                    <a:pt x="0" y="1691"/>
                    <a:pt x="0" y="2048"/>
                  </a:cubicBezTo>
                  <a:cubicBezTo>
                    <a:pt x="0" y="2382"/>
                    <a:pt x="191" y="2691"/>
                    <a:pt x="453" y="2882"/>
                  </a:cubicBezTo>
                  <a:lnTo>
                    <a:pt x="786" y="2382"/>
                  </a:lnTo>
                  <a:cubicBezTo>
                    <a:pt x="667" y="2310"/>
                    <a:pt x="619" y="2191"/>
                    <a:pt x="619" y="2048"/>
                  </a:cubicBezTo>
                  <a:cubicBezTo>
                    <a:pt x="619" y="1905"/>
                    <a:pt x="667" y="1763"/>
                    <a:pt x="786" y="1691"/>
                  </a:cubicBezTo>
                  <a:cubicBezTo>
                    <a:pt x="1072" y="1501"/>
                    <a:pt x="1262" y="1191"/>
                    <a:pt x="1262" y="834"/>
                  </a:cubicBezTo>
                  <a:cubicBezTo>
                    <a:pt x="1262"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79"/>
            <p:cNvSpPr/>
            <p:nvPr/>
          </p:nvSpPr>
          <p:spPr>
            <a:xfrm>
              <a:off x="5657100" y="3170950"/>
              <a:ext cx="30975" cy="72050"/>
            </a:xfrm>
            <a:custGeom>
              <a:rect b="b" l="l" r="r" t="t"/>
              <a:pathLst>
                <a:path extrusionOk="0" h="2882" w="1239">
                  <a:moveTo>
                    <a:pt x="786" y="0"/>
                  </a:moveTo>
                  <a:lnTo>
                    <a:pt x="453" y="500"/>
                  </a:lnTo>
                  <a:cubicBezTo>
                    <a:pt x="572" y="572"/>
                    <a:pt x="643" y="691"/>
                    <a:pt x="643" y="834"/>
                  </a:cubicBezTo>
                  <a:cubicBezTo>
                    <a:pt x="643" y="977"/>
                    <a:pt x="572" y="1120"/>
                    <a:pt x="453" y="1191"/>
                  </a:cubicBezTo>
                  <a:cubicBezTo>
                    <a:pt x="167" y="1381"/>
                    <a:pt x="0" y="1691"/>
                    <a:pt x="0" y="2048"/>
                  </a:cubicBezTo>
                  <a:cubicBezTo>
                    <a:pt x="0" y="2382"/>
                    <a:pt x="167" y="2691"/>
                    <a:pt x="453" y="2882"/>
                  </a:cubicBezTo>
                  <a:lnTo>
                    <a:pt x="786" y="2382"/>
                  </a:lnTo>
                  <a:cubicBezTo>
                    <a:pt x="667" y="2310"/>
                    <a:pt x="596" y="2191"/>
                    <a:pt x="596" y="2048"/>
                  </a:cubicBezTo>
                  <a:cubicBezTo>
                    <a:pt x="596" y="1905"/>
                    <a:pt x="667" y="1763"/>
                    <a:pt x="786" y="1691"/>
                  </a:cubicBezTo>
                  <a:cubicBezTo>
                    <a:pt x="1072" y="1501"/>
                    <a:pt x="1239" y="1191"/>
                    <a:pt x="1239" y="834"/>
                  </a:cubicBezTo>
                  <a:cubicBezTo>
                    <a:pt x="1239"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9"/>
            <p:cNvSpPr/>
            <p:nvPr/>
          </p:nvSpPr>
          <p:spPr>
            <a:xfrm>
              <a:off x="5461825" y="3260850"/>
              <a:ext cx="255425" cy="134575"/>
            </a:xfrm>
            <a:custGeom>
              <a:rect b="b" l="l" r="r" t="t"/>
              <a:pathLst>
                <a:path extrusionOk="0" h="5383" w="10217">
                  <a:moveTo>
                    <a:pt x="5430" y="596"/>
                  </a:moveTo>
                  <a:cubicBezTo>
                    <a:pt x="5787" y="596"/>
                    <a:pt x="6025" y="786"/>
                    <a:pt x="6025" y="905"/>
                  </a:cubicBezTo>
                  <a:cubicBezTo>
                    <a:pt x="6025" y="1024"/>
                    <a:pt x="5787" y="1191"/>
                    <a:pt x="5430" y="1191"/>
                  </a:cubicBezTo>
                  <a:cubicBezTo>
                    <a:pt x="5073" y="1191"/>
                    <a:pt x="4835" y="1024"/>
                    <a:pt x="4835" y="905"/>
                  </a:cubicBezTo>
                  <a:cubicBezTo>
                    <a:pt x="4835" y="786"/>
                    <a:pt x="5073" y="596"/>
                    <a:pt x="5430" y="596"/>
                  </a:cubicBezTo>
                  <a:close/>
                  <a:moveTo>
                    <a:pt x="7216" y="596"/>
                  </a:moveTo>
                  <a:cubicBezTo>
                    <a:pt x="7597" y="596"/>
                    <a:pt x="7835" y="786"/>
                    <a:pt x="7835" y="905"/>
                  </a:cubicBezTo>
                  <a:cubicBezTo>
                    <a:pt x="7835" y="1024"/>
                    <a:pt x="7597" y="1191"/>
                    <a:pt x="7216" y="1191"/>
                  </a:cubicBezTo>
                  <a:cubicBezTo>
                    <a:pt x="6859" y="1191"/>
                    <a:pt x="6621" y="1024"/>
                    <a:pt x="6621" y="905"/>
                  </a:cubicBezTo>
                  <a:cubicBezTo>
                    <a:pt x="6621" y="786"/>
                    <a:pt x="6859" y="596"/>
                    <a:pt x="7216" y="596"/>
                  </a:cubicBezTo>
                  <a:close/>
                  <a:moveTo>
                    <a:pt x="9026" y="596"/>
                  </a:moveTo>
                  <a:cubicBezTo>
                    <a:pt x="9383" y="596"/>
                    <a:pt x="9621" y="786"/>
                    <a:pt x="9621" y="905"/>
                  </a:cubicBezTo>
                  <a:cubicBezTo>
                    <a:pt x="9621" y="1024"/>
                    <a:pt x="9383" y="1191"/>
                    <a:pt x="9026" y="1191"/>
                  </a:cubicBezTo>
                  <a:cubicBezTo>
                    <a:pt x="8669" y="1191"/>
                    <a:pt x="8431" y="1024"/>
                    <a:pt x="8431" y="905"/>
                  </a:cubicBezTo>
                  <a:cubicBezTo>
                    <a:pt x="8431" y="786"/>
                    <a:pt x="8669" y="596"/>
                    <a:pt x="9026" y="596"/>
                  </a:cubicBezTo>
                  <a:close/>
                  <a:moveTo>
                    <a:pt x="1501" y="1191"/>
                  </a:moveTo>
                  <a:cubicBezTo>
                    <a:pt x="2001" y="1191"/>
                    <a:pt x="2406" y="1620"/>
                    <a:pt x="2406" y="2096"/>
                  </a:cubicBezTo>
                  <a:cubicBezTo>
                    <a:pt x="2406" y="2596"/>
                    <a:pt x="2001" y="3001"/>
                    <a:pt x="1501" y="3001"/>
                  </a:cubicBezTo>
                  <a:cubicBezTo>
                    <a:pt x="1001" y="3001"/>
                    <a:pt x="596" y="2596"/>
                    <a:pt x="596" y="2096"/>
                  </a:cubicBezTo>
                  <a:cubicBezTo>
                    <a:pt x="596" y="1596"/>
                    <a:pt x="1001" y="1191"/>
                    <a:pt x="1501" y="1191"/>
                  </a:cubicBezTo>
                  <a:close/>
                  <a:moveTo>
                    <a:pt x="4311" y="1215"/>
                  </a:moveTo>
                  <a:cubicBezTo>
                    <a:pt x="4477" y="1572"/>
                    <a:pt x="4906" y="1786"/>
                    <a:pt x="5430" y="1786"/>
                  </a:cubicBezTo>
                  <a:cubicBezTo>
                    <a:pt x="5787" y="1786"/>
                    <a:pt x="6121" y="1691"/>
                    <a:pt x="6335" y="1501"/>
                  </a:cubicBezTo>
                  <a:cubicBezTo>
                    <a:pt x="6549" y="1691"/>
                    <a:pt x="6859" y="1786"/>
                    <a:pt x="7216" y="1786"/>
                  </a:cubicBezTo>
                  <a:cubicBezTo>
                    <a:pt x="7597" y="1786"/>
                    <a:pt x="7907" y="1691"/>
                    <a:pt x="8121" y="1501"/>
                  </a:cubicBezTo>
                  <a:cubicBezTo>
                    <a:pt x="8335" y="1691"/>
                    <a:pt x="8669" y="1786"/>
                    <a:pt x="9026" y="1786"/>
                  </a:cubicBezTo>
                  <a:cubicBezTo>
                    <a:pt x="9240" y="1786"/>
                    <a:pt x="9455" y="1762"/>
                    <a:pt x="9621" y="1691"/>
                  </a:cubicBezTo>
                  <a:lnTo>
                    <a:pt x="9621" y="3001"/>
                  </a:lnTo>
                  <a:lnTo>
                    <a:pt x="4525" y="3001"/>
                  </a:lnTo>
                  <a:cubicBezTo>
                    <a:pt x="4025" y="3001"/>
                    <a:pt x="3620" y="2596"/>
                    <a:pt x="3620" y="2096"/>
                  </a:cubicBezTo>
                  <a:cubicBezTo>
                    <a:pt x="3620" y="1691"/>
                    <a:pt x="3906" y="1334"/>
                    <a:pt x="4311" y="1215"/>
                  </a:cubicBezTo>
                  <a:close/>
                  <a:moveTo>
                    <a:pt x="9621" y="3596"/>
                  </a:moveTo>
                  <a:lnTo>
                    <a:pt x="9621" y="4787"/>
                  </a:lnTo>
                  <a:lnTo>
                    <a:pt x="596" y="4787"/>
                  </a:lnTo>
                  <a:lnTo>
                    <a:pt x="596" y="3596"/>
                  </a:lnTo>
                  <a:close/>
                  <a:moveTo>
                    <a:pt x="5430" y="0"/>
                  </a:moveTo>
                  <a:cubicBezTo>
                    <a:pt x="4882" y="0"/>
                    <a:pt x="4430" y="262"/>
                    <a:pt x="4287" y="619"/>
                  </a:cubicBezTo>
                  <a:cubicBezTo>
                    <a:pt x="3572" y="738"/>
                    <a:pt x="3001" y="1334"/>
                    <a:pt x="3001" y="2096"/>
                  </a:cubicBezTo>
                  <a:cubicBezTo>
                    <a:pt x="3001" y="2429"/>
                    <a:pt x="3120" y="2739"/>
                    <a:pt x="3311" y="3001"/>
                  </a:cubicBezTo>
                  <a:lnTo>
                    <a:pt x="2715" y="3001"/>
                  </a:lnTo>
                  <a:cubicBezTo>
                    <a:pt x="2906" y="2739"/>
                    <a:pt x="3001" y="2429"/>
                    <a:pt x="3001" y="2096"/>
                  </a:cubicBezTo>
                  <a:cubicBezTo>
                    <a:pt x="3001" y="1262"/>
                    <a:pt x="2310" y="596"/>
                    <a:pt x="1501" y="596"/>
                  </a:cubicBezTo>
                  <a:cubicBezTo>
                    <a:pt x="667" y="596"/>
                    <a:pt x="0" y="1262"/>
                    <a:pt x="0" y="2096"/>
                  </a:cubicBezTo>
                  <a:cubicBezTo>
                    <a:pt x="0" y="2429"/>
                    <a:pt x="119" y="2739"/>
                    <a:pt x="286" y="3001"/>
                  </a:cubicBezTo>
                  <a:lnTo>
                    <a:pt x="0" y="3001"/>
                  </a:lnTo>
                  <a:lnTo>
                    <a:pt x="0" y="5382"/>
                  </a:lnTo>
                  <a:lnTo>
                    <a:pt x="10217" y="5382"/>
                  </a:lnTo>
                  <a:lnTo>
                    <a:pt x="10217" y="905"/>
                  </a:lnTo>
                  <a:cubicBezTo>
                    <a:pt x="10217" y="405"/>
                    <a:pt x="9693" y="0"/>
                    <a:pt x="9026" y="0"/>
                  </a:cubicBezTo>
                  <a:cubicBezTo>
                    <a:pt x="8669" y="0"/>
                    <a:pt x="8335" y="119"/>
                    <a:pt x="8121" y="310"/>
                  </a:cubicBezTo>
                  <a:cubicBezTo>
                    <a:pt x="7907" y="119"/>
                    <a:pt x="7597" y="0"/>
                    <a:pt x="7216" y="0"/>
                  </a:cubicBezTo>
                  <a:cubicBezTo>
                    <a:pt x="6859" y="0"/>
                    <a:pt x="6549" y="119"/>
                    <a:pt x="6335" y="310"/>
                  </a:cubicBezTo>
                  <a:cubicBezTo>
                    <a:pt x="6121" y="119"/>
                    <a:pt x="5787" y="0"/>
                    <a:pt x="5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9"/>
                                        </p:tgtEl>
                                        <p:attrNameLst>
                                          <p:attrName>style.visibility</p:attrName>
                                        </p:attrNameLst>
                                      </p:cBhvr>
                                      <p:to>
                                        <p:strVal val="visible"/>
                                      </p:to>
                                    </p:set>
                                    <p:animEffect filter="fade" transition="in">
                                      <p:cBhvr>
                                        <p:cTn dur="1000"/>
                                        <p:tgtEl>
                                          <p:spTgt spid="829"/>
                                        </p:tgtEl>
                                      </p:cBhvr>
                                    </p:animEffect>
                                  </p:childTnLst>
                                </p:cTn>
                              </p:par>
                              <p:par>
                                <p:cTn fill="hold" nodeType="withEffect" presetClass="entr" presetID="10" presetSubtype="0">
                                  <p:stCondLst>
                                    <p:cond delay="0"/>
                                  </p:stCondLst>
                                  <p:childTnLst>
                                    <p:set>
                                      <p:cBhvr>
                                        <p:cTn dur="1" fill="hold">
                                          <p:stCondLst>
                                            <p:cond delay="0"/>
                                          </p:stCondLst>
                                        </p:cTn>
                                        <p:tgtEl>
                                          <p:spTgt spid="835"/>
                                        </p:tgtEl>
                                        <p:attrNameLst>
                                          <p:attrName>style.visibility</p:attrName>
                                        </p:attrNameLst>
                                      </p:cBhvr>
                                      <p:to>
                                        <p:strVal val="visible"/>
                                      </p:to>
                                    </p:set>
                                    <p:animEffect filter="fade" transition="in">
                                      <p:cBhvr>
                                        <p:cTn dur="1000"/>
                                        <p:tgtEl>
                                          <p:spTgt spid="835"/>
                                        </p:tgtEl>
                                      </p:cBhvr>
                                    </p:animEffect>
                                  </p:childTnLst>
                                </p:cTn>
                              </p:par>
                              <p:par>
                                <p:cTn fill="hold" nodeType="withEffect" presetClass="entr" presetID="10" presetSubtype="0">
                                  <p:stCondLst>
                                    <p:cond delay="0"/>
                                  </p:stCondLst>
                                  <p:childTnLst>
                                    <p:set>
                                      <p:cBhvr>
                                        <p:cTn dur="1" fill="hold">
                                          <p:stCondLst>
                                            <p:cond delay="0"/>
                                          </p:stCondLst>
                                        </p:cTn>
                                        <p:tgtEl>
                                          <p:spTgt spid="842"/>
                                        </p:tgtEl>
                                        <p:attrNameLst>
                                          <p:attrName>style.visibility</p:attrName>
                                        </p:attrNameLst>
                                      </p:cBhvr>
                                      <p:to>
                                        <p:strVal val="visible"/>
                                      </p:to>
                                    </p:set>
                                    <p:animEffect filter="fade" transition="in">
                                      <p:cBhvr>
                                        <p:cTn dur="1000"/>
                                        <p:tgtEl>
                                          <p:spTgt spid="842"/>
                                        </p:tgtEl>
                                      </p:cBhvr>
                                    </p:animEffect>
                                  </p:childTnLst>
                                </p:cTn>
                              </p:par>
                              <p:par>
                                <p:cTn fill="hold" nodeType="withEffect" presetClass="entr" presetID="10" presetSubtype="0">
                                  <p:stCondLst>
                                    <p:cond delay="0"/>
                                  </p:stCondLst>
                                  <p:childTnLst>
                                    <p:set>
                                      <p:cBhvr>
                                        <p:cTn dur="1" fill="hold">
                                          <p:stCondLst>
                                            <p:cond delay="0"/>
                                          </p:stCondLst>
                                        </p:cTn>
                                        <p:tgtEl>
                                          <p:spTgt spid="845"/>
                                        </p:tgtEl>
                                        <p:attrNameLst>
                                          <p:attrName>style.visibility</p:attrName>
                                        </p:attrNameLst>
                                      </p:cBhvr>
                                      <p:to>
                                        <p:strVal val="visible"/>
                                      </p:to>
                                    </p:set>
                                    <p:animEffect filter="fade" transition="in">
                                      <p:cBhvr>
                                        <p:cTn dur="1000"/>
                                        <p:tgtEl>
                                          <p:spTgt spid="8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pic>
        <p:nvPicPr>
          <p:cNvPr id="854" name="Google Shape;854;p80" title="abstract-minimal-concept-flowers-shadows (1).jpg"/>
          <p:cNvPicPr preferRelativeResize="0"/>
          <p:nvPr>
            <p:ph idx="2" type="pic"/>
          </p:nvPr>
        </p:nvPicPr>
        <p:blipFill rotWithShape="1">
          <a:blip r:embed="rId3">
            <a:alphaModFix/>
          </a:blip>
          <a:srcRect b="0" l="0" r="26406" t="0"/>
          <a:stretch/>
        </p:blipFill>
        <p:spPr>
          <a:xfrm>
            <a:off x="4411375" y="-75"/>
            <a:ext cx="4732800" cy="5143500"/>
          </a:xfrm>
          <a:prstGeom prst="rect">
            <a:avLst/>
          </a:prstGeom>
        </p:spPr>
      </p:pic>
      <p:sp>
        <p:nvSpPr>
          <p:cNvPr id="855" name="Google Shape;855;p80"/>
          <p:cNvSpPr/>
          <p:nvPr/>
        </p:nvSpPr>
        <p:spPr>
          <a:xfrm flipH="1" rot="-359004">
            <a:off x="3474573" y="-1551471"/>
            <a:ext cx="8440667" cy="8440025"/>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80"/>
          <p:cNvSpPr txBox="1"/>
          <p:nvPr>
            <p:ph idx="1" type="subTitle"/>
          </p:nvPr>
        </p:nvSpPr>
        <p:spPr>
          <a:xfrm>
            <a:off x="723300" y="3021075"/>
            <a:ext cx="3394200" cy="11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a:t>
            </a:r>
            <a:r>
              <a:rPr b="1" lang="en"/>
              <a:t>use an image instead of a long text</a:t>
            </a:r>
            <a:r>
              <a:rPr lang="en"/>
              <a:t>. Your audience will appreciate it</a:t>
            </a:r>
            <a:endParaRPr/>
          </a:p>
        </p:txBody>
      </p:sp>
      <p:sp>
        <p:nvSpPr>
          <p:cNvPr id="857" name="Google Shape;857;p80"/>
          <p:cNvSpPr txBox="1"/>
          <p:nvPr>
            <p:ph type="title"/>
          </p:nvPr>
        </p:nvSpPr>
        <p:spPr>
          <a:xfrm flipH="1">
            <a:off x="719825" y="986925"/>
            <a:ext cx="2888400" cy="191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858" name="Google Shape;858;p80"/>
          <p:cNvSpPr/>
          <p:nvPr/>
        </p:nvSpPr>
        <p:spPr>
          <a:xfrm>
            <a:off x="6731227" y="-2946022"/>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80"/>
          <p:cNvSpPr/>
          <p:nvPr/>
        </p:nvSpPr>
        <p:spPr>
          <a:xfrm rot="-1016915">
            <a:off x="5075473" y="-2308287"/>
            <a:ext cx="7826174" cy="287788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80"/>
          <p:cNvSpPr/>
          <p:nvPr/>
        </p:nvSpPr>
        <p:spPr>
          <a:xfrm flipH="1" rot="4533645">
            <a:off x="3033013" y="5149086"/>
            <a:ext cx="8703289" cy="555821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 name="Shape 864"/>
        <p:cNvGrpSpPr/>
        <p:nvPr/>
      </p:nvGrpSpPr>
      <p:grpSpPr>
        <a:xfrm>
          <a:off x="0" y="0"/>
          <a:ext cx="0" cy="0"/>
          <a:chOff x="0" y="0"/>
          <a:chExt cx="0" cy="0"/>
        </a:xfrm>
      </p:grpSpPr>
      <p:pic>
        <p:nvPicPr>
          <p:cNvPr id="865" name="Google Shape;865;p81"/>
          <p:cNvPicPr preferRelativeResize="0"/>
          <p:nvPr/>
        </p:nvPicPr>
        <p:blipFill rotWithShape="1">
          <a:blip r:embed="rId3">
            <a:alphaModFix/>
          </a:blip>
          <a:srcRect b="15136" l="0" r="0" t="7953"/>
          <a:stretch/>
        </p:blipFill>
        <p:spPr>
          <a:xfrm rot="-358965">
            <a:off x="170703" y="211200"/>
            <a:ext cx="4144846" cy="4775801"/>
          </a:xfrm>
          <a:prstGeom prst="rect">
            <a:avLst/>
          </a:prstGeom>
          <a:noFill/>
          <a:ln>
            <a:noFill/>
          </a:ln>
        </p:spPr>
      </p:pic>
      <p:sp>
        <p:nvSpPr>
          <p:cNvPr id="866" name="Google Shape;866;p81"/>
          <p:cNvSpPr/>
          <p:nvPr/>
        </p:nvSpPr>
        <p:spPr>
          <a:xfrm rot="-541102">
            <a:off x="-162671" y="-319752"/>
            <a:ext cx="4893112" cy="5903461"/>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81"/>
          <p:cNvSpPr txBox="1"/>
          <p:nvPr>
            <p:ph idx="1" type="subTitle"/>
          </p:nvPr>
        </p:nvSpPr>
        <p:spPr>
          <a:xfrm>
            <a:off x="4349577" y="2925675"/>
            <a:ext cx="4081200" cy="113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a:t>
            </a:r>
            <a:r>
              <a:rPr b="1" lang="en"/>
              <a:t>use an image instead of a long text</a:t>
            </a:r>
            <a:r>
              <a:rPr lang="en"/>
              <a:t>. Your audience will appreciate it</a:t>
            </a:r>
            <a:endParaRPr/>
          </a:p>
        </p:txBody>
      </p:sp>
      <p:sp>
        <p:nvSpPr>
          <p:cNvPr id="868" name="Google Shape;868;p81"/>
          <p:cNvSpPr txBox="1"/>
          <p:nvPr>
            <p:ph type="title"/>
          </p:nvPr>
        </p:nvSpPr>
        <p:spPr>
          <a:xfrm flipH="1">
            <a:off x="4349575" y="1266675"/>
            <a:ext cx="4081200" cy="154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ALWAYS REINFORCES </a:t>
            </a:r>
            <a:endParaRPr/>
          </a:p>
          <a:p>
            <a:pPr indent="0" lvl="0" marL="0" rtl="0" algn="ctr">
              <a:spcBef>
                <a:spcPts val="0"/>
              </a:spcBef>
              <a:spcAft>
                <a:spcPts val="0"/>
              </a:spcAft>
              <a:buNone/>
            </a:pPr>
            <a:r>
              <a:rPr lang="en"/>
              <a:t>THE CONCEPT</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sp>
        <p:nvSpPr>
          <p:cNvPr id="873" name="Google Shape;873;p82"/>
          <p:cNvSpPr txBox="1"/>
          <p:nvPr>
            <p:ph type="title"/>
          </p:nvPr>
        </p:nvSpPr>
        <p:spPr>
          <a:xfrm>
            <a:off x="1549950" y="1929275"/>
            <a:ext cx="6044100" cy="161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AND </a:t>
            </a:r>
            <a:r>
              <a:rPr lang="en">
                <a:solidFill>
                  <a:schemeClr val="lt1"/>
                </a:solidFill>
              </a:rPr>
              <a:t>COMPETITION</a:t>
            </a:r>
            <a:endParaRPr/>
          </a:p>
        </p:txBody>
      </p:sp>
      <p:sp>
        <p:nvSpPr>
          <p:cNvPr id="874" name="Google Shape;874;p82"/>
          <p:cNvSpPr txBox="1"/>
          <p:nvPr>
            <p:ph idx="2" type="title"/>
          </p:nvPr>
        </p:nvSpPr>
        <p:spPr>
          <a:xfrm>
            <a:off x="3822900" y="845239"/>
            <a:ext cx="1498200" cy="112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75" name="Google Shape;875;p82"/>
          <p:cNvSpPr txBox="1"/>
          <p:nvPr>
            <p:ph idx="1" type="subTitle"/>
          </p:nvPr>
        </p:nvSpPr>
        <p:spPr>
          <a:xfrm>
            <a:off x="2414570" y="3578849"/>
            <a:ext cx="4314900" cy="71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73"/>
                                        </p:tgtEl>
                                        <p:attrNameLst>
                                          <p:attrName>style.visibility</p:attrName>
                                        </p:attrNameLst>
                                      </p:cBhvr>
                                      <p:to>
                                        <p:strVal val="visible"/>
                                      </p:to>
                                    </p:set>
                                    <p:anim calcmode="lin" valueType="num">
                                      <p:cBhvr additive="base">
                                        <p:cTn dur="1000"/>
                                        <p:tgtEl>
                                          <p:spTgt spid="873"/>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874"/>
                                        </p:tgtEl>
                                        <p:attrNameLst>
                                          <p:attrName>style.visibility</p:attrName>
                                        </p:attrNameLst>
                                      </p:cBhvr>
                                      <p:to>
                                        <p:strVal val="visible"/>
                                      </p:to>
                                    </p:set>
                                    <p:anim calcmode="lin" valueType="num">
                                      <p:cBhvr additive="base">
                                        <p:cTn dur="1000"/>
                                        <p:tgtEl>
                                          <p:spTgt spid="87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TextBox 879"/>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SYSTEM SPECIFICATION</a:t>
            </a:r>
          </a:p>
          <a:p>
            <a:pPr>
              <a:spcAft>
                <a:spcPts val="400"/>
              </a:spcAft>
            </a:pPr>
            <a:r>
              <a:rPr sz="2300" b="1">
                <a:solidFill>
                  <a:srgbClr val="1F1F1F"/>
                </a:solidFill>
                <a:latin typeface="Arial"/>
              </a:rPr>
              <a:t>SYSTEM ARCHITECTURE </a:t>
            </a:r>
            <a:r>
              <a:rPr sz="2300" b="1">
                <a:solidFill>
                  <a:srgbClr val="7D6652"/>
                </a:solidFill>
                <a:latin typeface="Arial"/>
              </a:rPr>
              <a:t>MULTI-AGENT NETWORK</a:t>
            </a:r>
          </a:p>
          <a:p>
            <a:pPr>
              <a:defRPr sz="1100">
                <a:solidFill>
                  <a:srgbClr val="5F5F5F"/>
                </a:solidFill>
                <a:latin typeface="Arial"/>
              </a:defRPr>
            </a:pPr>
            <a:r>
              <a:t>Local-first orchestration combining 5 specialized agents with 7 deterministic workflows.</a:t>
            </a:r>
          </a:p>
        </p:txBody>
      </p:sp>
      <p:sp>
        <p:nvSpPr>
          <p:cNvPr id="881" name="Rounded Rectangle 880"/>
          <p:cNvSpPr/>
          <p:nvPr/>
        </p:nvSpPr>
        <p:spPr>
          <a:xfrm>
            <a:off x="731520" y="1691640"/>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2" name="Rounded Rectangle 881"/>
          <p:cNvSpPr/>
          <p:nvPr/>
        </p:nvSpPr>
        <p:spPr>
          <a:xfrm>
            <a:off x="868680" y="1819656"/>
            <a:ext cx="1645920" cy="402336"/>
          </a:xfrm>
          <a:prstGeom prst="roundRect">
            <a:avLst>
              <a:gd name="adj" fmla="val 2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414E3E"/>
                </a:solidFill>
                <a:latin typeface="Arial"/>
              </a:defRPr>
            </a:pPr>
            <a:r>
              <a:t>ORCHESTRATION</a:t>
            </a:r>
          </a:p>
        </p:txBody>
      </p:sp>
      <p:sp>
        <p:nvSpPr>
          <p:cNvPr id="883" name="TextBox 882"/>
          <p:cNvSpPr txBox="1"/>
          <p:nvPr/>
        </p:nvSpPr>
        <p:spPr>
          <a:xfrm>
            <a:off x="2651760" y="1783080"/>
            <a:ext cx="5623560" cy="475488"/>
          </a:xfrm>
          <a:prstGeom prst="rect">
            <a:avLst/>
          </a:prstGeom>
          <a:noFill/>
        </p:spPr>
        <p:txBody>
          <a:bodyPr wrap="square" lIns="0" rIns="0" tIns="0" bIns="0">
            <a:spAutoFit/>
          </a:bodyPr>
          <a:lstStyle/>
          <a:p>
            <a:pPr>
              <a:defRPr sz="1100" b="1">
                <a:solidFill>
                  <a:srgbClr val="1F1F1F"/>
                </a:solidFill>
                <a:latin typeface="Arial"/>
              </a:defRPr>
            </a:pPr>
            <a:r>
              <a:t>Commander Orchestrator (LangGraph StateGraph)</a:t>
            </a:r>
          </a:p>
          <a:p>
            <a:pPr>
              <a:defRPr sz="900">
                <a:solidFill>
                  <a:srgbClr val="5F5F5F"/>
                </a:solidFill>
                <a:latin typeface="Arial"/>
              </a:defRPr>
            </a:pPr>
            <a:r>
              <a:t>Root mission controller, DAG execution manager, dynamic failure recovery &amp; session persistence.</a:t>
            </a:r>
          </a:p>
        </p:txBody>
      </p:sp>
      <p:sp>
        <p:nvSpPr>
          <p:cNvPr id="884" name="Rounded Rectangle 883"/>
          <p:cNvSpPr/>
          <p:nvPr/>
        </p:nvSpPr>
        <p:spPr>
          <a:xfrm>
            <a:off x="731520" y="2459736"/>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5" name="Rounded Rectangle 884"/>
          <p:cNvSpPr/>
          <p:nvPr/>
        </p:nvSpPr>
        <p:spPr>
          <a:xfrm>
            <a:off x="868680" y="2587752"/>
            <a:ext cx="1645920" cy="402336"/>
          </a:xfrm>
          <a:prstGeom prst="roundRect">
            <a:avLst>
              <a:gd name="adj" fmla="val 2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80463E"/>
                </a:solidFill>
                <a:latin typeface="Arial"/>
              </a:defRPr>
            </a:pPr>
            <a:r>
              <a:t>PERCEPTION &amp; SCOUTING</a:t>
            </a:r>
          </a:p>
        </p:txBody>
      </p:sp>
      <p:sp>
        <p:nvSpPr>
          <p:cNvPr id="886" name="TextBox 885"/>
          <p:cNvSpPr txBox="1"/>
          <p:nvPr/>
        </p:nvSpPr>
        <p:spPr>
          <a:xfrm>
            <a:off x="2651760" y="2551176"/>
            <a:ext cx="5623560" cy="475488"/>
          </a:xfrm>
          <a:prstGeom prst="rect">
            <a:avLst/>
          </a:prstGeom>
          <a:noFill/>
        </p:spPr>
        <p:txBody>
          <a:bodyPr wrap="square" lIns="0" rIns="0" tIns="0" bIns="0">
            <a:spAutoFit/>
          </a:bodyPr>
          <a:lstStyle/>
          <a:p>
            <a:pPr>
              <a:defRPr sz="1100" b="1">
                <a:solidFill>
                  <a:srgbClr val="1F1F1F"/>
                </a:solidFill>
                <a:latin typeface="Arial"/>
              </a:defRPr>
            </a:pPr>
            <a:r>
              <a:t>Profile Analyst Agent + Regional Scout Workflows</a:t>
            </a:r>
          </a:p>
          <a:p>
            <a:pPr>
              <a:defRPr sz="900">
                <a:solidFill>
                  <a:srgbClr val="5F5F5F"/>
                </a:solidFill>
                <a:latin typeface="Arial"/>
              </a:defRPr>
            </a:pPr>
            <a:r>
              <a:t>Multimodal PDF document extraction -&gt; Parallel European, Asian, American &amp; MENA scrapers.</a:t>
            </a:r>
          </a:p>
        </p:txBody>
      </p:sp>
      <p:sp>
        <p:nvSpPr>
          <p:cNvPr id="887" name="Rounded Rectangle 886"/>
          <p:cNvSpPr/>
          <p:nvPr/>
        </p:nvSpPr>
        <p:spPr>
          <a:xfrm>
            <a:off x="731520" y="3227832"/>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8" name="Rounded Rectangle 887"/>
          <p:cNvSpPr/>
          <p:nvPr/>
        </p:nvSpPr>
        <p:spPr>
          <a:xfrm>
            <a:off x="868680" y="3355848"/>
            <a:ext cx="1645920" cy="402336"/>
          </a:xfrm>
          <a:prstGeom prst="roundRect">
            <a:avLst>
              <a:gd name="adj" fmla="val 2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55524C"/>
                </a:solidFill>
                <a:latin typeface="Arial"/>
              </a:defRPr>
            </a:pPr>
            <a:r>
              <a:t>VERIFICATION &amp; ADVERSARIAL</a:t>
            </a:r>
          </a:p>
        </p:txBody>
      </p:sp>
      <p:sp>
        <p:nvSpPr>
          <p:cNvPr id="889" name="TextBox 888"/>
          <p:cNvSpPr txBox="1"/>
          <p:nvPr/>
        </p:nvSpPr>
        <p:spPr>
          <a:xfrm>
            <a:off x="2651760" y="3319272"/>
            <a:ext cx="5623560" cy="475488"/>
          </a:xfrm>
          <a:prstGeom prst="rect">
            <a:avLst/>
          </a:prstGeom>
          <a:noFill/>
        </p:spPr>
        <p:txBody>
          <a:bodyPr wrap="square" lIns="0" rIns="0" tIns="0" bIns="0">
            <a:spAutoFit/>
          </a:bodyPr>
          <a:lstStyle/>
          <a:p>
            <a:pPr>
              <a:defRPr sz="1100" b="1">
                <a:solidFill>
                  <a:srgbClr val="1F1F1F"/>
                </a:solidFill>
                <a:latin typeface="Arial"/>
              </a:defRPr>
            </a:pPr>
            <a:r>
              <a:t>Eligibility Workflow + Skeptic Agent + Verification Agent</a:t>
            </a:r>
          </a:p>
          <a:p>
            <a:pPr>
              <a:defRPr sz="900">
                <a:solidFill>
                  <a:srgbClr val="5F5F5F"/>
                </a:solidFill>
                <a:latin typeface="Arial"/>
              </a:defRPr>
            </a:pPr>
            <a:r>
              <a:t>15-point criteria gatekeeper + Adversarial cross-examination challenging every scholarship claim.</a:t>
            </a:r>
          </a:p>
        </p:txBody>
      </p:sp>
      <p:sp>
        <p:nvSpPr>
          <p:cNvPr id="890" name="Rounded Rectangle 889"/>
          <p:cNvSpPr/>
          <p:nvPr/>
        </p:nvSpPr>
        <p:spPr>
          <a:xfrm>
            <a:off x="731520" y="3995928"/>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1" name="Rounded Rectangle 890"/>
          <p:cNvSpPr/>
          <p:nvPr/>
        </p:nvSpPr>
        <p:spPr>
          <a:xfrm>
            <a:off x="868680" y="4123944"/>
            <a:ext cx="1645920" cy="402336"/>
          </a:xfrm>
          <a:prstGeom prst="roundRect">
            <a:avLst>
              <a:gd name="adj" fmla="val 2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706252"/>
                </a:solidFill>
                <a:latin typeface="Arial"/>
              </a:defRPr>
            </a:pPr>
            <a:r>
              <a:t>FINANCIAL &amp; STRATEGY</a:t>
            </a:r>
          </a:p>
        </p:txBody>
      </p:sp>
      <p:sp>
        <p:nvSpPr>
          <p:cNvPr id="892" name="TextBox 891"/>
          <p:cNvSpPr txBox="1"/>
          <p:nvPr/>
        </p:nvSpPr>
        <p:spPr>
          <a:xfrm>
            <a:off x="2651760" y="4087368"/>
            <a:ext cx="5623560" cy="475488"/>
          </a:xfrm>
          <a:prstGeom prst="rect">
            <a:avLst/>
          </a:prstGeom>
          <a:noFill/>
        </p:spPr>
        <p:txBody>
          <a:bodyPr wrap="square" lIns="0" rIns="0" tIns="0" bIns="0">
            <a:spAutoFit/>
          </a:bodyPr>
          <a:lstStyle/>
          <a:p>
            <a:pPr>
              <a:defRPr sz="1100" b="1">
                <a:solidFill>
                  <a:srgbClr val="1F1F1F"/>
                </a:solidFill>
                <a:latin typeface="Arial"/>
              </a:defRPr>
            </a:pPr>
            <a:r>
              <a:t>True Cost (PKR) + Deadline Intelligence + Final Advisor</a:t>
            </a:r>
          </a:p>
          <a:p>
            <a:pPr>
              <a:defRPr sz="900">
                <a:solidFill>
                  <a:srgbClr val="5F5F5F"/>
                </a:solidFill>
                <a:latin typeface="Arial"/>
              </a:defRPr>
            </a:pPr>
            <a:r>
              <a:t>Deterministic fee calculations + Weighted ranking engine + Tailored action roadmap.</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85"/>
                                        </p:tgtEl>
                                        <p:attrNameLst>
                                          <p:attrName>style.visibility</p:attrName>
                                        </p:attrNameLst>
                                      </p:cBhvr>
                                      <p:to>
                                        <p:strVal val="visible"/>
                                      </p:to>
                                    </p:set>
                                    <p:animEffect filter="fade" transition="in">
                                      <p:cBhvr>
                                        <p:cTn dur="1000"/>
                                        <p:tgtEl>
                                          <p:spTgt spid="885"/>
                                        </p:tgtEl>
                                      </p:cBhvr>
                                    </p:animEffect>
                                  </p:childTnLst>
                                </p:cTn>
                              </p:par>
                              <p:par>
                                <p:cTn fill="hold" nodeType="with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87"/>
                                        </p:tgtEl>
                                        <p:attrNameLst>
                                          <p:attrName>style.visibility</p:attrName>
                                        </p:attrNameLst>
                                      </p:cBhvr>
                                      <p:to>
                                        <p:strVal val="visible"/>
                                      </p:to>
                                    </p:set>
                                    <p:animEffect filter="fade" transition="in">
                                      <p:cBhvr>
                                        <p:cTn dur="1000"/>
                                        <p:tgtEl>
                                          <p:spTgt spid="887"/>
                                        </p:tgtEl>
                                      </p:cBhvr>
                                    </p:animEffect>
                                  </p:childTnLst>
                                </p:cTn>
                              </p:par>
                              <p:par>
                                <p:cTn fill="hold" nodeType="withEffect" presetClass="entr" presetID="10" presetSubtype="0">
                                  <p:stCondLst>
                                    <p:cond delay="0"/>
                                  </p:stCondLst>
                                  <p:childTnLst>
                                    <p:set>
                                      <p:cBhvr>
                                        <p:cTn dur="1" fill="hold">
                                          <p:stCondLst>
                                            <p:cond delay="0"/>
                                          </p:stCondLst>
                                        </p:cTn>
                                        <p:tgtEl>
                                          <p:spTgt spid="888"/>
                                        </p:tgtEl>
                                        <p:attrNameLst>
                                          <p:attrName>style.visibility</p:attrName>
                                        </p:attrNameLst>
                                      </p:cBhvr>
                                      <p:to>
                                        <p:strVal val="visible"/>
                                      </p:to>
                                    </p:set>
                                    <p:animEffect filter="fade" transition="in">
                                      <p:cBhvr>
                                        <p:cTn dur="1000"/>
                                        <p:tgtEl>
                                          <p:spTgt spid="88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 name="Shape 903"/>
        <p:cNvGrpSpPr/>
        <p:nvPr/>
      </p:nvGrpSpPr>
      <p:grpSpPr>
        <a:xfrm>
          <a:off x="0" y="0"/>
          <a:ext cx="0" cy="0"/>
          <a:chOff x="0" y="0"/>
          <a:chExt cx="0" cy="0"/>
        </a:xfrm>
      </p:grpSpPr>
      <p:sp>
        <p:nvSpPr>
          <p:cNvPr id="904" name="TextBox 903"/>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END-TO-END EXECUTION</a:t>
            </a:r>
          </a:p>
          <a:p>
            <a:pPr>
              <a:spcAft>
                <a:spcPts val="400"/>
              </a:spcAft>
            </a:pPr>
            <a:r>
              <a:rPr sz="2300" b="1">
                <a:solidFill>
                  <a:srgbClr val="1F1F1F"/>
                </a:solidFill>
                <a:latin typeface="Arial"/>
              </a:rPr>
              <a:t>SYSTEM WORKFLOW </a:t>
            </a:r>
            <a:r>
              <a:rPr sz="2300" b="1">
                <a:solidFill>
                  <a:srgbClr val="7D6652"/>
                </a:solidFill>
                <a:latin typeface="Arial"/>
              </a:rPr>
              <a:t>THE SCHOLARSHIP PIPELINE</a:t>
            </a:r>
          </a:p>
          <a:p>
            <a:pPr>
              <a:defRPr sz="1100">
                <a:solidFill>
                  <a:srgbClr val="5F5F5F"/>
                </a:solidFill>
                <a:latin typeface="Arial"/>
              </a:defRPr>
            </a:pPr>
            <a:r>
              <a:t>How ScholarX turns raw student documents into an audited, personalized application roadmap.</a:t>
            </a:r>
          </a:p>
        </p:txBody>
      </p:sp>
      <p:sp>
        <p:nvSpPr>
          <p:cNvPr id="905" name="Rectangle 904"/>
          <p:cNvSpPr/>
          <p:nvPr/>
        </p:nvSpPr>
        <p:spPr>
          <a:xfrm>
            <a:off x="1097280" y="2468880"/>
            <a:ext cx="6949440" cy="25400"/>
          </a:xfrm>
          <a:prstGeom prst="rect">
            <a:avLst/>
          </a:prstGeom>
          <a:solidFill>
            <a:srgbClr val="C48D8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6" name="Oval 905"/>
          <p:cNvSpPr/>
          <p:nvPr/>
        </p:nvSpPr>
        <p:spPr>
          <a:xfrm>
            <a:off x="1005840" y="2148840"/>
            <a:ext cx="640080" cy="640080"/>
          </a:xfrm>
          <a:prstGeom prst="ellipse">
            <a:avLst/>
          </a:prstGeom>
          <a:solidFill>
            <a:srgbClr val="DDE2D8"/>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414E3E"/>
                </a:solidFill>
                <a:latin typeface="Arial"/>
              </a:defRPr>
            </a:pPr>
            <a:r>
              <a:t>01</a:t>
            </a:r>
          </a:p>
        </p:txBody>
      </p:sp>
      <p:sp>
        <p:nvSpPr>
          <p:cNvPr id="907" name="TextBox 906"/>
          <p:cNvSpPr txBox="1"/>
          <p:nvPr/>
        </p:nvSpPr>
        <p:spPr>
          <a:xfrm>
            <a:off x="731520"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Profile Ingestion</a:t>
            </a:r>
          </a:p>
          <a:p>
            <a:pPr algn="ctr">
              <a:defRPr sz="800">
                <a:solidFill>
                  <a:srgbClr val="5F5F5F"/>
                </a:solidFill>
                <a:latin typeface="Arial"/>
              </a:defRPr>
            </a:pPr>
            <a:r>
              <a:t>Multimodal parsing of messy transcripts &amp; documents.</a:t>
            </a:r>
          </a:p>
        </p:txBody>
      </p:sp>
      <p:sp>
        <p:nvSpPr>
          <p:cNvPr id="908" name="Oval 907"/>
          <p:cNvSpPr/>
          <p:nvPr/>
        </p:nvSpPr>
        <p:spPr>
          <a:xfrm>
            <a:off x="2304288" y="2148840"/>
            <a:ext cx="640080" cy="640080"/>
          </a:xfrm>
          <a:prstGeom prst="ellipse">
            <a:avLst/>
          </a:prstGeom>
          <a:solidFill>
            <a:srgbClr val="F5E5E0"/>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80463E"/>
                </a:solidFill>
                <a:latin typeface="Arial"/>
              </a:defRPr>
            </a:pPr>
            <a:r>
              <a:t>02</a:t>
            </a:r>
          </a:p>
        </p:txBody>
      </p:sp>
      <p:sp>
        <p:nvSpPr>
          <p:cNvPr id="909" name="TextBox 908"/>
          <p:cNvSpPr txBox="1"/>
          <p:nvPr/>
        </p:nvSpPr>
        <p:spPr>
          <a:xfrm>
            <a:off x="2029968"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Scout Dispatch</a:t>
            </a:r>
          </a:p>
          <a:p>
            <a:pPr algn="ctr">
              <a:defRPr sz="800">
                <a:solidFill>
                  <a:srgbClr val="5F5F5F"/>
                </a:solidFill>
                <a:latin typeface="Arial"/>
              </a:defRPr>
            </a:pPr>
            <a:r>
              <a:t>Parallel regional workflows scan Hungarian, Asian &amp; EU portals.</a:t>
            </a:r>
          </a:p>
        </p:txBody>
      </p:sp>
      <p:sp>
        <p:nvSpPr>
          <p:cNvPr id="910" name="Oval 909"/>
          <p:cNvSpPr/>
          <p:nvPr/>
        </p:nvSpPr>
        <p:spPr>
          <a:xfrm>
            <a:off x="3602736" y="2148840"/>
            <a:ext cx="640080" cy="640080"/>
          </a:xfrm>
          <a:prstGeom prst="ellipse">
            <a:avLst/>
          </a:prstGeom>
          <a:solidFill>
            <a:srgbClr val="EAE6E0"/>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55524C"/>
                </a:solidFill>
                <a:latin typeface="Arial"/>
              </a:defRPr>
            </a:pPr>
            <a:r>
              <a:t>03</a:t>
            </a:r>
          </a:p>
        </p:txBody>
      </p:sp>
      <p:sp>
        <p:nvSpPr>
          <p:cNvPr id="911" name="TextBox 910"/>
          <p:cNvSpPr txBox="1"/>
          <p:nvPr/>
        </p:nvSpPr>
        <p:spPr>
          <a:xfrm>
            <a:off x="3328416"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Eligibility Gate</a:t>
            </a:r>
          </a:p>
          <a:p>
            <a:pPr algn="ctr">
              <a:defRPr sz="800">
                <a:solidFill>
                  <a:srgbClr val="5F5F5F"/>
                </a:solidFill>
                <a:latin typeface="Arial"/>
              </a:defRPr>
            </a:pPr>
            <a:r>
              <a:t>Deterministic 15-rule check (grades, age, HEC/IBCC limits).</a:t>
            </a:r>
          </a:p>
        </p:txBody>
      </p:sp>
      <p:sp>
        <p:nvSpPr>
          <p:cNvPr id="912" name="Oval 911"/>
          <p:cNvSpPr/>
          <p:nvPr/>
        </p:nvSpPr>
        <p:spPr>
          <a:xfrm>
            <a:off x="4901184" y="2148840"/>
            <a:ext cx="640080" cy="640080"/>
          </a:xfrm>
          <a:prstGeom prst="ellipse">
            <a:avLst/>
          </a:prstGeom>
          <a:solidFill>
            <a:srgbClr val="F0EAE1"/>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706252"/>
                </a:solidFill>
                <a:latin typeface="Arial"/>
              </a:defRPr>
            </a:pPr>
            <a:r>
              <a:t>04</a:t>
            </a:r>
          </a:p>
        </p:txBody>
      </p:sp>
      <p:sp>
        <p:nvSpPr>
          <p:cNvPr id="913" name="TextBox 912"/>
          <p:cNvSpPr txBox="1"/>
          <p:nvPr/>
        </p:nvSpPr>
        <p:spPr>
          <a:xfrm>
            <a:off x="4626864"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Skeptic Audit</a:t>
            </a:r>
          </a:p>
          <a:p>
            <a:pPr algn="ctr">
              <a:defRPr sz="800">
                <a:solidFill>
                  <a:srgbClr val="5F5F5F"/>
                </a:solidFill>
                <a:latin typeface="Arial"/>
              </a:defRPr>
            </a:pPr>
            <a:r>
              <a:t>Adversarial cross-check against fake &amp; expired quotas.</a:t>
            </a:r>
          </a:p>
        </p:txBody>
      </p:sp>
      <p:sp>
        <p:nvSpPr>
          <p:cNvPr id="914" name="Oval 913"/>
          <p:cNvSpPr/>
          <p:nvPr/>
        </p:nvSpPr>
        <p:spPr>
          <a:xfrm>
            <a:off x="6199632" y="2148840"/>
            <a:ext cx="640080" cy="640080"/>
          </a:xfrm>
          <a:prstGeom prst="ellipse">
            <a:avLst/>
          </a:prstGeom>
          <a:solidFill>
            <a:srgbClr val="EDE0D4"/>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694E3E"/>
                </a:solidFill>
                <a:latin typeface="Arial"/>
              </a:defRPr>
            </a:pPr>
            <a:r>
              <a:t>05</a:t>
            </a:r>
          </a:p>
        </p:txBody>
      </p:sp>
      <p:sp>
        <p:nvSpPr>
          <p:cNvPr id="915" name="TextBox 914"/>
          <p:cNvSpPr txBox="1"/>
          <p:nvPr/>
        </p:nvSpPr>
        <p:spPr>
          <a:xfrm>
            <a:off x="5925312"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Cost &amp; Risk Math</a:t>
            </a:r>
          </a:p>
          <a:p>
            <a:pPr algn="ctr">
              <a:defRPr sz="800">
                <a:solidFill>
                  <a:srgbClr val="5F5F5F"/>
                </a:solidFill>
                <a:latin typeface="Arial"/>
              </a:defRPr>
            </a:pPr>
            <a:r>
              <a:t>True PKR fee computation &amp; timeline countdown engine.</a:t>
            </a:r>
          </a:p>
        </p:txBody>
      </p:sp>
      <p:sp>
        <p:nvSpPr>
          <p:cNvPr id="916" name="Oval 915"/>
          <p:cNvSpPr/>
          <p:nvPr/>
        </p:nvSpPr>
        <p:spPr>
          <a:xfrm>
            <a:off x="7498080" y="2148840"/>
            <a:ext cx="640080" cy="640080"/>
          </a:xfrm>
          <a:prstGeom prst="ellipse">
            <a:avLst/>
          </a:prstGeom>
          <a:solidFill>
            <a:srgbClr val="E1E6E8"/>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44555C"/>
                </a:solidFill>
                <a:latin typeface="Arial"/>
              </a:defRPr>
            </a:pPr>
            <a:r>
              <a:t>06</a:t>
            </a:r>
          </a:p>
        </p:txBody>
      </p:sp>
      <p:sp>
        <p:nvSpPr>
          <p:cNvPr id="917" name="TextBox 916"/>
          <p:cNvSpPr txBox="1"/>
          <p:nvPr/>
        </p:nvSpPr>
        <p:spPr>
          <a:xfrm>
            <a:off x="7223760"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Action Roadmap</a:t>
            </a:r>
          </a:p>
          <a:p>
            <a:pPr algn="ctr">
              <a:defRPr sz="800">
                <a:solidFill>
                  <a:srgbClr val="5F5F5F"/>
                </a:solidFill>
                <a:latin typeface="Arial"/>
              </a:defRPr>
            </a:pPr>
            <a:r>
              <a:t>Evidence-backed ranking &amp; personalized guidance plan.</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10"/>
                                        </p:tgtEl>
                                        <p:attrNameLst>
                                          <p:attrName>style.visibility</p:attrName>
                                        </p:attrNameLst>
                                      </p:cBhvr>
                                      <p:to>
                                        <p:strVal val="visible"/>
                                      </p:to>
                                    </p:set>
                                    <p:animEffect filter="fade" transition="in">
                                      <p:cBhvr>
                                        <p:cTn dur="1000"/>
                                        <p:tgtEl>
                                          <p:spTgt spid="910"/>
                                        </p:tgtEl>
                                      </p:cBhvr>
                                    </p:animEffect>
                                  </p:childTnLst>
                                </p:cTn>
                              </p:par>
                              <p:par>
                                <p:cTn fill="hold" nodeType="withEffect" presetClass="entr" presetID="10" presetSubtype="0">
                                  <p:stCondLst>
                                    <p:cond delay="0"/>
                                  </p:stCondLst>
                                  <p:childTnLst>
                                    <p:set>
                                      <p:cBhvr>
                                        <p:cTn dur="1" fill="hold">
                                          <p:stCondLst>
                                            <p:cond delay="0"/>
                                          </p:stCondLst>
                                        </p:cTn>
                                        <p:tgtEl>
                                          <p:spTgt spid="911"/>
                                        </p:tgtEl>
                                        <p:attrNameLst>
                                          <p:attrName>style.visibility</p:attrName>
                                        </p:attrNameLst>
                                      </p:cBhvr>
                                      <p:to>
                                        <p:strVal val="visible"/>
                                      </p:to>
                                    </p:set>
                                    <p:animEffect filter="fade" transition="in">
                                      <p:cBhvr>
                                        <p:cTn dur="1000"/>
                                        <p:tgtEl>
                                          <p:spTgt spid="911"/>
                                        </p:tgtEl>
                                      </p:cBhvr>
                                    </p:animEffect>
                                  </p:childTnLst>
                                </p:cTn>
                              </p:par>
                              <p:par>
                                <p:cTn fill="hold" nodeType="withEffect" presetClass="entr" presetID="10" presetSubtype="0">
                                  <p:stCondLst>
                                    <p:cond delay="0"/>
                                  </p:stCondLst>
                                  <p:childTnLst>
                                    <p:set>
                                      <p:cBhvr>
                                        <p:cTn dur="1" fill="hold">
                                          <p:stCondLst>
                                            <p:cond delay="0"/>
                                          </p:stCondLst>
                                        </p:cTn>
                                        <p:tgtEl>
                                          <p:spTgt spid="913"/>
                                        </p:tgtEl>
                                        <p:attrNameLst>
                                          <p:attrName>style.visibility</p:attrName>
                                        </p:attrNameLst>
                                      </p:cBhvr>
                                      <p:to>
                                        <p:strVal val="visible"/>
                                      </p:to>
                                    </p:set>
                                    <p:animEffect filter="fade" transition="in">
                                      <p:cBhvr>
                                        <p:cTn dur="1000"/>
                                        <p:tgtEl>
                                          <p:spTgt spid="913"/>
                                        </p:tgtEl>
                                      </p:cBhvr>
                                    </p:animEffect>
                                  </p:childTnLst>
                                </p:cTn>
                              </p:par>
                              <p:par>
                                <p:cTn fill="hold" nodeType="withEffect" presetClass="entr" presetID="10" presetSubtype="0">
                                  <p:stCondLst>
                                    <p:cond delay="0"/>
                                  </p:stCondLst>
                                  <p:childTnLst>
                                    <p:set>
                                      <p:cBhvr>
                                        <p:cTn dur="1" fill="hold">
                                          <p:stCondLst>
                                            <p:cond delay="0"/>
                                          </p:stCondLst>
                                        </p:cTn>
                                        <p:tgtEl>
                                          <p:spTgt spid="916"/>
                                        </p:tgtEl>
                                        <p:attrNameLst>
                                          <p:attrName>style.visibility</p:attrName>
                                        </p:attrNameLst>
                                      </p:cBhvr>
                                      <p:to>
                                        <p:strVal val="visible"/>
                                      </p:to>
                                    </p:set>
                                    <p:animEffect filter="fade" transition="in">
                                      <p:cBhvr>
                                        <p:cTn dur="1000"/>
                                        <p:tgtEl>
                                          <p:spTgt spid="9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 name="Shape 932"/>
        <p:cNvGrpSpPr/>
        <p:nvPr/>
      </p:nvGrpSpPr>
      <p:grpSpPr>
        <a:xfrm>
          <a:off x="0" y="0"/>
          <a:ext cx="0" cy="0"/>
          <a:chOff x="0" y="0"/>
          <a:chExt cx="0" cy="0"/>
        </a:xfrm>
      </p:grpSpPr>
      <p:sp>
        <p:nvSpPr>
          <p:cNvPr id="933" name="Google Shape;933;p8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PLANS</a:t>
            </a:r>
            <a:endParaRPr>
              <a:solidFill>
                <a:schemeClr val="lt1"/>
              </a:solidFill>
            </a:endParaRPr>
          </a:p>
        </p:txBody>
      </p:sp>
      <p:graphicFrame>
        <p:nvGraphicFramePr>
          <p:cNvPr id="934" name="Google Shape;934;p85"/>
          <p:cNvGraphicFramePr/>
          <p:nvPr/>
        </p:nvGraphicFramePr>
        <p:xfrm>
          <a:off x="1118856" y="1420035"/>
          <a:ext cx="3000000" cy="3000000"/>
        </p:xfrm>
        <a:graphic>
          <a:graphicData uri="http://schemas.openxmlformats.org/drawingml/2006/table">
            <a:tbl>
              <a:tblPr>
                <a:noFill/>
                <a:tableStyleId>{EC303033-18AF-4358-8235-079FAF8CAAED}</a:tableStyleId>
              </a:tblPr>
              <a:tblGrid>
                <a:gridCol w="1726575"/>
                <a:gridCol w="1726575"/>
                <a:gridCol w="1726575"/>
                <a:gridCol w="1726575"/>
              </a:tblGrid>
              <a:tr h="638550">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BASIC</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PRO</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2000">
                          <a:solidFill>
                            <a:schemeClr val="dk1"/>
                          </a:solidFill>
                          <a:latin typeface="Kulim Park"/>
                          <a:ea typeface="Kulim Park"/>
                          <a:cs typeface="Kulim Park"/>
                          <a:sym typeface="Kulim Park"/>
                        </a:rPr>
                        <a:t>PREMIUM</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PRO+</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831725">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Saturn is a gas giant with rings</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932750">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638550">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$10</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$45</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$30</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
        <p:nvSpPr>
          <p:cNvPr id="935" name="Google Shape;935;p85"/>
          <p:cNvSpPr/>
          <p:nvPr/>
        </p:nvSpPr>
        <p:spPr>
          <a:xfrm rot="-706097">
            <a:off x="6980570" y="3130673"/>
            <a:ext cx="375682" cy="488023"/>
          </a:xfrm>
          <a:custGeom>
            <a:rect b="b" l="l" r="r" t="t"/>
            <a:pathLst>
              <a:path extrusionOk="0" h="10617" w="8173">
                <a:moveTo>
                  <a:pt x="982" y="3123"/>
                </a:moveTo>
                <a:cubicBezTo>
                  <a:pt x="1142" y="3123"/>
                  <a:pt x="1285" y="3265"/>
                  <a:pt x="1285" y="3444"/>
                </a:cubicBezTo>
                <a:cubicBezTo>
                  <a:pt x="1285" y="3604"/>
                  <a:pt x="1142" y="3747"/>
                  <a:pt x="982" y="3747"/>
                </a:cubicBezTo>
                <a:cubicBezTo>
                  <a:pt x="803" y="3747"/>
                  <a:pt x="660" y="3604"/>
                  <a:pt x="660" y="3444"/>
                </a:cubicBezTo>
                <a:cubicBezTo>
                  <a:pt x="660" y="3265"/>
                  <a:pt x="803" y="3123"/>
                  <a:pt x="982" y="3123"/>
                </a:cubicBezTo>
                <a:close/>
                <a:moveTo>
                  <a:pt x="7191" y="3123"/>
                </a:moveTo>
                <a:cubicBezTo>
                  <a:pt x="7369" y="3123"/>
                  <a:pt x="7512" y="3265"/>
                  <a:pt x="7512" y="3444"/>
                </a:cubicBezTo>
                <a:cubicBezTo>
                  <a:pt x="7512" y="3604"/>
                  <a:pt x="7369" y="3747"/>
                  <a:pt x="7191" y="3747"/>
                </a:cubicBezTo>
                <a:cubicBezTo>
                  <a:pt x="7030" y="3747"/>
                  <a:pt x="6887" y="3604"/>
                  <a:pt x="6887" y="3444"/>
                </a:cubicBezTo>
                <a:cubicBezTo>
                  <a:pt x="6887" y="3265"/>
                  <a:pt x="7030" y="3123"/>
                  <a:pt x="7191" y="3123"/>
                </a:cubicBezTo>
                <a:close/>
                <a:moveTo>
                  <a:pt x="4086" y="1267"/>
                </a:moveTo>
                <a:cubicBezTo>
                  <a:pt x="5282" y="1267"/>
                  <a:pt x="6263" y="2231"/>
                  <a:pt x="6263" y="3444"/>
                </a:cubicBezTo>
                <a:cubicBezTo>
                  <a:pt x="6263" y="4639"/>
                  <a:pt x="5282" y="5621"/>
                  <a:pt x="4086" y="5621"/>
                </a:cubicBezTo>
                <a:cubicBezTo>
                  <a:pt x="2891" y="5621"/>
                  <a:pt x="1909" y="4639"/>
                  <a:pt x="1909" y="3444"/>
                </a:cubicBezTo>
                <a:cubicBezTo>
                  <a:pt x="1909" y="2231"/>
                  <a:pt x="2891" y="1267"/>
                  <a:pt x="4086" y="1267"/>
                </a:cubicBezTo>
                <a:close/>
                <a:moveTo>
                  <a:pt x="4086" y="7476"/>
                </a:moveTo>
                <a:cubicBezTo>
                  <a:pt x="4497" y="7476"/>
                  <a:pt x="4836" y="7744"/>
                  <a:pt x="4960" y="8101"/>
                </a:cubicBezTo>
                <a:lnTo>
                  <a:pt x="3212" y="8101"/>
                </a:lnTo>
                <a:cubicBezTo>
                  <a:pt x="3337" y="7744"/>
                  <a:pt x="3676" y="7476"/>
                  <a:pt x="4086" y="7476"/>
                </a:cubicBezTo>
                <a:close/>
                <a:moveTo>
                  <a:pt x="3765" y="0"/>
                </a:moveTo>
                <a:lnTo>
                  <a:pt x="3765" y="660"/>
                </a:lnTo>
                <a:cubicBezTo>
                  <a:pt x="2659" y="785"/>
                  <a:pt x="1731" y="1570"/>
                  <a:pt x="1410" y="2623"/>
                </a:cubicBezTo>
                <a:cubicBezTo>
                  <a:pt x="1276" y="2549"/>
                  <a:pt x="1130" y="2512"/>
                  <a:pt x="971" y="2512"/>
                </a:cubicBezTo>
                <a:cubicBezTo>
                  <a:pt x="939" y="2512"/>
                  <a:pt x="907" y="2513"/>
                  <a:pt x="875" y="2516"/>
                </a:cubicBezTo>
                <a:cubicBezTo>
                  <a:pt x="428" y="2552"/>
                  <a:pt x="72" y="2926"/>
                  <a:pt x="36" y="3372"/>
                </a:cubicBezTo>
                <a:cubicBezTo>
                  <a:pt x="0" y="3908"/>
                  <a:pt x="428" y="4372"/>
                  <a:pt x="982" y="4372"/>
                </a:cubicBezTo>
                <a:cubicBezTo>
                  <a:pt x="1124" y="4372"/>
                  <a:pt x="1285" y="4336"/>
                  <a:pt x="1410" y="4265"/>
                </a:cubicBezTo>
                <a:cubicBezTo>
                  <a:pt x="1731" y="5317"/>
                  <a:pt x="2659" y="6102"/>
                  <a:pt x="3765" y="6227"/>
                </a:cubicBezTo>
                <a:lnTo>
                  <a:pt x="3765" y="6887"/>
                </a:lnTo>
                <a:cubicBezTo>
                  <a:pt x="3069" y="7030"/>
                  <a:pt x="2534" y="7673"/>
                  <a:pt x="2534" y="8422"/>
                </a:cubicBezTo>
                <a:lnTo>
                  <a:pt x="2534" y="10617"/>
                </a:lnTo>
                <a:lnTo>
                  <a:pt x="3158" y="10617"/>
                </a:lnTo>
                <a:lnTo>
                  <a:pt x="3158" y="8725"/>
                </a:lnTo>
                <a:lnTo>
                  <a:pt x="3765" y="8725"/>
                </a:lnTo>
                <a:lnTo>
                  <a:pt x="3765" y="10617"/>
                </a:lnTo>
                <a:lnTo>
                  <a:pt x="4390" y="10617"/>
                </a:lnTo>
                <a:lnTo>
                  <a:pt x="4390" y="8725"/>
                </a:lnTo>
                <a:lnTo>
                  <a:pt x="5014" y="8725"/>
                </a:lnTo>
                <a:lnTo>
                  <a:pt x="5014" y="10617"/>
                </a:lnTo>
                <a:lnTo>
                  <a:pt x="5638" y="10617"/>
                </a:lnTo>
                <a:lnTo>
                  <a:pt x="5638" y="8422"/>
                </a:lnTo>
                <a:cubicBezTo>
                  <a:pt x="5638" y="7673"/>
                  <a:pt x="5103" y="7030"/>
                  <a:pt x="4390" y="6887"/>
                </a:cubicBezTo>
                <a:lnTo>
                  <a:pt x="4390" y="6227"/>
                </a:lnTo>
                <a:cubicBezTo>
                  <a:pt x="5514" y="6102"/>
                  <a:pt x="6441" y="5317"/>
                  <a:pt x="6763" y="4265"/>
                </a:cubicBezTo>
                <a:cubicBezTo>
                  <a:pt x="6896" y="4339"/>
                  <a:pt x="7043" y="4376"/>
                  <a:pt x="7191" y="4376"/>
                </a:cubicBezTo>
                <a:cubicBezTo>
                  <a:pt x="7221" y="4376"/>
                  <a:pt x="7250" y="4375"/>
                  <a:pt x="7280" y="4372"/>
                </a:cubicBezTo>
                <a:cubicBezTo>
                  <a:pt x="7744" y="4318"/>
                  <a:pt x="8101" y="3961"/>
                  <a:pt x="8119" y="3515"/>
                </a:cubicBezTo>
                <a:cubicBezTo>
                  <a:pt x="8172" y="2962"/>
                  <a:pt x="7726" y="2498"/>
                  <a:pt x="7191" y="2498"/>
                </a:cubicBezTo>
                <a:cubicBezTo>
                  <a:pt x="7030" y="2498"/>
                  <a:pt x="6887" y="2552"/>
                  <a:pt x="6763" y="2623"/>
                </a:cubicBezTo>
                <a:cubicBezTo>
                  <a:pt x="6441" y="1570"/>
                  <a:pt x="5514" y="785"/>
                  <a:pt x="4390" y="660"/>
                </a:cubicBezTo>
                <a:lnTo>
                  <a:pt x="43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85"/>
          <p:cNvSpPr/>
          <p:nvPr/>
        </p:nvSpPr>
        <p:spPr>
          <a:xfrm rot="698433">
            <a:off x="5225484" y="3116520"/>
            <a:ext cx="428973" cy="488042"/>
          </a:xfrm>
          <a:custGeom>
            <a:rect b="b" l="l" r="r" t="t"/>
            <a:pathLst>
              <a:path extrusionOk="0" h="10617" w="9332">
                <a:moveTo>
                  <a:pt x="4675" y="1463"/>
                </a:moveTo>
                <a:cubicBezTo>
                  <a:pt x="5442" y="2445"/>
                  <a:pt x="6477" y="3176"/>
                  <a:pt x="7673" y="3551"/>
                </a:cubicBezTo>
                <a:cubicBezTo>
                  <a:pt x="7476" y="3658"/>
                  <a:pt x="7280" y="3729"/>
                  <a:pt x="7155" y="3729"/>
                </a:cubicBezTo>
                <a:cubicBezTo>
                  <a:pt x="6816" y="3729"/>
                  <a:pt x="6227" y="3515"/>
                  <a:pt x="6031" y="3444"/>
                </a:cubicBezTo>
                <a:lnTo>
                  <a:pt x="5924" y="3390"/>
                </a:lnTo>
                <a:lnTo>
                  <a:pt x="5799" y="3444"/>
                </a:lnTo>
                <a:cubicBezTo>
                  <a:pt x="5603" y="3515"/>
                  <a:pt x="5014" y="3729"/>
                  <a:pt x="4675" y="3729"/>
                </a:cubicBezTo>
                <a:cubicBezTo>
                  <a:pt x="4318" y="3729"/>
                  <a:pt x="3747" y="3515"/>
                  <a:pt x="3551" y="3444"/>
                </a:cubicBezTo>
                <a:lnTo>
                  <a:pt x="3426" y="3390"/>
                </a:lnTo>
                <a:lnTo>
                  <a:pt x="3319" y="3444"/>
                </a:lnTo>
                <a:cubicBezTo>
                  <a:pt x="3123" y="3515"/>
                  <a:pt x="2534" y="3729"/>
                  <a:pt x="2177" y="3729"/>
                </a:cubicBezTo>
                <a:cubicBezTo>
                  <a:pt x="2052" y="3729"/>
                  <a:pt x="1874" y="3658"/>
                  <a:pt x="1677" y="3551"/>
                </a:cubicBezTo>
                <a:cubicBezTo>
                  <a:pt x="2873" y="3176"/>
                  <a:pt x="3908" y="2445"/>
                  <a:pt x="4675" y="1463"/>
                </a:cubicBezTo>
                <a:close/>
                <a:moveTo>
                  <a:pt x="3123" y="4175"/>
                </a:moveTo>
                <a:lnTo>
                  <a:pt x="3123" y="5621"/>
                </a:lnTo>
                <a:lnTo>
                  <a:pt x="2498" y="5621"/>
                </a:lnTo>
                <a:lnTo>
                  <a:pt x="2498" y="4318"/>
                </a:lnTo>
                <a:cubicBezTo>
                  <a:pt x="2712" y="4282"/>
                  <a:pt x="2926" y="4229"/>
                  <a:pt x="3123" y="4175"/>
                </a:cubicBezTo>
                <a:close/>
                <a:moveTo>
                  <a:pt x="5603" y="4175"/>
                </a:moveTo>
                <a:lnTo>
                  <a:pt x="5603" y="5621"/>
                </a:lnTo>
                <a:lnTo>
                  <a:pt x="3747" y="5621"/>
                </a:lnTo>
                <a:lnTo>
                  <a:pt x="3747" y="4175"/>
                </a:lnTo>
                <a:cubicBezTo>
                  <a:pt x="4015" y="4265"/>
                  <a:pt x="4372" y="4354"/>
                  <a:pt x="4675" y="4354"/>
                </a:cubicBezTo>
                <a:cubicBezTo>
                  <a:pt x="4961" y="4354"/>
                  <a:pt x="5335" y="4265"/>
                  <a:pt x="5603" y="4175"/>
                </a:cubicBezTo>
                <a:close/>
                <a:moveTo>
                  <a:pt x="6227" y="4175"/>
                </a:moveTo>
                <a:cubicBezTo>
                  <a:pt x="6406" y="4229"/>
                  <a:pt x="6638" y="4282"/>
                  <a:pt x="6852" y="4318"/>
                </a:cubicBezTo>
                <a:lnTo>
                  <a:pt x="6852" y="5621"/>
                </a:lnTo>
                <a:lnTo>
                  <a:pt x="6227" y="5621"/>
                </a:lnTo>
                <a:lnTo>
                  <a:pt x="6227" y="4175"/>
                </a:lnTo>
                <a:close/>
                <a:moveTo>
                  <a:pt x="7905" y="6245"/>
                </a:moveTo>
                <a:lnTo>
                  <a:pt x="7583" y="6852"/>
                </a:lnTo>
                <a:lnTo>
                  <a:pt x="1749" y="6852"/>
                </a:lnTo>
                <a:lnTo>
                  <a:pt x="1446" y="6245"/>
                </a:lnTo>
                <a:close/>
                <a:moveTo>
                  <a:pt x="3123" y="7476"/>
                </a:moveTo>
                <a:lnTo>
                  <a:pt x="3123" y="8743"/>
                </a:lnTo>
                <a:lnTo>
                  <a:pt x="2498" y="8743"/>
                </a:lnTo>
                <a:lnTo>
                  <a:pt x="2498" y="7476"/>
                </a:lnTo>
                <a:close/>
                <a:moveTo>
                  <a:pt x="5603" y="7476"/>
                </a:moveTo>
                <a:lnTo>
                  <a:pt x="5603" y="8743"/>
                </a:lnTo>
                <a:lnTo>
                  <a:pt x="3747" y="8743"/>
                </a:lnTo>
                <a:lnTo>
                  <a:pt x="3747" y="7476"/>
                </a:lnTo>
                <a:close/>
                <a:moveTo>
                  <a:pt x="6852" y="7476"/>
                </a:moveTo>
                <a:lnTo>
                  <a:pt x="6852" y="8743"/>
                </a:lnTo>
                <a:lnTo>
                  <a:pt x="6227" y="8743"/>
                </a:lnTo>
                <a:lnTo>
                  <a:pt x="6227" y="7476"/>
                </a:lnTo>
                <a:close/>
                <a:moveTo>
                  <a:pt x="8101" y="9368"/>
                </a:moveTo>
                <a:lnTo>
                  <a:pt x="8101" y="9992"/>
                </a:lnTo>
                <a:lnTo>
                  <a:pt x="1249" y="9992"/>
                </a:lnTo>
                <a:lnTo>
                  <a:pt x="1249" y="9368"/>
                </a:lnTo>
                <a:close/>
                <a:moveTo>
                  <a:pt x="4354" y="0"/>
                </a:moveTo>
                <a:lnTo>
                  <a:pt x="4354" y="839"/>
                </a:lnTo>
                <a:cubicBezTo>
                  <a:pt x="3604" y="1927"/>
                  <a:pt x="2480" y="2712"/>
                  <a:pt x="1178" y="3033"/>
                </a:cubicBezTo>
                <a:lnTo>
                  <a:pt x="268" y="3265"/>
                </a:lnTo>
                <a:lnTo>
                  <a:pt x="750" y="3658"/>
                </a:lnTo>
                <a:cubicBezTo>
                  <a:pt x="857" y="3747"/>
                  <a:pt x="1374" y="4158"/>
                  <a:pt x="1874" y="4300"/>
                </a:cubicBezTo>
                <a:lnTo>
                  <a:pt x="1874" y="5621"/>
                </a:lnTo>
                <a:lnTo>
                  <a:pt x="428" y="5621"/>
                </a:lnTo>
                <a:lnTo>
                  <a:pt x="1374" y="7476"/>
                </a:lnTo>
                <a:lnTo>
                  <a:pt x="1874" y="7476"/>
                </a:lnTo>
                <a:lnTo>
                  <a:pt x="1874" y="8743"/>
                </a:lnTo>
                <a:lnTo>
                  <a:pt x="625" y="8743"/>
                </a:lnTo>
                <a:lnTo>
                  <a:pt x="625" y="9992"/>
                </a:lnTo>
                <a:lnTo>
                  <a:pt x="0" y="9992"/>
                </a:lnTo>
                <a:lnTo>
                  <a:pt x="0" y="10617"/>
                </a:lnTo>
                <a:lnTo>
                  <a:pt x="9332" y="10617"/>
                </a:lnTo>
                <a:lnTo>
                  <a:pt x="9332" y="9992"/>
                </a:lnTo>
                <a:lnTo>
                  <a:pt x="8707" y="9992"/>
                </a:lnTo>
                <a:lnTo>
                  <a:pt x="8707" y="8743"/>
                </a:lnTo>
                <a:lnTo>
                  <a:pt x="7476" y="8743"/>
                </a:lnTo>
                <a:lnTo>
                  <a:pt x="7476" y="7476"/>
                </a:lnTo>
                <a:lnTo>
                  <a:pt x="7976" y="7476"/>
                </a:lnTo>
                <a:lnTo>
                  <a:pt x="8904" y="5621"/>
                </a:lnTo>
                <a:lnTo>
                  <a:pt x="7476" y="5621"/>
                </a:lnTo>
                <a:lnTo>
                  <a:pt x="7476" y="4300"/>
                </a:lnTo>
                <a:cubicBezTo>
                  <a:pt x="7976" y="4158"/>
                  <a:pt x="8493" y="3747"/>
                  <a:pt x="8600" y="3658"/>
                </a:cubicBezTo>
                <a:lnTo>
                  <a:pt x="9082" y="3265"/>
                </a:lnTo>
                <a:lnTo>
                  <a:pt x="8172" y="3033"/>
                </a:lnTo>
                <a:cubicBezTo>
                  <a:pt x="6870" y="2712"/>
                  <a:pt x="5746" y="1927"/>
                  <a:pt x="4978" y="839"/>
                </a:cubicBezTo>
                <a:lnTo>
                  <a:pt x="49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85"/>
          <p:cNvSpPr/>
          <p:nvPr/>
        </p:nvSpPr>
        <p:spPr>
          <a:xfrm rot="-960371">
            <a:off x="3439599" y="3130642"/>
            <a:ext cx="488078" cy="488078"/>
          </a:xfrm>
          <a:custGeom>
            <a:rect b="b" l="l" r="r" t="t"/>
            <a:pathLst>
              <a:path extrusionOk="0" h="10618" w="10618">
                <a:moveTo>
                  <a:pt x="6870" y="625"/>
                </a:moveTo>
                <a:lnTo>
                  <a:pt x="6870" y="1874"/>
                </a:lnTo>
                <a:lnTo>
                  <a:pt x="3766" y="1874"/>
                </a:lnTo>
                <a:lnTo>
                  <a:pt x="3766" y="625"/>
                </a:lnTo>
                <a:lnTo>
                  <a:pt x="4569" y="625"/>
                </a:lnTo>
                <a:lnTo>
                  <a:pt x="5318" y="1375"/>
                </a:lnTo>
                <a:lnTo>
                  <a:pt x="6085" y="625"/>
                </a:lnTo>
                <a:close/>
                <a:moveTo>
                  <a:pt x="4997" y="2499"/>
                </a:moveTo>
                <a:lnTo>
                  <a:pt x="4997" y="3123"/>
                </a:lnTo>
                <a:lnTo>
                  <a:pt x="3998" y="3123"/>
                </a:lnTo>
                <a:lnTo>
                  <a:pt x="3837" y="2499"/>
                </a:lnTo>
                <a:close/>
                <a:moveTo>
                  <a:pt x="6799" y="2499"/>
                </a:moveTo>
                <a:lnTo>
                  <a:pt x="6638" y="3123"/>
                </a:lnTo>
                <a:lnTo>
                  <a:pt x="5621" y="3123"/>
                </a:lnTo>
                <a:lnTo>
                  <a:pt x="5621" y="2499"/>
                </a:lnTo>
                <a:close/>
                <a:moveTo>
                  <a:pt x="3141" y="1089"/>
                </a:moveTo>
                <a:lnTo>
                  <a:pt x="3141" y="2124"/>
                </a:lnTo>
                <a:lnTo>
                  <a:pt x="1410" y="3801"/>
                </a:lnTo>
                <a:lnTo>
                  <a:pt x="911" y="3409"/>
                </a:lnTo>
                <a:lnTo>
                  <a:pt x="3141" y="1089"/>
                </a:lnTo>
                <a:close/>
                <a:moveTo>
                  <a:pt x="7495" y="1089"/>
                </a:moveTo>
                <a:lnTo>
                  <a:pt x="9707" y="3409"/>
                </a:lnTo>
                <a:lnTo>
                  <a:pt x="9226" y="3801"/>
                </a:lnTo>
                <a:lnTo>
                  <a:pt x="7495" y="2124"/>
                </a:lnTo>
                <a:lnTo>
                  <a:pt x="7495" y="1089"/>
                </a:lnTo>
                <a:close/>
                <a:moveTo>
                  <a:pt x="6656" y="3730"/>
                </a:moveTo>
                <a:cubicBezTo>
                  <a:pt x="7209" y="5264"/>
                  <a:pt x="7495" y="6942"/>
                  <a:pt x="7495" y="8583"/>
                </a:cubicBezTo>
                <a:lnTo>
                  <a:pt x="7495" y="9493"/>
                </a:lnTo>
                <a:lnTo>
                  <a:pt x="6870" y="9814"/>
                </a:lnTo>
                <a:lnTo>
                  <a:pt x="6870" y="9101"/>
                </a:lnTo>
                <a:cubicBezTo>
                  <a:pt x="6870" y="8440"/>
                  <a:pt x="6835" y="7780"/>
                  <a:pt x="6781" y="7138"/>
                </a:cubicBezTo>
                <a:lnTo>
                  <a:pt x="6157" y="7191"/>
                </a:lnTo>
                <a:cubicBezTo>
                  <a:pt x="6210" y="7816"/>
                  <a:pt x="6246" y="8458"/>
                  <a:pt x="6246" y="9101"/>
                </a:cubicBezTo>
                <a:lnTo>
                  <a:pt x="6246" y="9993"/>
                </a:lnTo>
                <a:lnTo>
                  <a:pt x="4390" y="9993"/>
                </a:lnTo>
                <a:lnTo>
                  <a:pt x="4390" y="9101"/>
                </a:lnTo>
                <a:cubicBezTo>
                  <a:pt x="4390" y="8458"/>
                  <a:pt x="4408" y="7816"/>
                  <a:pt x="4479" y="7191"/>
                </a:cubicBezTo>
                <a:lnTo>
                  <a:pt x="3855" y="7138"/>
                </a:lnTo>
                <a:cubicBezTo>
                  <a:pt x="3784" y="7780"/>
                  <a:pt x="3766" y="8440"/>
                  <a:pt x="3766" y="9101"/>
                </a:cubicBezTo>
                <a:lnTo>
                  <a:pt x="3766" y="9814"/>
                </a:lnTo>
                <a:lnTo>
                  <a:pt x="3141" y="9493"/>
                </a:lnTo>
                <a:lnTo>
                  <a:pt x="3141" y="8583"/>
                </a:lnTo>
                <a:cubicBezTo>
                  <a:pt x="3141" y="6924"/>
                  <a:pt x="3427" y="5282"/>
                  <a:pt x="3980" y="3730"/>
                </a:cubicBezTo>
                <a:lnTo>
                  <a:pt x="4997" y="3730"/>
                </a:lnTo>
                <a:lnTo>
                  <a:pt x="4997" y="6228"/>
                </a:lnTo>
                <a:lnTo>
                  <a:pt x="5621" y="6228"/>
                </a:lnTo>
                <a:lnTo>
                  <a:pt x="5621" y="3730"/>
                </a:lnTo>
                <a:close/>
                <a:moveTo>
                  <a:pt x="3320" y="1"/>
                </a:moveTo>
                <a:lnTo>
                  <a:pt x="1" y="3444"/>
                </a:lnTo>
                <a:lnTo>
                  <a:pt x="1428" y="4640"/>
                </a:lnTo>
                <a:lnTo>
                  <a:pt x="3284" y="2856"/>
                </a:lnTo>
                <a:lnTo>
                  <a:pt x="3427" y="3409"/>
                </a:lnTo>
                <a:cubicBezTo>
                  <a:pt x="2820" y="5068"/>
                  <a:pt x="2517" y="6799"/>
                  <a:pt x="2517" y="8583"/>
                </a:cubicBezTo>
                <a:lnTo>
                  <a:pt x="2517" y="9886"/>
                </a:lnTo>
                <a:lnTo>
                  <a:pt x="3998" y="10617"/>
                </a:lnTo>
                <a:lnTo>
                  <a:pt x="6638" y="10617"/>
                </a:lnTo>
                <a:lnTo>
                  <a:pt x="8119" y="9886"/>
                </a:lnTo>
                <a:lnTo>
                  <a:pt x="8119" y="8583"/>
                </a:lnTo>
                <a:cubicBezTo>
                  <a:pt x="8119" y="6835"/>
                  <a:pt x="7798" y="5050"/>
                  <a:pt x="7191" y="3409"/>
                </a:cubicBezTo>
                <a:lnTo>
                  <a:pt x="7352" y="2856"/>
                </a:lnTo>
                <a:lnTo>
                  <a:pt x="9190" y="4640"/>
                </a:lnTo>
                <a:lnTo>
                  <a:pt x="10617" y="3444"/>
                </a:lnTo>
                <a:lnTo>
                  <a:pt x="7316" y="1"/>
                </a:lnTo>
                <a:lnTo>
                  <a:pt x="5835" y="1"/>
                </a:lnTo>
                <a:lnTo>
                  <a:pt x="5318" y="500"/>
                </a:lnTo>
                <a:lnTo>
                  <a:pt x="48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85"/>
          <p:cNvSpPr/>
          <p:nvPr/>
        </p:nvSpPr>
        <p:spPr>
          <a:xfrm rot="846120">
            <a:off x="1799860" y="3130678"/>
            <a:ext cx="371604" cy="488040"/>
          </a:xfrm>
          <a:custGeom>
            <a:rect b="b" l="l" r="r" t="t"/>
            <a:pathLst>
              <a:path extrusionOk="0" h="10617" w="8084">
                <a:moveTo>
                  <a:pt x="6228" y="607"/>
                </a:moveTo>
                <a:lnTo>
                  <a:pt x="6228" y="1231"/>
                </a:lnTo>
                <a:lnTo>
                  <a:pt x="1874" y="1231"/>
                </a:lnTo>
                <a:lnTo>
                  <a:pt x="1874" y="607"/>
                </a:lnTo>
                <a:close/>
                <a:moveTo>
                  <a:pt x="1874" y="1856"/>
                </a:moveTo>
                <a:lnTo>
                  <a:pt x="1874" y="5532"/>
                </a:lnTo>
                <a:cubicBezTo>
                  <a:pt x="1874" y="6531"/>
                  <a:pt x="2195" y="7476"/>
                  <a:pt x="2802" y="8261"/>
                </a:cubicBezTo>
                <a:cubicBezTo>
                  <a:pt x="1482" y="7548"/>
                  <a:pt x="625" y="6174"/>
                  <a:pt x="625" y="4604"/>
                </a:cubicBezTo>
                <a:lnTo>
                  <a:pt x="625" y="1856"/>
                </a:lnTo>
                <a:close/>
                <a:moveTo>
                  <a:pt x="7477" y="1856"/>
                </a:moveTo>
                <a:lnTo>
                  <a:pt x="7477" y="4604"/>
                </a:lnTo>
                <a:cubicBezTo>
                  <a:pt x="7477" y="6174"/>
                  <a:pt x="6602" y="7548"/>
                  <a:pt x="5300" y="8261"/>
                </a:cubicBezTo>
                <a:cubicBezTo>
                  <a:pt x="5889" y="7476"/>
                  <a:pt x="6228" y="6531"/>
                  <a:pt x="6228" y="5532"/>
                </a:cubicBezTo>
                <a:lnTo>
                  <a:pt x="6228" y="1856"/>
                </a:lnTo>
                <a:close/>
                <a:moveTo>
                  <a:pt x="3730" y="1856"/>
                </a:moveTo>
                <a:lnTo>
                  <a:pt x="3730" y="8368"/>
                </a:lnTo>
                <a:cubicBezTo>
                  <a:pt x="2945" y="7637"/>
                  <a:pt x="2499" y="6620"/>
                  <a:pt x="2499" y="5532"/>
                </a:cubicBezTo>
                <a:lnTo>
                  <a:pt x="2499" y="1856"/>
                </a:lnTo>
                <a:close/>
                <a:moveTo>
                  <a:pt x="5603" y="1856"/>
                </a:moveTo>
                <a:lnTo>
                  <a:pt x="5603" y="5532"/>
                </a:lnTo>
                <a:cubicBezTo>
                  <a:pt x="5603" y="6620"/>
                  <a:pt x="5139" y="7637"/>
                  <a:pt x="4354" y="8368"/>
                </a:cubicBezTo>
                <a:lnTo>
                  <a:pt x="4354" y="1856"/>
                </a:lnTo>
                <a:close/>
                <a:moveTo>
                  <a:pt x="1250" y="0"/>
                </a:moveTo>
                <a:lnTo>
                  <a:pt x="1250" y="1231"/>
                </a:lnTo>
                <a:lnTo>
                  <a:pt x="1" y="1231"/>
                </a:lnTo>
                <a:lnTo>
                  <a:pt x="1" y="4604"/>
                </a:lnTo>
                <a:cubicBezTo>
                  <a:pt x="1" y="5728"/>
                  <a:pt x="411" y="6834"/>
                  <a:pt x="1143" y="7690"/>
                </a:cubicBezTo>
                <a:cubicBezTo>
                  <a:pt x="1803" y="8493"/>
                  <a:pt x="2731" y="9047"/>
                  <a:pt x="3730" y="9261"/>
                </a:cubicBezTo>
                <a:lnTo>
                  <a:pt x="3730" y="10617"/>
                </a:lnTo>
                <a:lnTo>
                  <a:pt x="4354" y="10617"/>
                </a:lnTo>
                <a:lnTo>
                  <a:pt x="4354" y="9261"/>
                </a:lnTo>
                <a:cubicBezTo>
                  <a:pt x="5371" y="9047"/>
                  <a:pt x="6281" y="8493"/>
                  <a:pt x="6959" y="7690"/>
                </a:cubicBezTo>
                <a:cubicBezTo>
                  <a:pt x="7691" y="6834"/>
                  <a:pt x="8083" y="5728"/>
                  <a:pt x="8083" y="4604"/>
                </a:cubicBezTo>
                <a:lnTo>
                  <a:pt x="8083" y="1231"/>
                </a:lnTo>
                <a:lnTo>
                  <a:pt x="6852" y="1231"/>
                </a:lnTo>
                <a:lnTo>
                  <a:pt x="68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35"/>
                                        </p:tgtEl>
                                        <p:attrNameLst>
                                          <p:attrName>style.visibility</p:attrName>
                                        </p:attrNameLst>
                                      </p:cBhvr>
                                      <p:to>
                                        <p:strVal val="visible"/>
                                      </p:to>
                                    </p:set>
                                    <p:animEffect filter="fade" transition="in">
                                      <p:cBhvr>
                                        <p:cTn dur="1000"/>
                                        <p:tgtEl>
                                          <p:spTgt spid="935"/>
                                        </p:tgtEl>
                                      </p:cBhvr>
                                    </p:animEffect>
                                  </p:childTnLst>
                                </p:cTn>
                              </p:par>
                              <p:par>
                                <p:cTn fill="hold" nodeType="withEffect" presetClass="entr" presetID="10" presetSubtype="0">
                                  <p:stCondLst>
                                    <p:cond delay="0"/>
                                  </p:stCondLst>
                                  <p:childTnLst>
                                    <p:set>
                                      <p:cBhvr>
                                        <p:cTn dur="1" fill="hold">
                                          <p:stCondLst>
                                            <p:cond delay="0"/>
                                          </p:stCondLst>
                                        </p:cTn>
                                        <p:tgtEl>
                                          <p:spTgt spid="936"/>
                                        </p:tgtEl>
                                        <p:attrNameLst>
                                          <p:attrName>style.visibility</p:attrName>
                                        </p:attrNameLst>
                                      </p:cBhvr>
                                      <p:to>
                                        <p:strVal val="visible"/>
                                      </p:to>
                                    </p:set>
                                    <p:animEffect filter="fade" transition="in">
                                      <p:cBhvr>
                                        <p:cTn dur="1000"/>
                                        <p:tgtEl>
                                          <p:spTgt spid="936"/>
                                        </p:tgtEl>
                                      </p:cBhvr>
                                    </p:animEffect>
                                  </p:childTnLst>
                                </p:cTn>
                              </p:par>
                              <p:par>
                                <p:cTn fill="hold" nodeType="withEffect" presetClass="entr" presetID="10" presetSubtype="0">
                                  <p:stCondLst>
                                    <p:cond delay="0"/>
                                  </p:stCondLst>
                                  <p:childTnLst>
                                    <p:set>
                                      <p:cBhvr>
                                        <p:cTn dur="1" fill="hold">
                                          <p:stCondLst>
                                            <p:cond delay="0"/>
                                          </p:stCondLst>
                                        </p:cTn>
                                        <p:tgtEl>
                                          <p:spTgt spid="937"/>
                                        </p:tgtEl>
                                        <p:attrNameLst>
                                          <p:attrName>style.visibility</p:attrName>
                                        </p:attrNameLst>
                                      </p:cBhvr>
                                      <p:to>
                                        <p:strVal val="visible"/>
                                      </p:to>
                                    </p:set>
                                    <p:animEffect filter="fade" transition="in">
                                      <p:cBhvr>
                                        <p:cTn dur="1000"/>
                                        <p:tgtEl>
                                          <p:spTgt spid="937"/>
                                        </p:tgtEl>
                                      </p:cBhvr>
                                    </p:animEffect>
                                  </p:childTnLst>
                                </p:cTn>
                              </p:par>
                              <p:par>
                                <p:cTn fill="hold" nodeType="withEffect" presetClass="entr" presetID="10" presetSubtype="0">
                                  <p:stCondLst>
                                    <p:cond delay="0"/>
                                  </p:stCondLst>
                                  <p:childTnLst>
                                    <p:set>
                                      <p:cBhvr>
                                        <p:cTn dur="1" fill="hold">
                                          <p:stCondLst>
                                            <p:cond delay="0"/>
                                          </p:stCondLst>
                                        </p:cTn>
                                        <p:tgtEl>
                                          <p:spTgt spid="938"/>
                                        </p:tgtEl>
                                        <p:attrNameLst>
                                          <p:attrName>style.visibility</p:attrName>
                                        </p:attrNameLst>
                                      </p:cBhvr>
                                      <p:to>
                                        <p:strVal val="visible"/>
                                      </p:to>
                                    </p:set>
                                    <p:animEffect filter="fade" transition="in">
                                      <p:cBhvr>
                                        <p:cTn dur="1000"/>
                                        <p:tgtEl>
                                          <p:spTgt spid="9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8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LIST OF THINGS </a:t>
            </a:r>
            <a:r>
              <a:rPr lang="en">
                <a:solidFill>
                  <a:schemeClr val="lt1"/>
                </a:solidFill>
              </a:rPr>
              <a:t>TO DO</a:t>
            </a:r>
            <a:endParaRPr>
              <a:solidFill>
                <a:schemeClr val="lt1"/>
              </a:solidFill>
            </a:endParaRPr>
          </a:p>
        </p:txBody>
      </p:sp>
      <p:graphicFrame>
        <p:nvGraphicFramePr>
          <p:cNvPr id="944" name="Google Shape;944;p86"/>
          <p:cNvGraphicFramePr/>
          <p:nvPr/>
        </p:nvGraphicFramePr>
        <p:xfrm>
          <a:off x="953090" y="1454588"/>
          <a:ext cx="3000000" cy="3000000"/>
        </p:xfrm>
        <a:graphic>
          <a:graphicData uri="http://schemas.openxmlformats.org/drawingml/2006/table">
            <a:tbl>
              <a:tblPr>
                <a:noFill/>
                <a:tableStyleId>{6B559A85-E3F2-4DD9-B4AC-259FDCF23E7D}</a:tableStyleId>
              </a:tblPr>
              <a:tblGrid>
                <a:gridCol w="1033975"/>
                <a:gridCol w="1033975"/>
                <a:gridCol w="1033975"/>
                <a:gridCol w="1033975"/>
                <a:gridCol w="1033975"/>
                <a:gridCol w="1033975"/>
                <a:gridCol w="1033975"/>
              </a:tblGrid>
              <a:tr h="677425">
                <a:tc gridSpan="5">
                  <a:txBody>
                    <a:bodyPr/>
                    <a:lstStyle/>
                    <a:p>
                      <a:pPr indent="0" lvl="0" marL="0" rtl="0" algn="ctr">
                        <a:spcBef>
                          <a:spcPts val="0"/>
                        </a:spcBef>
                        <a:spcAft>
                          <a:spcPts val="0"/>
                        </a:spcAft>
                        <a:buNone/>
                      </a:pPr>
                      <a:r>
                        <a:t/>
                      </a:r>
                      <a:endParaRPr sz="1300">
                        <a:solidFill>
                          <a:srgbClr val="666666"/>
                        </a:solidFill>
                        <a:latin typeface="Montserrat"/>
                        <a:ea typeface="Montserrat"/>
                        <a:cs typeface="Montserrat"/>
                        <a:sym typeface="Montserrat"/>
                      </a:endParaRPr>
                    </a:p>
                  </a:txBody>
                  <a:tcPr marT="91425" marB="91425" marR="91425" marL="91425" anchor="ctr">
                    <a:lnL cap="flat" cmpd="sng" w="9525">
                      <a:solidFill>
                        <a:srgbClr val="2F4A8A">
                          <a:alpha val="0"/>
                        </a:srgbClr>
                      </a:solidFill>
                      <a:prstDash val="solid"/>
                      <a:round/>
                      <a:headEnd len="sm" w="sm" type="none"/>
                      <a:tailEnd len="sm" w="sm" type="none"/>
                    </a:lnL>
                    <a:lnR cap="flat" cmpd="sng" w="28575">
                      <a:solidFill>
                        <a:schemeClr val="dk2"/>
                      </a:solidFill>
                      <a:prstDash val="solid"/>
                      <a:round/>
                      <a:headEnd len="sm" w="sm" type="none"/>
                      <a:tailEnd len="sm" w="sm" type="none"/>
                    </a:lnR>
                    <a:lnT cap="flat" cmpd="sng" w="9525">
                      <a:solidFill>
                        <a:srgbClr val="2F4A8A">
                          <a:alpha val="0"/>
                        </a:srgbClr>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DONE</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NOT</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87"/>
          <p:cNvSpPr/>
          <p:nvPr/>
        </p:nvSpPr>
        <p:spPr>
          <a:xfrm rot="7269862">
            <a:off x="-2158264" y="-3462738"/>
            <a:ext cx="7471639" cy="47717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87"/>
          <p:cNvSpPr/>
          <p:nvPr/>
        </p:nvSpPr>
        <p:spPr>
          <a:xfrm flipH="1" rot="10558870">
            <a:off x="-4625089" y="957675"/>
            <a:ext cx="6402110" cy="568915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87"/>
          <p:cNvSpPr/>
          <p:nvPr/>
        </p:nvSpPr>
        <p:spPr>
          <a:xfrm flipH="1" rot="-7989178">
            <a:off x="-4350337" y="2229049"/>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87"/>
          <p:cNvSpPr/>
          <p:nvPr/>
        </p:nvSpPr>
        <p:spPr>
          <a:xfrm flipH="1" rot="-514371">
            <a:off x="3008849" y="163322"/>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87"/>
          <p:cNvSpPr/>
          <p:nvPr/>
        </p:nvSpPr>
        <p:spPr>
          <a:xfrm flipH="1" rot="-2141143">
            <a:off x="5987211" y="-1789403"/>
            <a:ext cx="5766686" cy="368291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87"/>
          <p:cNvSpPr/>
          <p:nvPr/>
        </p:nvSpPr>
        <p:spPr>
          <a:xfrm flipH="1" rot="10800000">
            <a:off x="5337802" y="3129188"/>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87"/>
          <p:cNvSpPr txBox="1"/>
          <p:nvPr>
            <p:ph idx="1" type="subTitle"/>
          </p:nvPr>
        </p:nvSpPr>
        <p:spPr>
          <a:xfrm>
            <a:off x="723350" y="822500"/>
            <a:ext cx="4902000" cy="207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956" name="Google Shape;956;p87"/>
          <p:cNvSpPr txBox="1"/>
          <p:nvPr>
            <p:ph type="title"/>
          </p:nvPr>
        </p:nvSpPr>
        <p:spPr>
          <a:xfrm>
            <a:off x="723300" y="3402013"/>
            <a:ext cx="3848700" cy="53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a:t>
            </a:r>
            <a:r>
              <a:rPr lang="en">
                <a:solidFill>
                  <a:schemeClr val="lt1"/>
                </a:solidFill>
              </a:rPr>
              <a:t>FAMOUS</a:t>
            </a:r>
            <a:endParaRPr>
              <a:solidFill>
                <a:schemeClr val="lt1"/>
              </a:solidFill>
            </a:endParaRPr>
          </a:p>
        </p:txBody>
      </p:sp>
      <p:sp>
        <p:nvSpPr>
          <p:cNvPr id="957" name="Google Shape;957;p87"/>
          <p:cNvSpPr txBox="1"/>
          <p:nvPr>
            <p:ph type="title"/>
          </p:nvPr>
        </p:nvSpPr>
        <p:spPr>
          <a:xfrm>
            <a:off x="6896225" y="1728500"/>
            <a:ext cx="1526700" cy="65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0">
                <a:solidFill>
                  <a:schemeClr val="lt1"/>
                </a:solidFill>
              </a:rPr>
              <a:t>“”</a:t>
            </a:r>
            <a:endParaRPr sz="16000">
              <a:solidFill>
                <a:schemeClr val="lt1"/>
              </a:solidFill>
            </a:endParaRPr>
          </a:p>
        </p:txBody>
      </p:sp>
      <p:sp>
        <p:nvSpPr>
          <p:cNvPr id="958" name="Google Shape;958;p87"/>
          <p:cNvSpPr/>
          <p:nvPr/>
        </p:nvSpPr>
        <p:spPr>
          <a:xfrm flipH="1" rot="9748587">
            <a:off x="4304027" y="2585840"/>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955"/>
                                        </p:tgtEl>
                                        <p:attrNameLst>
                                          <p:attrName>style.visibility</p:attrName>
                                        </p:attrNameLst>
                                      </p:cBhvr>
                                      <p:to>
                                        <p:strVal val="visible"/>
                                      </p:to>
                                    </p:set>
                                    <p:anim calcmode="lin" valueType="num">
                                      <p:cBhvr additive="base">
                                        <p:cTn dur="1000"/>
                                        <p:tgtEl>
                                          <p:spTgt spid="95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88"/>
          <p:cNvSpPr txBox="1"/>
          <p:nvPr>
            <p:ph type="title"/>
          </p:nvPr>
        </p:nvSpPr>
        <p:spPr>
          <a:xfrm>
            <a:off x="2064826" y="3261285"/>
            <a:ext cx="50145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a:t>
            </a:r>
            <a:r>
              <a:rPr lang="en">
                <a:solidFill>
                  <a:schemeClr val="lt1"/>
                </a:solidFill>
              </a:rPr>
              <a:t>FAMOUS</a:t>
            </a:r>
            <a:endParaRPr/>
          </a:p>
        </p:txBody>
      </p:sp>
      <p:sp>
        <p:nvSpPr>
          <p:cNvPr id="964" name="Google Shape;964;p88"/>
          <p:cNvSpPr txBox="1"/>
          <p:nvPr>
            <p:ph idx="1" type="subTitle"/>
          </p:nvPr>
        </p:nvSpPr>
        <p:spPr>
          <a:xfrm>
            <a:off x="1378650" y="1348062"/>
            <a:ext cx="6386700" cy="141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64"/>
                                        </p:tgtEl>
                                        <p:attrNameLst>
                                          <p:attrName>style.visibility</p:attrName>
                                        </p:attrNameLst>
                                      </p:cBhvr>
                                      <p:to>
                                        <p:strVal val="visible"/>
                                      </p:to>
                                    </p:set>
                                    <p:anim calcmode="lin" valueType="num">
                                      <p:cBhvr additive="base">
                                        <p:cTn dur="1000"/>
                                        <p:tgtEl>
                                          <p:spTgt spid="96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8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t>TRACTION</a:t>
            </a:r>
            <a:endParaRPr/>
          </a:p>
        </p:txBody>
      </p:sp>
      <p:sp>
        <p:nvSpPr>
          <p:cNvPr id="970" name="Google Shape;970;p89"/>
          <p:cNvSpPr txBox="1"/>
          <p:nvPr/>
        </p:nvSpPr>
        <p:spPr>
          <a:xfrm>
            <a:off x="3792175" y="4048200"/>
            <a:ext cx="4612200" cy="657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sp>
        <p:nvSpPr>
          <p:cNvPr id="971" name="Google Shape;971;p89"/>
          <p:cNvSpPr txBox="1"/>
          <p:nvPr>
            <p:ph idx="4294967295" type="title"/>
          </p:nvPr>
        </p:nvSpPr>
        <p:spPr>
          <a:xfrm flipH="1">
            <a:off x="5070950" y="1234950"/>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972" name="Google Shape;972;p89"/>
          <p:cNvSpPr txBox="1"/>
          <p:nvPr>
            <p:ph idx="4294967295" type="subTitle"/>
          </p:nvPr>
        </p:nvSpPr>
        <p:spPr>
          <a:xfrm flipH="1">
            <a:off x="5070950" y="1546977"/>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closest planet to the Sun</a:t>
            </a:r>
            <a:endParaRPr sz="1400"/>
          </a:p>
        </p:txBody>
      </p:sp>
      <p:sp>
        <p:nvSpPr>
          <p:cNvPr id="973" name="Google Shape;973;p89"/>
          <p:cNvSpPr txBox="1"/>
          <p:nvPr>
            <p:ph idx="4294967295" type="title"/>
          </p:nvPr>
        </p:nvSpPr>
        <p:spPr>
          <a:xfrm flipH="1">
            <a:off x="5070950" y="2149198"/>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NEPTUNE</a:t>
            </a:r>
            <a:endParaRPr sz="2000"/>
          </a:p>
        </p:txBody>
      </p:sp>
      <p:sp>
        <p:nvSpPr>
          <p:cNvPr id="974" name="Google Shape;974;p89"/>
          <p:cNvSpPr txBox="1"/>
          <p:nvPr>
            <p:ph idx="4294967295" type="subTitle"/>
          </p:nvPr>
        </p:nvSpPr>
        <p:spPr>
          <a:xfrm flipH="1">
            <a:off x="5070950" y="2461224"/>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farthest planet from the Sun</a:t>
            </a:r>
            <a:endParaRPr sz="1400"/>
          </a:p>
        </p:txBody>
      </p:sp>
      <p:sp>
        <p:nvSpPr>
          <p:cNvPr id="975" name="Google Shape;975;p89"/>
          <p:cNvSpPr txBox="1"/>
          <p:nvPr>
            <p:ph idx="4294967295" type="title"/>
          </p:nvPr>
        </p:nvSpPr>
        <p:spPr>
          <a:xfrm flipH="1">
            <a:off x="5070950" y="3063449"/>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JUPITER</a:t>
            </a:r>
            <a:endParaRPr sz="2000"/>
          </a:p>
        </p:txBody>
      </p:sp>
      <p:sp>
        <p:nvSpPr>
          <p:cNvPr id="976" name="Google Shape;976;p89"/>
          <p:cNvSpPr txBox="1"/>
          <p:nvPr>
            <p:ph idx="4294967295" type="subTitle"/>
          </p:nvPr>
        </p:nvSpPr>
        <p:spPr>
          <a:xfrm flipH="1">
            <a:off x="5070950" y="3375475"/>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biggest planet of them all</a:t>
            </a:r>
            <a:endParaRPr sz="1400"/>
          </a:p>
        </p:txBody>
      </p:sp>
      <p:pic>
        <p:nvPicPr>
          <p:cNvPr id="977" name="Google Shape;977;p89" title="Chart">
            <a:hlinkClick r:id="rId4"/>
          </p:cNvPr>
          <p:cNvPicPr preferRelativeResize="0"/>
          <p:nvPr/>
        </p:nvPicPr>
        <p:blipFill>
          <a:blip r:embed="rId5">
            <a:alphaModFix/>
          </a:blip>
          <a:stretch>
            <a:fillRect/>
          </a:stretch>
        </p:blipFill>
        <p:spPr>
          <a:xfrm>
            <a:off x="590488" y="1151219"/>
            <a:ext cx="3356538" cy="2660849"/>
          </a:xfrm>
          <a:prstGeom prst="rect">
            <a:avLst/>
          </a:prstGeom>
          <a:noFill/>
          <a:ln>
            <a:noFill/>
          </a:ln>
        </p:spPr>
      </p:pic>
      <p:sp>
        <p:nvSpPr>
          <p:cNvPr id="978" name="Google Shape;978;p89"/>
          <p:cNvSpPr/>
          <p:nvPr/>
        </p:nvSpPr>
        <p:spPr>
          <a:xfrm flipH="1">
            <a:off x="2280944" y="4238380"/>
            <a:ext cx="492514" cy="35480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89"/>
          <p:cNvSpPr/>
          <p:nvPr/>
        </p:nvSpPr>
        <p:spPr>
          <a:xfrm>
            <a:off x="1046117" y="4227502"/>
            <a:ext cx="399257" cy="35479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89"/>
          <p:cNvSpPr txBox="1"/>
          <p:nvPr>
            <p:ph idx="4294967295" type="subTitle"/>
          </p:nvPr>
        </p:nvSpPr>
        <p:spPr>
          <a:xfrm flipH="1">
            <a:off x="1445275" y="4187200"/>
            <a:ext cx="7179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Mars</a:t>
            </a:r>
            <a:endParaRPr sz="1400"/>
          </a:p>
        </p:txBody>
      </p:sp>
      <p:sp>
        <p:nvSpPr>
          <p:cNvPr id="981" name="Google Shape;981;p89"/>
          <p:cNvSpPr txBox="1"/>
          <p:nvPr>
            <p:ph idx="4294967295" type="subTitle"/>
          </p:nvPr>
        </p:nvSpPr>
        <p:spPr>
          <a:xfrm flipH="1">
            <a:off x="2773500" y="4187200"/>
            <a:ext cx="7179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Earth</a:t>
            </a:r>
            <a:endParaRPr sz="1400"/>
          </a:p>
        </p:txBody>
      </p:sp>
      <p:sp>
        <p:nvSpPr>
          <p:cNvPr id="982" name="Google Shape;982;p89"/>
          <p:cNvSpPr/>
          <p:nvPr/>
        </p:nvSpPr>
        <p:spPr>
          <a:xfrm rot="741942">
            <a:off x="4413506" y="2293603"/>
            <a:ext cx="464954" cy="464167"/>
          </a:xfrm>
          <a:custGeom>
            <a:rect b="b" l="l" r="r" t="t"/>
            <a:pathLst>
              <a:path extrusionOk="0" h="10617" w="10635">
                <a:moveTo>
                  <a:pt x="7584" y="625"/>
                </a:moveTo>
                <a:cubicBezTo>
                  <a:pt x="7940" y="1696"/>
                  <a:pt x="7940" y="1713"/>
                  <a:pt x="8012" y="1874"/>
                </a:cubicBezTo>
                <a:lnTo>
                  <a:pt x="2623" y="1874"/>
                </a:lnTo>
                <a:cubicBezTo>
                  <a:pt x="2695" y="1713"/>
                  <a:pt x="2695" y="1696"/>
                  <a:pt x="3052" y="625"/>
                </a:cubicBezTo>
                <a:close/>
                <a:moveTo>
                  <a:pt x="3765" y="2498"/>
                </a:moveTo>
                <a:lnTo>
                  <a:pt x="3765" y="3141"/>
                </a:lnTo>
                <a:lnTo>
                  <a:pt x="3141" y="3141"/>
                </a:lnTo>
                <a:lnTo>
                  <a:pt x="3141" y="2498"/>
                </a:lnTo>
                <a:close/>
                <a:moveTo>
                  <a:pt x="5014" y="2498"/>
                </a:moveTo>
                <a:lnTo>
                  <a:pt x="5014" y="3141"/>
                </a:lnTo>
                <a:lnTo>
                  <a:pt x="4390" y="3141"/>
                </a:lnTo>
                <a:lnTo>
                  <a:pt x="4390" y="2498"/>
                </a:lnTo>
                <a:close/>
                <a:moveTo>
                  <a:pt x="6245" y="2498"/>
                </a:moveTo>
                <a:lnTo>
                  <a:pt x="6245" y="3141"/>
                </a:lnTo>
                <a:lnTo>
                  <a:pt x="5621" y="3141"/>
                </a:lnTo>
                <a:lnTo>
                  <a:pt x="5621" y="2498"/>
                </a:lnTo>
                <a:close/>
                <a:moveTo>
                  <a:pt x="7494" y="2498"/>
                </a:moveTo>
                <a:lnTo>
                  <a:pt x="7494" y="3141"/>
                </a:lnTo>
                <a:lnTo>
                  <a:pt x="6870" y="3141"/>
                </a:lnTo>
                <a:lnTo>
                  <a:pt x="6870" y="2498"/>
                </a:lnTo>
                <a:close/>
                <a:moveTo>
                  <a:pt x="8208" y="3765"/>
                </a:moveTo>
                <a:cubicBezTo>
                  <a:pt x="8565" y="4818"/>
                  <a:pt x="8547" y="4854"/>
                  <a:pt x="8636" y="4996"/>
                </a:cubicBezTo>
                <a:lnTo>
                  <a:pt x="1999" y="4996"/>
                </a:lnTo>
                <a:cubicBezTo>
                  <a:pt x="2088" y="4854"/>
                  <a:pt x="2070" y="4818"/>
                  <a:pt x="2427" y="3765"/>
                </a:cubicBezTo>
                <a:close/>
                <a:moveTo>
                  <a:pt x="3141" y="5621"/>
                </a:moveTo>
                <a:lnTo>
                  <a:pt x="3141" y="6888"/>
                </a:lnTo>
                <a:lnTo>
                  <a:pt x="2516" y="6888"/>
                </a:lnTo>
                <a:lnTo>
                  <a:pt x="2516" y="5621"/>
                </a:lnTo>
                <a:close/>
                <a:moveTo>
                  <a:pt x="4390" y="5621"/>
                </a:moveTo>
                <a:lnTo>
                  <a:pt x="4390" y="6888"/>
                </a:lnTo>
                <a:lnTo>
                  <a:pt x="3765" y="6888"/>
                </a:lnTo>
                <a:lnTo>
                  <a:pt x="3765" y="5621"/>
                </a:lnTo>
                <a:close/>
                <a:moveTo>
                  <a:pt x="5621" y="5621"/>
                </a:moveTo>
                <a:lnTo>
                  <a:pt x="5621" y="6888"/>
                </a:lnTo>
                <a:lnTo>
                  <a:pt x="5014" y="6888"/>
                </a:lnTo>
                <a:lnTo>
                  <a:pt x="5014" y="5621"/>
                </a:lnTo>
                <a:close/>
                <a:moveTo>
                  <a:pt x="6870" y="5621"/>
                </a:moveTo>
                <a:lnTo>
                  <a:pt x="6870" y="6888"/>
                </a:lnTo>
                <a:lnTo>
                  <a:pt x="6245" y="6888"/>
                </a:lnTo>
                <a:lnTo>
                  <a:pt x="6245" y="5621"/>
                </a:lnTo>
                <a:close/>
                <a:moveTo>
                  <a:pt x="8119" y="5621"/>
                </a:moveTo>
                <a:lnTo>
                  <a:pt x="8119" y="6888"/>
                </a:lnTo>
                <a:lnTo>
                  <a:pt x="7494" y="6888"/>
                </a:lnTo>
                <a:lnTo>
                  <a:pt x="7494" y="5621"/>
                </a:lnTo>
                <a:close/>
                <a:moveTo>
                  <a:pt x="5326" y="8759"/>
                </a:moveTo>
                <a:cubicBezTo>
                  <a:pt x="5833" y="8759"/>
                  <a:pt x="6245" y="9175"/>
                  <a:pt x="6245" y="9689"/>
                </a:cubicBezTo>
                <a:lnTo>
                  <a:pt x="6245" y="9992"/>
                </a:lnTo>
                <a:lnTo>
                  <a:pt x="4390" y="9992"/>
                </a:lnTo>
                <a:lnTo>
                  <a:pt x="4390" y="9707"/>
                </a:lnTo>
                <a:cubicBezTo>
                  <a:pt x="4390" y="9225"/>
                  <a:pt x="4782" y="8779"/>
                  <a:pt x="5264" y="8761"/>
                </a:cubicBezTo>
                <a:cubicBezTo>
                  <a:pt x="5285" y="8760"/>
                  <a:pt x="5306" y="8759"/>
                  <a:pt x="5326" y="8759"/>
                </a:cubicBezTo>
                <a:close/>
                <a:moveTo>
                  <a:pt x="8850" y="7512"/>
                </a:moveTo>
                <a:lnTo>
                  <a:pt x="9725" y="9992"/>
                </a:lnTo>
                <a:lnTo>
                  <a:pt x="6870" y="9992"/>
                </a:lnTo>
                <a:lnTo>
                  <a:pt x="6870" y="9707"/>
                </a:lnTo>
                <a:cubicBezTo>
                  <a:pt x="6870" y="8868"/>
                  <a:pt x="6210" y="8172"/>
                  <a:pt x="5371" y="8137"/>
                </a:cubicBezTo>
                <a:cubicBezTo>
                  <a:pt x="5350" y="8136"/>
                  <a:pt x="5329" y="8135"/>
                  <a:pt x="5308" y="8135"/>
                </a:cubicBezTo>
                <a:cubicBezTo>
                  <a:pt x="4462" y="8135"/>
                  <a:pt x="3765" y="8836"/>
                  <a:pt x="3765" y="9689"/>
                </a:cubicBezTo>
                <a:lnTo>
                  <a:pt x="3765" y="9992"/>
                </a:lnTo>
                <a:lnTo>
                  <a:pt x="910" y="9992"/>
                </a:lnTo>
                <a:lnTo>
                  <a:pt x="1767" y="7512"/>
                </a:lnTo>
                <a:close/>
                <a:moveTo>
                  <a:pt x="2605" y="1"/>
                </a:moveTo>
                <a:lnTo>
                  <a:pt x="2106" y="1499"/>
                </a:lnTo>
                <a:cubicBezTo>
                  <a:pt x="2034" y="1713"/>
                  <a:pt x="1820" y="1874"/>
                  <a:pt x="1588" y="1874"/>
                </a:cubicBezTo>
                <a:cubicBezTo>
                  <a:pt x="1410" y="1874"/>
                  <a:pt x="1267" y="1731"/>
                  <a:pt x="1267" y="1553"/>
                </a:cubicBezTo>
                <a:lnTo>
                  <a:pt x="1267" y="1249"/>
                </a:lnTo>
                <a:lnTo>
                  <a:pt x="661" y="1249"/>
                </a:lnTo>
                <a:lnTo>
                  <a:pt x="661" y="1553"/>
                </a:lnTo>
                <a:cubicBezTo>
                  <a:pt x="661" y="2070"/>
                  <a:pt x="1071" y="2498"/>
                  <a:pt x="1588" y="2498"/>
                </a:cubicBezTo>
                <a:lnTo>
                  <a:pt x="2516" y="2498"/>
                </a:lnTo>
                <a:lnTo>
                  <a:pt x="2516" y="3141"/>
                </a:lnTo>
                <a:lnTo>
                  <a:pt x="1981" y="3141"/>
                </a:lnTo>
                <a:lnTo>
                  <a:pt x="1481" y="4622"/>
                </a:lnTo>
                <a:cubicBezTo>
                  <a:pt x="1414" y="4842"/>
                  <a:pt x="1201" y="4998"/>
                  <a:pt x="966" y="4998"/>
                </a:cubicBezTo>
                <a:cubicBezTo>
                  <a:pt x="954" y="4998"/>
                  <a:pt x="941" y="4997"/>
                  <a:pt x="928" y="4996"/>
                </a:cubicBezTo>
                <a:cubicBezTo>
                  <a:pt x="768" y="4996"/>
                  <a:pt x="625" y="4854"/>
                  <a:pt x="625" y="4693"/>
                </a:cubicBezTo>
                <a:lnTo>
                  <a:pt x="625" y="4372"/>
                </a:lnTo>
                <a:lnTo>
                  <a:pt x="0" y="4372"/>
                </a:lnTo>
                <a:lnTo>
                  <a:pt x="0" y="4693"/>
                </a:lnTo>
                <a:cubicBezTo>
                  <a:pt x="0" y="5211"/>
                  <a:pt x="429" y="5621"/>
                  <a:pt x="946" y="5621"/>
                </a:cubicBezTo>
                <a:lnTo>
                  <a:pt x="1892" y="5621"/>
                </a:lnTo>
                <a:lnTo>
                  <a:pt x="1892" y="6888"/>
                </a:lnTo>
                <a:lnTo>
                  <a:pt x="1339" y="6888"/>
                </a:lnTo>
                <a:lnTo>
                  <a:pt x="18" y="10617"/>
                </a:lnTo>
                <a:lnTo>
                  <a:pt x="10599" y="10617"/>
                </a:lnTo>
                <a:lnTo>
                  <a:pt x="9296" y="6888"/>
                </a:lnTo>
                <a:lnTo>
                  <a:pt x="8743" y="6888"/>
                </a:lnTo>
                <a:lnTo>
                  <a:pt x="8743" y="5621"/>
                </a:lnTo>
                <a:lnTo>
                  <a:pt x="9689" y="5621"/>
                </a:lnTo>
                <a:cubicBezTo>
                  <a:pt x="10206" y="5621"/>
                  <a:pt x="10635" y="5211"/>
                  <a:pt x="10635" y="4693"/>
                </a:cubicBezTo>
                <a:lnTo>
                  <a:pt x="10635" y="4372"/>
                </a:lnTo>
                <a:lnTo>
                  <a:pt x="10010" y="4372"/>
                </a:lnTo>
                <a:lnTo>
                  <a:pt x="10010" y="4693"/>
                </a:lnTo>
                <a:cubicBezTo>
                  <a:pt x="10010" y="4854"/>
                  <a:pt x="9867" y="4996"/>
                  <a:pt x="9707" y="4996"/>
                </a:cubicBezTo>
                <a:cubicBezTo>
                  <a:pt x="9694" y="4997"/>
                  <a:pt x="9682" y="4998"/>
                  <a:pt x="9669" y="4998"/>
                </a:cubicBezTo>
                <a:cubicBezTo>
                  <a:pt x="9434" y="4998"/>
                  <a:pt x="9221" y="4842"/>
                  <a:pt x="9154" y="4622"/>
                </a:cubicBezTo>
                <a:lnTo>
                  <a:pt x="8654" y="3141"/>
                </a:lnTo>
                <a:lnTo>
                  <a:pt x="8119" y="3141"/>
                </a:lnTo>
                <a:lnTo>
                  <a:pt x="8119" y="2498"/>
                </a:lnTo>
                <a:lnTo>
                  <a:pt x="9047" y="2498"/>
                </a:lnTo>
                <a:cubicBezTo>
                  <a:pt x="9564" y="2498"/>
                  <a:pt x="9974" y="2070"/>
                  <a:pt x="9974" y="1553"/>
                </a:cubicBezTo>
                <a:lnTo>
                  <a:pt x="9974" y="1249"/>
                </a:lnTo>
                <a:lnTo>
                  <a:pt x="9368" y="1249"/>
                </a:lnTo>
                <a:lnTo>
                  <a:pt x="9368" y="1553"/>
                </a:lnTo>
                <a:cubicBezTo>
                  <a:pt x="9368" y="1731"/>
                  <a:pt x="9225" y="1874"/>
                  <a:pt x="9047" y="1874"/>
                </a:cubicBezTo>
                <a:cubicBezTo>
                  <a:pt x="8815" y="1874"/>
                  <a:pt x="8601" y="1713"/>
                  <a:pt x="8529" y="1499"/>
                </a:cubicBezTo>
                <a:lnTo>
                  <a:pt x="8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 name="Google Shape;983;p89"/>
          <p:cNvGrpSpPr/>
          <p:nvPr/>
        </p:nvGrpSpPr>
        <p:grpSpPr>
          <a:xfrm>
            <a:off x="4413523" y="1390542"/>
            <a:ext cx="464943" cy="463718"/>
            <a:chOff x="7000379" y="1769124"/>
            <a:chExt cx="341543" cy="340644"/>
          </a:xfrm>
        </p:grpSpPr>
        <p:sp>
          <p:nvSpPr>
            <p:cNvPr id="984" name="Google Shape;984;p89"/>
            <p:cNvSpPr/>
            <p:nvPr/>
          </p:nvSpPr>
          <p:spPr>
            <a:xfrm>
              <a:off x="7000379" y="1769124"/>
              <a:ext cx="341543" cy="340644"/>
            </a:xfrm>
            <a:custGeom>
              <a:rect b="b" l="l" r="r" t="t"/>
              <a:pathLst>
                <a:path extrusionOk="0" h="10607" w="10635">
                  <a:moveTo>
                    <a:pt x="7548" y="615"/>
                  </a:moveTo>
                  <a:lnTo>
                    <a:pt x="10010" y="3077"/>
                  </a:lnTo>
                  <a:cubicBezTo>
                    <a:pt x="10010" y="3416"/>
                    <a:pt x="9939" y="3755"/>
                    <a:pt x="9867" y="3827"/>
                  </a:cubicBezTo>
                  <a:cubicBezTo>
                    <a:pt x="9832" y="3862"/>
                    <a:pt x="9635" y="3862"/>
                    <a:pt x="9564" y="3862"/>
                  </a:cubicBezTo>
                  <a:cubicBezTo>
                    <a:pt x="9497" y="3858"/>
                    <a:pt x="9425" y="3853"/>
                    <a:pt x="9352" y="3853"/>
                  </a:cubicBezTo>
                  <a:cubicBezTo>
                    <a:pt x="9150" y="3853"/>
                    <a:pt x="8936" y="3889"/>
                    <a:pt x="8779" y="4059"/>
                  </a:cubicBezTo>
                  <a:cubicBezTo>
                    <a:pt x="8547" y="4273"/>
                    <a:pt x="8565" y="4594"/>
                    <a:pt x="8565" y="4844"/>
                  </a:cubicBezTo>
                  <a:cubicBezTo>
                    <a:pt x="8583" y="4915"/>
                    <a:pt x="8583" y="5129"/>
                    <a:pt x="8547" y="5147"/>
                  </a:cubicBezTo>
                  <a:cubicBezTo>
                    <a:pt x="8511" y="5183"/>
                    <a:pt x="8315" y="5183"/>
                    <a:pt x="8244" y="5183"/>
                  </a:cubicBezTo>
                  <a:cubicBezTo>
                    <a:pt x="8177" y="5178"/>
                    <a:pt x="8105" y="5173"/>
                    <a:pt x="8031" y="5173"/>
                  </a:cubicBezTo>
                  <a:cubicBezTo>
                    <a:pt x="7830" y="5173"/>
                    <a:pt x="7615" y="5209"/>
                    <a:pt x="7459" y="5379"/>
                  </a:cubicBezTo>
                  <a:cubicBezTo>
                    <a:pt x="7227" y="5593"/>
                    <a:pt x="7244" y="5914"/>
                    <a:pt x="7244" y="6164"/>
                  </a:cubicBezTo>
                  <a:cubicBezTo>
                    <a:pt x="7262" y="6235"/>
                    <a:pt x="7262" y="6450"/>
                    <a:pt x="7227" y="6467"/>
                  </a:cubicBezTo>
                  <a:cubicBezTo>
                    <a:pt x="7191" y="6503"/>
                    <a:pt x="6995" y="6503"/>
                    <a:pt x="6923" y="6503"/>
                  </a:cubicBezTo>
                  <a:cubicBezTo>
                    <a:pt x="6857" y="6498"/>
                    <a:pt x="6785" y="6494"/>
                    <a:pt x="6711" y="6494"/>
                  </a:cubicBezTo>
                  <a:cubicBezTo>
                    <a:pt x="6509" y="6494"/>
                    <a:pt x="6295" y="6529"/>
                    <a:pt x="6138" y="6699"/>
                  </a:cubicBezTo>
                  <a:cubicBezTo>
                    <a:pt x="5906" y="6913"/>
                    <a:pt x="5924" y="7235"/>
                    <a:pt x="5924" y="7484"/>
                  </a:cubicBezTo>
                  <a:cubicBezTo>
                    <a:pt x="5942" y="7556"/>
                    <a:pt x="5942" y="7770"/>
                    <a:pt x="5906" y="7788"/>
                  </a:cubicBezTo>
                  <a:cubicBezTo>
                    <a:pt x="5835" y="7877"/>
                    <a:pt x="5496" y="7930"/>
                    <a:pt x="5157" y="7930"/>
                  </a:cubicBezTo>
                  <a:lnTo>
                    <a:pt x="2695" y="5468"/>
                  </a:lnTo>
                  <a:cubicBezTo>
                    <a:pt x="2695" y="5129"/>
                    <a:pt x="2748" y="4790"/>
                    <a:pt x="2837" y="4719"/>
                  </a:cubicBezTo>
                  <a:cubicBezTo>
                    <a:pt x="2846" y="4701"/>
                    <a:pt x="2904" y="4697"/>
                    <a:pt x="2969" y="4697"/>
                  </a:cubicBezTo>
                  <a:cubicBezTo>
                    <a:pt x="3034" y="4697"/>
                    <a:pt x="3105" y="4701"/>
                    <a:pt x="3141" y="4701"/>
                  </a:cubicBezTo>
                  <a:cubicBezTo>
                    <a:pt x="3174" y="4701"/>
                    <a:pt x="3209" y="4701"/>
                    <a:pt x="3244" y="4701"/>
                  </a:cubicBezTo>
                  <a:cubicBezTo>
                    <a:pt x="3474" y="4701"/>
                    <a:pt x="3740" y="4688"/>
                    <a:pt x="3926" y="4487"/>
                  </a:cubicBezTo>
                  <a:cubicBezTo>
                    <a:pt x="4158" y="4273"/>
                    <a:pt x="4140" y="3952"/>
                    <a:pt x="4122" y="3720"/>
                  </a:cubicBezTo>
                  <a:cubicBezTo>
                    <a:pt x="4122" y="3630"/>
                    <a:pt x="4122" y="3434"/>
                    <a:pt x="4158" y="3398"/>
                  </a:cubicBezTo>
                  <a:cubicBezTo>
                    <a:pt x="4167" y="3381"/>
                    <a:pt x="4225" y="3376"/>
                    <a:pt x="4289" y="3376"/>
                  </a:cubicBezTo>
                  <a:cubicBezTo>
                    <a:pt x="4354" y="3376"/>
                    <a:pt x="4425" y="3381"/>
                    <a:pt x="4461" y="3381"/>
                  </a:cubicBezTo>
                  <a:cubicBezTo>
                    <a:pt x="4494" y="3381"/>
                    <a:pt x="4529" y="3381"/>
                    <a:pt x="4564" y="3381"/>
                  </a:cubicBezTo>
                  <a:cubicBezTo>
                    <a:pt x="4795" y="3381"/>
                    <a:pt x="5061" y="3368"/>
                    <a:pt x="5246" y="3166"/>
                  </a:cubicBezTo>
                  <a:cubicBezTo>
                    <a:pt x="5478" y="2952"/>
                    <a:pt x="5460" y="2631"/>
                    <a:pt x="5442" y="2381"/>
                  </a:cubicBezTo>
                  <a:cubicBezTo>
                    <a:pt x="5442" y="2310"/>
                    <a:pt x="5442" y="2114"/>
                    <a:pt x="5478" y="2078"/>
                  </a:cubicBezTo>
                  <a:cubicBezTo>
                    <a:pt x="5489" y="2057"/>
                    <a:pt x="5566" y="2049"/>
                    <a:pt x="5643" y="2049"/>
                  </a:cubicBezTo>
                  <a:cubicBezTo>
                    <a:pt x="5698" y="2049"/>
                    <a:pt x="5752" y="2053"/>
                    <a:pt x="5781" y="2060"/>
                  </a:cubicBezTo>
                  <a:cubicBezTo>
                    <a:pt x="5815" y="2060"/>
                    <a:pt x="5849" y="2061"/>
                    <a:pt x="5885" y="2061"/>
                  </a:cubicBezTo>
                  <a:cubicBezTo>
                    <a:pt x="6115" y="2061"/>
                    <a:pt x="6381" y="2047"/>
                    <a:pt x="6566" y="1846"/>
                  </a:cubicBezTo>
                  <a:cubicBezTo>
                    <a:pt x="6798" y="1632"/>
                    <a:pt x="6781" y="1311"/>
                    <a:pt x="6763" y="1061"/>
                  </a:cubicBezTo>
                  <a:cubicBezTo>
                    <a:pt x="6763" y="990"/>
                    <a:pt x="6763" y="793"/>
                    <a:pt x="6798" y="758"/>
                  </a:cubicBezTo>
                  <a:cubicBezTo>
                    <a:pt x="6870" y="686"/>
                    <a:pt x="7209" y="615"/>
                    <a:pt x="7548" y="615"/>
                  </a:cubicBezTo>
                  <a:close/>
                  <a:moveTo>
                    <a:pt x="7435" y="0"/>
                  </a:moveTo>
                  <a:cubicBezTo>
                    <a:pt x="7361" y="0"/>
                    <a:pt x="7280" y="2"/>
                    <a:pt x="7191" y="8"/>
                  </a:cubicBezTo>
                  <a:cubicBezTo>
                    <a:pt x="6781" y="62"/>
                    <a:pt x="6513" y="151"/>
                    <a:pt x="6352" y="312"/>
                  </a:cubicBezTo>
                  <a:cubicBezTo>
                    <a:pt x="6120" y="544"/>
                    <a:pt x="6138" y="847"/>
                    <a:pt x="6156" y="1097"/>
                  </a:cubicBezTo>
                  <a:cubicBezTo>
                    <a:pt x="6156" y="1168"/>
                    <a:pt x="6156" y="1382"/>
                    <a:pt x="6138" y="1418"/>
                  </a:cubicBezTo>
                  <a:cubicBezTo>
                    <a:pt x="6120" y="1436"/>
                    <a:pt x="6058" y="1440"/>
                    <a:pt x="5991" y="1440"/>
                  </a:cubicBezTo>
                  <a:cubicBezTo>
                    <a:pt x="5924" y="1440"/>
                    <a:pt x="5853" y="1436"/>
                    <a:pt x="5817" y="1436"/>
                  </a:cubicBezTo>
                  <a:cubicBezTo>
                    <a:pt x="5750" y="1431"/>
                    <a:pt x="5680" y="1426"/>
                    <a:pt x="5608" y="1426"/>
                  </a:cubicBezTo>
                  <a:cubicBezTo>
                    <a:pt x="5410" y="1426"/>
                    <a:pt x="5202" y="1462"/>
                    <a:pt x="5032" y="1632"/>
                  </a:cubicBezTo>
                  <a:cubicBezTo>
                    <a:pt x="4800" y="1864"/>
                    <a:pt x="4818" y="2167"/>
                    <a:pt x="4836" y="2417"/>
                  </a:cubicBezTo>
                  <a:cubicBezTo>
                    <a:pt x="4836" y="2488"/>
                    <a:pt x="4836" y="2703"/>
                    <a:pt x="4818" y="2738"/>
                  </a:cubicBezTo>
                  <a:cubicBezTo>
                    <a:pt x="4800" y="2756"/>
                    <a:pt x="4738" y="2761"/>
                    <a:pt x="4671" y="2761"/>
                  </a:cubicBezTo>
                  <a:cubicBezTo>
                    <a:pt x="4604" y="2761"/>
                    <a:pt x="4532" y="2756"/>
                    <a:pt x="4497" y="2756"/>
                  </a:cubicBezTo>
                  <a:cubicBezTo>
                    <a:pt x="4430" y="2751"/>
                    <a:pt x="4359" y="2747"/>
                    <a:pt x="4287" y="2747"/>
                  </a:cubicBezTo>
                  <a:cubicBezTo>
                    <a:pt x="4090" y="2747"/>
                    <a:pt x="3882" y="2782"/>
                    <a:pt x="3712" y="2952"/>
                  </a:cubicBezTo>
                  <a:cubicBezTo>
                    <a:pt x="3480" y="3184"/>
                    <a:pt x="3498" y="3488"/>
                    <a:pt x="3515" y="3737"/>
                  </a:cubicBezTo>
                  <a:cubicBezTo>
                    <a:pt x="3515" y="3809"/>
                    <a:pt x="3515" y="4023"/>
                    <a:pt x="3498" y="4059"/>
                  </a:cubicBezTo>
                  <a:cubicBezTo>
                    <a:pt x="3480" y="4076"/>
                    <a:pt x="3417" y="4081"/>
                    <a:pt x="3350" y="4081"/>
                  </a:cubicBezTo>
                  <a:cubicBezTo>
                    <a:pt x="3283" y="4081"/>
                    <a:pt x="3212" y="4076"/>
                    <a:pt x="3176" y="4076"/>
                  </a:cubicBezTo>
                  <a:cubicBezTo>
                    <a:pt x="3110" y="4072"/>
                    <a:pt x="3039" y="4067"/>
                    <a:pt x="2967" y="4067"/>
                  </a:cubicBezTo>
                  <a:cubicBezTo>
                    <a:pt x="2770" y="4067"/>
                    <a:pt x="2561" y="4103"/>
                    <a:pt x="2391" y="4273"/>
                  </a:cubicBezTo>
                  <a:cubicBezTo>
                    <a:pt x="2052" y="4612"/>
                    <a:pt x="2070" y="5415"/>
                    <a:pt x="2088" y="5736"/>
                  </a:cubicBezTo>
                  <a:lnTo>
                    <a:pt x="3266" y="6913"/>
                  </a:lnTo>
                  <a:lnTo>
                    <a:pt x="0" y="10161"/>
                  </a:lnTo>
                  <a:lnTo>
                    <a:pt x="446" y="10607"/>
                  </a:lnTo>
                  <a:lnTo>
                    <a:pt x="3712" y="7360"/>
                  </a:lnTo>
                  <a:lnTo>
                    <a:pt x="4889" y="8537"/>
                  </a:lnTo>
                  <a:cubicBezTo>
                    <a:pt x="4906" y="8537"/>
                    <a:pt x="5017" y="8546"/>
                    <a:pt x="5173" y="8546"/>
                  </a:cubicBezTo>
                  <a:cubicBezTo>
                    <a:pt x="5517" y="8546"/>
                    <a:pt x="6082" y="8504"/>
                    <a:pt x="6352" y="8234"/>
                  </a:cubicBezTo>
                  <a:cubicBezTo>
                    <a:pt x="6584" y="8002"/>
                    <a:pt x="6566" y="7699"/>
                    <a:pt x="6549" y="7449"/>
                  </a:cubicBezTo>
                  <a:cubicBezTo>
                    <a:pt x="6549" y="7377"/>
                    <a:pt x="6531" y="7163"/>
                    <a:pt x="6566" y="7128"/>
                  </a:cubicBezTo>
                  <a:cubicBezTo>
                    <a:pt x="6602" y="7110"/>
                    <a:pt x="6816" y="7110"/>
                    <a:pt x="6888" y="7110"/>
                  </a:cubicBezTo>
                  <a:cubicBezTo>
                    <a:pt x="6954" y="7114"/>
                    <a:pt x="7025" y="7119"/>
                    <a:pt x="7097" y="7119"/>
                  </a:cubicBezTo>
                  <a:cubicBezTo>
                    <a:pt x="7294" y="7119"/>
                    <a:pt x="7503" y="7083"/>
                    <a:pt x="7673" y="6913"/>
                  </a:cubicBezTo>
                  <a:cubicBezTo>
                    <a:pt x="7905" y="6681"/>
                    <a:pt x="7887" y="6378"/>
                    <a:pt x="7869" y="6128"/>
                  </a:cubicBezTo>
                  <a:cubicBezTo>
                    <a:pt x="7869" y="6057"/>
                    <a:pt x="7851" y="5843"/>
                    <a:pt x="7887" y="5807"/>
                  </a:cubicBezTo>
                  <a:cubicBezTo>
                    <a:pt x="7922" y="5789"/>
                    <a:pt x="8137" y="5789"/>
                    <a:pt x="8208" y="5789"/>
                  </a:cubicBezTo>
                  <a:cubicBezTo>
                    <a:pt x="8275" y="5794"/>
                    <a:pt x="8345" y="5799"/>
                    <a:pt x="8417" y="5799"/>
                  </a:cubicBezTo>
                  <a:cubicBezTo>
                    <a:pt x="8615" y="5799"/>
                    <a:pt x="8823" y="5763"/>
                    <a:pt x="8993" y="5593"/>
                  </a:cubicBezTo>
                  <a:cubicBezTo>
                    <a:pt x="9225" y="5361"/>
                    <a:pt x="9207" y="5058"/>
                    <a:pt x="9189" y="4808"/>
                  </a:cubicBezTo>
                  <a:cubicBezTo>
                    <a:pt x="9189" y="4737"/>
                    <a:pt x="9171" y="4523"/>
                    <a:pt x="9207" y="4487"/>
                  </a:cubicBezTo>
                  <a:cubicBezTo>
                    <a:pt x="9243" y="4469"/>
                    <a:pt x="9457" y="4469"/>
                    <a:pt x="9528" y="4469"/>
                  </a:cubicBezTo>
                  <a:cubicBezTo>
                    <a:pt x="9595" y="4474"/>
                    <a:pt x="9666" y="4479"/>
                    <a:pt x="9738" y="4479"/>
                  </a:cubicBezTo>
                  <a:cubicBezTo>
                    <a:pt x="9935" y="4479"/>
                    <a:pt x="10143" y="4443"/>
                    <a:pt x="10313" y="4273"/>
                  </a:cubicBezTo>
                  <a:cubicBezTo>
                    <a:pt x="10474" y="4112"/>
                    <a:pt x="10563" y="3845"/>
                    <a:pt x="10617" y="3434"/>
                  </a:cubicBezTo>
                  <a:cubicBezTo>
                    <a:pt x="10635" y="3166"/>
                    <a:pt x="10617" y="2970"/>
                    <a:pt x="10617" y="2827"/>
                  </a:cubicBezTo>
                  <a:lnTo>
                    <a:pt x="9439" y="1632"/>
                  </a:lnTo>
                  <a:lnTo>
                    <a:pt x="10099" y="972"/>
                  </a:lnTo>
                  <a:lnTo>
                    <a:pt x="9653" y="526"/>
                  </a:lnTo>
                  <a:lnTo>
                    <a:pt x="8993" y="1186"/>
                  </a:lnTo>
                  <a:lnTo>
                    <a:pt x="7798" y="8"/>
                  </a:lnTo>
                  <a:cubicBezTo>
                    <a:pt x="7702" y="8"/>
                    <a:pt x="7583" y="0"/>
                    <a:pt x="7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89"/>
            <p:cNvSpPr/>
            <p:nvPr/>
          </p:nvSpPr>
          <p:spPr>
            <a:xfrm>
              <a:off x="7133303" y="1934420"/>
              <a:ext cx="42456" cy="42424"/>
            </a:xfrm>
            <a:custGeom>
              <a:rect b="b" l="l" r="r" t="t"/>
              <a:pathLst>
                <a:path extrusionOk="0" h="1321" w="1322">
                  <a:moveTo>
                    <a:pt x="893" y="0"/>
                  </a:moveTo>
                  <a:lnTo>
                    <a:pt x="1" y="892"/>
                  </a:lnTo>
                  <a:lnTo>
                    <a:pt x="447" y="1320"/>
                  </a:lnTo>
                  <a:lnTo>
                    <a:pt x="1321" y="446"/>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89"/>
            <p:cNvSpPr/>
            <p:nvPr/>
          </p:nvSpPr>
          <p:spPr>
            <a:xfrm>
              <a:off x="7183177" y="1885124"/>
              <a:ext cx="42424" cy="42424"/>
            </a:xfrm>
            <a:custGeom>
              <a:rect b="b" l="l" r="r" t="t"/>
              <a:pathLst>
                <a:path extrusionOk="0" h="1321" w="1321">
                  <a:moveTo>
                    <a:pt x="874" y="1"/>
                  </a:moveTo>
                  <a:lnTo>
                    <a:pt x="0" y="875"/>
                  </a:lnTo>
                  <a:lnTo>
                    <a:pt x="446" y="1321"/>
                  </a:lnTo>
                  <a:lnTo>
                    <a:pt x="1321" y="447"/>
                  </a:lnTo>
                  <a:lnTo>
                    <a:pt x="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89"/>
            <p:cNvSpPr/>
            <p:nvPr/>
          </p:nvSpPr>
          <p:spPr>
            <a:xfrm>
              <a:off x="7232442" y="1835859"/>
              <a:ext cx="42424" cy="42424"/>
            </a:xfrm>
            <a:custGeom>
              <a:rect b="b" l="l" r="r" t="t"/>
              <a:pathLst>
                <a:path extrusionOk="0" h="1321" w="1321">
                  <a:moveTo>
                    <a:pt x="893" y="0"/>
                  </a:moveTo>
                  <a:lnTo>
                    <a:pt x="1" y="874"/>
                  </a:lnTo>
                  <a:lnTo>
                    <a:pt x="447" y="1320"/>
                  </a:lnTo>
                  <a:lnTo>
                    <a:pt x="1321" y="428"/>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89"/>
          <p:cNvGrpSpPr/>
          <p:nvPr/>
        </p:nvGrpSpPr>
        <p:grpSpPr>
          <a:xfrm rot="-547521">
            <a:off x="4460357" y="3196839"/>
            <a:ext cx="354168" cy="464166"/>
            <a:chOff x="6298441" y="1768803"/>
            <a:chExt cx="260164" cy="340965"/>
          </a:xfrm>
        </p:grpSpPr>
        <p:sp>
          <p:nvSpPr>
            <p:cNvPr id="989" name="Google Shape;989;p89"/>
            <p:cNvSpPr/>
            <p:nvPr/>
          </p:nvSpPr>
          <p:spPr>
            <a:xfrm>
              <a:off x="6298441" y="1969940"/>
              <a:ext cx="260164" cy="139829"/>
            </a:xfrm>
            <a:custGeom>
              <a:rect b="b" l="l" r="r" t="t"/>
              <a:pathLst>
                <a:path extrusionOk="0" h="4354" w="8101">
                  <a:moveTo>
                    <a:pt x="4550" y="625"/>
                  </a:moveTo>
                  <a:lnTo>
                    <a:pt x="4050" y="1124"/>
                  </a:lnTo>
                  <a:lnTo>
                    <a:pt x="3551" y="625"/>
                  </a:lnTo>
                  <a:close/>
                  <a:moveTo>
                    <a:pt x="2677" y="625"/>
                  </a:moveTo>
                  <a:lnTo>
                    <a:pt x="3604" y="1553"/>
                  </a:lnTo>
                  <a:lnTo>
                    <a:pt x="2677" y="2498"/>
                  </a:lnTo>
                  <a:lnTo>
                    <a:pt x="1249" y="2498"/>
                  </a:lnTo>
                  <a:lnTo>
                    <a:pt x="1249" y="3123"/>
                  </a:lnTo>
                  <a:lnTo>
                    <a:pt x="2498" y="3123"/>
                  </a:lnTo>
                  <a:lnTo>
                    <a:pt x="2498" y="3729"/>
                  </a:lnTo>
                  <a:lnTo>
                    <a:pt x="625" y="3729"/>
                  </a:lnTo>
                  <a:lnTo>
                    <a:pt x="625" y="1553"/>
                  </a:lnTo>
                  <a:cubicBezTo>
                    <a:pt x="625" y="1053"/>
                    <a:pt x="1053" y="625"/>
                    <a:pt x="1570" y="625"/>
                  </a:cubicBezTo>
                  <a:close/>
                  <a:moveTo>
                    <a:pt x="6531" y="625"/>
                  </a:moveTo>
                  <a:cubicBezTo>
                    <a:pt x="7048" y="625"/>
                    <a:pt x="7476" y="1053"/>
                    <a:pt x="7476" y="1553"/>
                  </a:cubicBezTo>
                  <a:lnTo>
                    <a:pt x="7476" y="3729"/>
                  </a:lnTo>
                  <a:lnTo>
                    <a:pt x="3123" y="3729"/>
                  </a:lnTo>
                  <a:lnTo>
                    <a:pt x="3123" y="3123"/>
                  </a:lnTo>
                  <a:lnTo>
                    <a:pt x="4354" y="3123"/>
                  </a:lnTo>
                  <a:lnTo>
                    <a:pt x="4354" y="2498"/>
                  </a:lnTo>
                  <a:lnTo>
                    <a:pt x="3551" y="2498"/>
                  </a:lnTo>
                  <a:lnTo>
                    <a:pt x="5424" y="625"/>
                  </a:lnTo>
                  <a:close/>
                  <a:moveTo>
                    <a:pt x="1570" y="0"/>
                  </a:moveTo>
                  <a:cubicBezTo>
                    <a:pt x="696" y="0"/>
                    <a:pt x="0" y="696"/>
                    <a:pt x="0" y="1553"/>
                  </a:cubicBezTo>
                  <a:lnTo>
                    <a:pt x="0" y="4354"/>
                  </a:lnTo>
                  <a:lnTo>
                    <a:pt x="8101" y="4354"/>
                  </a:lnTo>
                  <a:lnTo>
                    <a:pt x="8101" y="1553"/>
                  </a:lnTo>
                  <a:cubicBezTo>
                    <a:pt x="8101" y="696"/>
                    <a:pt x="7405" y="0"/>
                    <a:pt x="6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89"/>
            <p:cNvSpPr/>
            <p:nvPr/>
          </p:nvSpPr>
          <p:spPr>
            <a:xfrm>
              <a:off x="6378664" y="1768803"/>
              <a:ext cx="99717" cy="201168"/>
            </a:xfrm>
            <a:custGeom>
              <a:rect b="b" l="l" r="r" t="t"/>
              <a:pathLst>
                <a:path extrusionOk="0" h="6264" w="3105">
                  <a:moveTo>
                    <a:pt x="1552" y="625"/>
                  </a:moveTo>
                  <a:cubicBezTo>
                    <a:pt x="1731" y="625"/>
                    <a:pt x="1856" y="768"/>
                    <a:pt x="1856" y="946"/>
                  </a:cubicBezTo>
                  <a:cubicBezTo>
                    <a:pt x="1856" y="1107"/>
                    <a:pt x="1731" y="1249"/>
                    <a:pt x="1552" y="1249"/>
                  </a:cubicBezTo>
                  <a:cubicBezTo>
                    <a:pt x="1374" y="1249"/>
                    <a:pt x="1249" y="1107"/>
                    <a:pt x="1249" y="946"/>
                  </a:cubicBezTo>
                  <a:cubicBezTo>
                    <a:pt x="1249" y="768"/>
                    <a:pt x="1374" y="625"/>
                    <a:pt x="1552" y="625"/>
                  </a:cubicBezTo>
                  <a:close/>
                  <a:moveTo>
                    <a:pt x="1249" y="1928"/>
                  </a:moveTo>
                  <a:lnTo>
                    <a:pt x="1249" y="2177"/>
                  </a:lnTo>
                  <a:lnTo>
                    <a:pt x="1249" y="2802"/>
                  </a:lnTo>
                  <a:cubicBezTo>
                    <a:pt x="1249" y="2980"/>
                    <a:pt x="1106" y="3123"/>
                    <a:pt x="928" y="3123"/>
                  </a:cubicBezTo>
                  <a:lnTo>
                    <a:pt x="625" y="3123"/>
                  </a:lnTo>
                  <a:lnTo>
                    <a:pt x="625" y="2802"/>
                  </a:lnTo>
                  <a:cubicBezTo>
                    <a:pt x="625" y="2391"/>
                    <a:pt x="874" y="2052"/>
                    <a:pt x="1249" y="1928"/>
                  </a:cubicBezTo>
                  <a:close/>
                  <a:moveTo>
                    <a:pt x="1856" y="1928"/>
                  </a:moveTo>
                  <a:cubicBezTo>
                    <a:pt x="2230" y="2052"/>
                    <a:pt x="2480" y="2391"/>
                    <a:pt x="2480" y="2802"/>
                  </a:cubicBezTo>
                  <a:lnTo>
                    <a:pt x="2480" y="3123"/>
                  </a:lnTo>
                  <a:lnTo>
                    <a:pt x="2177" y="3123"/>
                  </a:lnTo>
                  <a:cubicBezTo>
                    <a:pt x="1998" y="3123"/>
                    <a:pt x="1856" y="2980"/>
                    <a:pt x="1856" y="2802"/>
                  </a:cubicBezTo>
                  <a:lnTo>
                    <a:pt x="1856" y="2177"/>
                  </a:lnTo>
                  <a:lnTo>
                    <a:pt x="1856" y="1928"/>
                  </a:lnTo>
                  <a:close/>
                  <a:moveTo>
                    <a:pt x="1552" y="3498"/>
                  </a:moveTo>
                  <a:cubicBezTo>
                    <a:pt x="1713" y="3640"/>
                    <a:pt x="1927" y="3730"/>
                    <a:pt x="2177" y="3730"/>
                  </a:cubicBezTo>
                  <a:lnTo>
                    <a:pt x="2480" y="3730"/>
                  </a:lnTo>
                  <a:lnTo>
                    <a:pt x="2480" y="4711"/>
                  </a:lnTo>
                  <a:cubicBezTo>
                    <a:pt x="2480" y="5225"/>
                    <a:pt x="2068" y="5641"/>
                    <a:pt x="1561" y="5641"/>
                  </a:cubicBezTo>
                  <a:cubicBezTo>
                    <a:pt x="1541" y="5641"/>
                    <a:pt x="1520" y="5640"/>
                    <a:pt x="1499" y="5639"/>
                  </a:cubicBezTo>
                  <a:cubicBezTo>
                    <a:pt x="1017" y="5621"/>
                    <a:pt x="625" y="5175"/>
                    <a:pt x="625" y="4693"/>
                  </a:cubicBezTo>
                  <a:lnTo>
                    <a:pt x="625" y="3730"/>
                  </a:lnTo>
                  <a:lnTo>
                    <a:pt x="928" y="3730"/>
                  </a:lnTo>
                  <a:cubicBezTo>
                    <a:pt x="1160" y="3730"/>
                    <a:pt x="1392" y="3640"/>
                    <a:pt x="1552" y="3498"/>
                  </a:cubicBezTo>
                  <a:close/>
                  <a:moveTo>
                    <a:pt x="1552" y="1"/>
                  </a:moveTo>
                  <a:cubicBezTo>
                    <a:pt x="1035" y="1"/>
                    <a:pt x="625" y="429"/>
                    <a:pt x="625" y="946"/>
                  </a:cubicBezTo>
                  <a:cubicBezTo>
                    <a:pt x="625" y="1125"/>
                    <a:pt x="678" y="1303"/>
                    <a:pt x="785" y="1464"/>
                  </a:cubicBezTo>
                  <a:cubicBezTo>
                    <a:pt x="303" y="1731"/>
                    <a:pt x="0" y="2231"/>
                    <a:pt x="0" y="2802"/>
                  </a:cubicBezTo>
                  <a:lnTo>
                    <a:pt x="0" y="4711"/>
                  </a:lnTo>
                  <a:cubicBezTo>
                    <a:pt x="0" y="5567"/>
                    <a:pt x="696" y="6263"/>
                    <a:pt x="1552" y="6263"/>
                  </a:cubicBezTo>
                  <a:cubicBezTo>
                    <a:pt x="2409" y="6263"/>
                    <a:pt x="3105" y="5567"/>
                    <a:pt x="3105" y="4711"/>
                  </a:cubicBezTo>
                  <a:lnTo>
                    <a:pt x="3105" y="2802"/>
                  </a:lnTo>
                  <a:cubicBezTo>
                    <a:pt x="3105" y="2231"/>
                    <a:pt x="2801" y="1731"/>
                    <a:pt x="2320" y="1464"/>
                  </a:cubicBezTo>
                  <a:cubicBezTo>
                    <a:pt x="2427" y="1303"/>
                    <a:pt x="2480" y="1125"/>
                    <a:pt x="2480" y="946"/>
                  </a:cubicBezTo>
                  <a:cubicBezTo>
                    <a:pt x="2480" y="429"/>
                    <a:pt x="2070"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77"/>
                                        </p:tgtEl>
                                        <p:attrNameLst>
                                          <p:attrName>style.visibility</p:attrName>
                                        </p:attrNameLst>
                                      </p:cBhvr>
                                      <p:to>
                                        <p:strVal val="visible"/>
                                      </p:to>
                                    </p:set>
                                    <p:animEffect filter="fade" transition="in">
                                      <p:cBhvr>
                                        <p:cTn dur="1000"/>
                                        <p:tgtEl>
                                          <p:spTgt spid="9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 name="Shape 994"/>
        <p:cNvGrpSpPr/>
        <p:nvPr/>
      </p:nvGrpSpPr>
      <p:grpSpPr>
        <a:xfrm>
          <a:off x="0" y="0"/>
          <a:ext cx="0" cy="0"/>
          <a:chOff x="0" y="0"/>
          <a:chExt cx="0" cy="0"/>
        </a:xfrm>
      </p:grpSpPr>
      <p:sp>
        <p:nvSpPr>
          <p:cNvPr id="995" name="Google Shape;995;p9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solidFill>
                  <a:schemeClr val="lt1"/>
                </a:solidFill>
              </a:rPr>
              <a:t>GRAPH</a:t>
            </a:r>
            <a:endParaRPr/>
          </a:p>
        </p:txBody>
      </p:sp>
      <p:sp>
        <p:nvSpPr>
          <p:cNvPr id="996" name="Google Shape;996;p90"/>
          <p:cNvSpPr txBox="1"/>
          <p:nvPr>
            <p:ph idx="4294967295" type="title"/>
          </p:nvPr>
        </p:nvSpPr>
        <p:spPr>
          <a:xfrm flipH="1">
            <a:off x="1594300" y="1778825"/>
            <a:ext cx="2013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997" name="Google Shape;997;p90"/>
          <p:cNvSpPr txBox="1"/>
          <p:nvPr>
            <p:ph idx="4294967295" type="subTitle"/>
          </p:nvPr>
        </p:nvSpPr>
        <p:spPr>
          <a:xfrm flipH="1">
            <a:off x="1594300" y="2090852"/>
            <a:ext cx="20130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closest planet to the Sun</a:t>
            </a:r>
            <a:endParaRPr sz="1400"/>
          </a:p>
        </p:txBody>
      </p:sp>
      <p:sp>
        <p:nvSpPr>
          <p:cNvPr id="998" name="Google Shape;998;p90"/>
          <p:cNvSpPr txBox="1"/>
          <p:nvPr>
            <p:ph idx="4294967295" type="title"/>
          </p:nvPr>
        </p:nvSpPr>
        <p:spPr>
          <a:xfrm flipH="1">
            <a:off x="1594300" y="2903948"/>
            <a:ext cx="2013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NEPTUNE</a:t>
            </a:r>
            <a:endParaRPr sz="2000"/>
          </a:p>
        </p:txBody>
      </p:sp>
      <p:sp>
        <p:nvSpPr>
          <p:cNvPr id="999" name="Google Shape;999;p90"/>
          <p:cNvSpPr txBox="1"/>
          <p:nvPr>
            <p:ph idx="4294967295" type="subTitle"/>
          </p:nvPr>
        </p:nvSpPr>
        <p:spPr>
          <a:xfrm flipH="1">
            <a:off x="1594300" y="3215975"/>
            <a:ext cx="20130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farthest planet from the Sun</a:t>
            </a:r>
            <a:endParaRPr sz="1400"/>
          </a:p>
        </p:txBody>
      </p:sp>
      <p:sp>
        <p:nvSpPr>
          <p:cNvPr id="1000" name="Google Shape;1000;p90"/>
          <p:cNvSpPr/>
          <p:nvPr/>
        </p:nvSpPr>
        <p:spPr>
          <a:xfrm flipH="1">
            <a:off x="885186" y="2872116"/>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90"/>
          <p:cNvSpPr/>
          <p:nvPr/>
        </p:nvSpPr>
        <p:spPr>
          <a:xfrm>
            <a:off x="971702" y="1789327"/>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90"/>
          <p:cNvSpPr txBox="1"/>
          <p:nvPr/>
        </p:nvSpPr>
        <p:spPr>
          <a:xfrm>
            <a:off x="741150" y="4375325"/>
            <a:ext cx="7663200" cy="22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003" name="Google Shape;1003;p90" title="Gráfico">
            <a:hlinkClick r:id="rId4"/>
          </p:cNvPr>
          <p:cNvPicPr preferRelativeResize="0"/>
          <p:nvPr/>
        </p:nvPicPr>
        <p:blipFill>
          <a:blip r:embed="rId5">
            <a:alphaModFix/>
          </a:blip>
          <a:stretch>
            <a:fillRect/>
          </a:stretch>
        </p:blipFill>
        <p:spPr>
          <a:xfrm>
            <a:off x="4138176" y="1463935"/>
            <a:ext cx="4118301" cy="254305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003"/>
                                        </p:tgtEl>
                                        <p:attrNameLst>
                                          <p:attrName>style.visibility</p:attrName>
                                        </p:attrNameLst>
                                      </p:cBhvr>
                                      <p:to>
                                        <p:strVal val="visible"/>
                                      </p:to>
                                    </p:set>
                                    <p:anim calcmode="lin" valueType="num">
                                      <p:cBhvr additive="base">
                                        <p:cTn dur="1000"/>
                                        <p:tgtEl>
                                          <p:spTgt spid="100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 name="Shape 1007"/>
        <p:cNvGrpSpPr/>
        <p:nvPr/>
      </p:nvGrpSpPr>
      <p:grpSpPr>
        <a:xfrm>
          <a:off x="0" y="0"/>
          <a:ext cx="0" cy="0"/>
          <a:chOff x="0" y="0"/>
          <a:chExt cx="0" cy="0"/>
        </a:xfrm>
      </p:grpSpPr>
      <p:graphicFrame>
        <p:nvGraphicFramePr>
          <p:cNvPr id="1008" name="Google Shape;1008;p91"/>
          <p:cNvGraphicFramePr/>
          <p:nvPr/>
        </p:nvGraphicFramePr>
        <p:xfrm>
          <a:off x="719906" y="1971228"/>
          <a:ext cx="3000000" cy="3000000"/>
        </p:xfrm>
        <a:graphic>
          <a:graphicData uri="http://schemas.openxmlformats.org/drawingml/2006/table">
            <a:tbl>
              <a:tblPr>
                <a:noFill/>
                <a:tableStyleId>{6B559A85-E3F2-4DD9-B4AC-259FDCF23E7D}</a:tableStyleId>
              </a:tblPr>
              <a:tblGrid>
                <a:gridCol w="1720350"/>
                <a:gridCol w="1893750"/>
                <a:gridCol w="2035250"/>
                <a:gridCol w="2035250"/>
              </a:tblGrid>
              <a:tr h="577750">
                <a:tc>
                  <a:txBody>
                    <a:bodyPr/>
                    <a:lstStyle/>
                    <a:p>
                      <a:pPr indent="0" lvl="0" marL="0" rtl="0" algn="ctr">
                        <a:spcBef>
                          <a:spcPts val="0"/>
                        </a:spcBef>
                        <a:spcAft>
                          <a:spcPts val="0"/>
                        </a:spcAft>
                        <a:buNone/>
                      </a:pPr>
                      <a:r>
                        <a:t/>
                      </a:r>
                      <a:endParaRPr sz="1600">
                        <a:solidFill>
                          <a:schemeClr val="lt1"/>
                        </a:solidFill>
                        <a:latin typeface="Barlow"/>
                        <a:ea typeface="Barlow"/>
                        <a:cs typeface="Barlow"/>
                        <a:sym typeface="Barlow"/>
                      </a:endParaRPr>
                    </a:p>
                  </a:txBody>
                  <a:tcPr marT="91425" marB="91425" marR="91425" marL="91425" anchor="ctr">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CHALLENGE</a:t>
                      </a:r>
                      <a:endParaRPr sz="2000">
                        <a:solidFill>
                          <a:schemeClr val="dk1"/>
                        </a:solidFill>
                        <a:latin typeface="Kulim Park"/>
                        <a:ea typeface="Kulim Park"/>
                        <a:cs typeface="Kulim Park"/>
                        <a:sym typeface="Kulim Park"/>
                      </a:endParaRPr>
                    </a:p>
                  </a:txBody>
                  <a:tcPr marT="91425" marB="91425" marR="91425" marL="91425" anchor="ctr">
                    <a:lnL cap="flat" cmpd="sng" w="9525">
                      <a:solidFill>
                        <a:schemeClr val="accent5">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RESULT</a:t>
                      </a:r>
                      <a:endParaRPr sz="2000">
                        <a:solidFill>
                          <a:schemeClr val="dk1"/>
                        </a:solidFill>
                        <a:latin typeface="Kulim Park"/>
                        <a:ea typeface="Kulim Park"/>
                        <a:cs typeface="Kulim Park"/>
                        <a:sym typeface="Kulim Park"/>
                      </a:endParaRPr>
                    </a:p>
                  </a:txBody>
                  <a:tcPr marT="91425" marB="91425" marR="91425" marL="91425" anchor="ctr">
                    <a:lnL cap="flat" cmpd="sng" w="19050">
                      <a:solidFill>
                        <a:schemeClr val="accent3">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SOLUTION</a:t>
                      </a:r>
                      <a:endParaRPr sz="2000">
                        <a:solidFill>
                          <a:schemeClr val="dk1"/>
                        </a:solidFill>
                        <a:latin typeface="Kulim Park"/>
                        <a:ea typeface="Kulim Park"/>
                        <a:cs typeface="Kulim Park"/>
                        <a:sym typeface="Kulim Park"/>
                      </a:endParaRPr>
                    </a:p>
                  </a:txBody>
                  <a:tcPr marT="91425" marB="91425" marR="91425" marL="91425" anchor="ctr">
                    <a:lnL cap="flat" cmpd="sng" w="19050">
                      <a:solidFill>
                        <a:schemeClr val="accent3">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r>
              <a:tr h="531725">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1ST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Mercury</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Mars</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2ND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Neptune</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2"/>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Saturn</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3RD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Earth</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Neptune</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4ST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Moon</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2"/>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Venus</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
        <p:nvSpPr>
          <p:cNvPr id="1009" name="Google Shape;1009;p9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CASE</a:t>
            </a:r>
            <a:r>
              <a:rPr lang="en"/>
              <a:t> STUDY</a:t>
            </a:r>
            <a:endParaRPr/>
          </a:p>
        </p:txBody>
      </p:sp>
      <p:grpSp>
        <p:nvGrpSpPr>
          <p:cNvPr id="1010" name="Google Shape;1010;p91"/>
          <p:cNvGrpSpPr/>
          <p:nvPr/>
        </p:nvGrpSpPr>
        <p:grpSpPr>
          <a:xfrm>
            <a:off x="7153085" y="1410988"/>
            <a:ext cx="456112" cy="455863"/>
            <a:chOff x="6479471" y="2079003"/>
            <a:chExt cx="348923" cy="348706"/>
          </a:xfrm>
        </p:grpSpPr>
        <p:sp>
          <p:nvSpPr>
            <p:cNvPr id="1011" name="Google Shape;1011;p9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91"/>
            <p:cNvGrpSpPr/>
            <p:nvPr/>
          </p:nvGrpSpPr>
          <p:grpSpPr>
            <a:xfrm>
              <a:off x="6520582" y="2079003"/>
              <a:ext cx="307811" cy="348706"/>
              <a:chOff x="-60218325" y="2304850"/>
              <a:chExt cx="279625" cy="316775"/>
            </a:xfrm>
          </p:grpSpPr>
          <p:sp>
            <p:nvSpPr>
              <p:cNvPr id="1013" name="Google Shape;1013;p9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9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9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9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9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9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9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0" name="Google Shape;1020;p91"/>
          <p:cNvSpPr/>
          <p:nvPr/>
        </p:nvSpPr>
        <p:spPr>
          <a:xfrm>
            <a:off x="5075138" y="1460289"/>
            <a:ext cx="457926" cy="357052"/>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91"/>
          <p:cNvGrpSpPr/>
          <p:nvPr/>
        </p:nvGrpSpPr>
        <p:grpSpPr>
          <a:xfrm>
            <a:off x="3137602" y="1416096"/>
            <a:ext cx="459041" cy="445442"/>
            <a:chOff x="-59481900" y="2290800"/>
            <a:chExt cx="319000" cy="309550"/>
          </a:xfrm>
        </p:grpSpPr>
        <p:sp>
          <p:nvSpPr>
            <p:cNvPr id="1022" name="Google Shape;1022;p9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9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9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9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9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9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10"/>
                                        </p:tgtEl>
                                        <p:attrNameLst>
                                          <p:attrName>style.visibility</p:attrName>
                                        </p:attrNameLst>
                                      </p:cBhvr>
                                      <p:to>
                                        <p:strVal val="visible"/>
                                      </p:to>
                                    </p:set>
                                    <p:animEffect filter="fade" transition="in">
                                      <p:cBhvr>
                                        <p:cTn dur="1000"/>
                                        <p:tgtEl>
                                          <p:spTgt spid="1010"/>
                                        </p:tgtEl>
                                      </p:cBhvr>
                                    </p:animEffect>
                                  </p:childTnLst>
                                </p:cTn>
                              </p:par>
                              <p:par>
                                <p:cTn fill="hold" nodeType="withEffect" presetClass="entr" presetID="10" presetSubtype="0">
                                  <p:stCondLst>
                                    <p:cond delay="0"/>
                                  </p:stCondLst>
                                  <p:childTnLst>
                                    <p:set>
                                      <p:cBhvr>
                                        <p:cTn dur="1" fill="hold">
                                          <p:stCondLst>
                                            <p:cond delay="0"/>
                                          </p:stCondLst>
                                        </p:cTn>
                                        <p:tgtEl>
                                          <p:spTgt spid="1020"/>
                                        </p:tgtEl>
                                        <p:attrNameLst>
                                          <p:attrName>style.visibility</p:attrName>
                                        </p:attrNameLst>
                                      </p:cBhvr>
                                      <p:to>
                                        <p:strVal val="visible"/>
                                      </p:to>
                                    </p:set>
                                    <p:animEffect filter="fade" transition="in">
                                      <p:cBhvr>
                                        <p:cTn dur="1000"/>
                                        <p:tgtEl>
                                          <p:spTgt spid="1020"/>
                                        </p:tgtEl>
                                      </p:cBhvr>
                                    </p:animEffect>
                                  </p:childTnLst>
                                </p:cTn>
                              </p:par>
                              <p:par>
                                <p:cTn fill="hold" nodeType="withEffect" presetClass="entr" presetID="10" presetSubtype="0">
                                  <p:stCondLst>
                                    <p:cond delay="0"/>
                                  </p:stCondLst>
                                  <p:childTnLst>
                                    <p:set>
                                      <p:cBhvr>
                                        <p:cTn dur="1" fill="hold">
                                          <p:stCondLst>
                                            <p:cond delay="0"/>
                                          </p:stCondLst>
                                        </p:cTn>
                                        <p:tgtEl>
                                          <p:spTgt spid="1021"/>
                                        </p:tgtEl>
                                        <p:attrNameLst>
                                          <p:attrName>style.visibility</p:attrName>
                                        </p:attrNameLst>
                                      </p:cBhvr>
                                      <p:to>
                                        <p:strVal val="visible"/>
                                      </p:to>
                                    </p:set>
                                    <p:animEffect filter="fade" transition="in">
                                      <p:cBhvr>
                                        <p:cTn dur="1000"/>
                                        <p:tgtEl>
                                          <p:spTgt spid="102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sp>
        <p:nvSpPr>
          <p:cNvPr id="1032" name="TextBox 1031"/>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STUDENT EMPOWERMENT</a:t>
            </a:r>
          </a:p>
          <a:p>
            <a:pPr>
              <a:spcAft>
                <a:spcPts val="400"/>
              </a:spcAft>
            </a:pPr>
            <a:r>
              <a:rPr sz="2400" b="1">
                <a:solidFill>
                  <a:srgbClr val="1F1F1F"/>
                </a:solidFill>
                <a:latin typeface="Arial"/>
              </a:rPr>
              <a:t>STUDENT IMPACT </a:t>
            </a:r>
            <a:r>
              <a:rPr sz="2400" b="1">
                <a:solidFill>
                  <a:srgbClr val="7D6652"/>
                </a:solidFill>
                <a:latin typeface="Arial"/>
              </a:rPr>
              <a:t>TRANSFORMING ACCESS</a:t>
            </a:r>
          </a:p>
          <a:p>
            <a:pPr>
              <a:defRPr sz="1100">
                <a:solidFill>
                  <a:srgbClr val="5F5F5F"/>
                </a:solidFill>
                <a:latin typeface="Arial"/>
              </a:defRPr>
            </a:pPr>
            <a:r>
              <a:t>Democratizing global education access for Pakistan's next generation of scholars.</a:t>
            </a:r>
          </a:p>
        </p:txBody>
      </p:sp>
      <p:sp>
        <p:nvSpPr>
          <p:cNvPr id="1033" name="Rounded Rectangle 1032"/>
          <p:cNvSpPr/>
          <p:nvPr/>
        </p:nvSpPr>
        <p:spPr>
          <a:xfrm>
            <a:off x="731520" y="1691640"/>
            <a:ext cx="242316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4" name="Rounded Rectangle 1033"/>
          <p:cNvSpPr/>
          <p:nvPr/>
        </p:nvSpPr>
        <p:spPr>
          <a:xfrm>
            <a:off x="914400" y="1874520"/>
            <a:ext cx="438912" cy="292608"/>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414E3E"/>
                </a:solidFill>
                <a:latin typeface="Arial"/>
              </a:defRPr>
            </a:pPr>
            <a:r>
              <a:t>01</a:t>
            </a:r>
          </a:p>
        </p:txBody>
      </p:sp>
      <p:sp>
        <p:nvSpPr>
          <p:cNvPr id="1035" name="TextBox 1034"/>
          <p:cNvSpPr txBox="1"/>
          <p:nvPr/>
        </p:nvSpPr>
        <p:spPr>
          <a:xfrm>
            <a:off x="914400" y="2313432"/>
            <a:ext cx="2057400" cy="2194560"/>
          </a:xfrm>
          <a:prstGeom prst="rect">
            <a:avLst/>
          </a:prstGeom>
          <a:noFill/>
        </p:spPr>
        <p:txBody>
          <a:bodyPr wrap="square" lIns="0" rIns="0" tIns="0" bIns="0">
            <a:spAutoFit/>
          </a:bodyPr>
          <a:lstStyle/>
          <a:p>
            <a:pPr>
              <a:spcAft>
                <a:spcPts val="600"/>
              </a:spcAft>
              <a:defRPr sz="2000" b="1">
                <a:solidFill>
                  <a:srgbClr val="7D6652"/>
                </a:solidFill>
                <a:latin typeface="Arial"/>
              </a:defRPr>
            </a:pPr>
            <a:r>
              <a:t>PKR 300,000+</a:t>
            </a:r>
          </a:p>
          <a:p>
            <a:pPr>
              <a:spcAft>
                <a:spcPts val="800"/>
              </a:spcAft>
              <a:defRPr sz="1200" b="1">
                <a:solidFill>
                  <a:srgbClr val="1F1F1F"/>
                </a:solidFill>
                <a:latin typeface="Arial"/>
              </a:defRPr>
            </a:pPr>
            <a:r>
              <a:t>Saved in Consultant &amp; Hidden Fees</a:t>
            </a:r>
          </a:p>
          <a:p>
            <a:pPr>
              <a:defRPr sz="950">
                <a:solidFill>
                  <a:srgbClr val="5F5F5F"/>
                </a:solidFill>
                <a:latin typeface="Arial"/>
              </a:defRPr>
            </a:pPr>
            <a:r>
              <a:t>Protects middle-class Pakistani families from predatory educational agents and unbudgeted application costs.</a:t>
            </a:r>
          </a:p>
        </p:txBody>
      </p:sp>
      <p:sp>
        <p:nvSpPr>
          <p:cNvPr id="1036" name="Rounded Rectangle 1035"/>
          <p:cNvSpPr/>
          <p:nvPr/>
        </p:nvSpPr>
        <p:spPr>
          <a:xfrm>
            <a:off x="3355848" y="1691640"/>
            <a:ext cx="242316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7" name="Rounded Rectangle 1036"/>
          <p:cNvSpPr/>
          <p:nvPr/>
        </p:nvSpPr>
        <p:spPr>
          <a:xfrm>
            <a:off x="3538728" y="1874520"/>
            <a:ext cx="438912" cy="292608"/>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80463E"/>
                </a:solidFill>
                <a:latin typeface="Arial"/>
              </a:defRPr>
            </a:pPr>
            <a:r>
              <a:t>02</a:t>
            </a:r>
          </a:p>
        </p:txBody>
      </p:sp>
      <p:sp>
        <p:nvSpPr>
          <p:cNvPr id="1038" name="TextBox 1037"/>
          <p:cNvSpPr txBox="1"/>
          <p:nvPr/>
        </p:nvSpPr>
        <p:spPr>
          <a:xfrm>
            <a:off x="3538728" y="2313432"/>
            <a:ext cx="2057400" cy="2194560"/>
          </a:xfrm>
          <a:prstGeom prst="rect">
            <a:avLst/>
          </a:prstGeom>
          <a:noFill/>
        </p:spPr>
        <p:txBody>
          <a:bodyPr wrap="square" lIns="0" rIns="0" tIns="0" bIns="0">
            <a:spAutoFit/>
          </a:bodyPr>
          <a:lstStyle/>
          <a:p>
            <a:pPr>
              <a:spcAft>
                <a:spcPts val="600"/>
              </a:spcAft>
              <a:defRPr sz="2000" b="1">
                <a:solidFill>
                  <a:srgbClr val="7D6652"/>
                </a:solidFill>
                <a:latin typeface="Arial"/>
              </a:defRPr>
            </a:pPr>
            <a:r>
              <a:t>600+ SEATS</a:t>
            </a:r>
          </a:p>
          <a:p>
            <a:pPr>
              <a:spcAft>
                <a:spcPts val="800"/>
              </a:spcAft>
              <a:defRPr sz="1200" b="1">
                <a:solidFill>
                  <a:srgbClr val="1F1F1F"/>
                </a:solidFill>
                <a:latin typeface="Arial"/>
              </a:defRPr>
            </a:pPr>
            <a:r>
              <a:t>Unclaimed Bilateral Quotas Reclaimed</a:t>
            </a:r>
          </a:p>
          <a:p>
            <a:pPr>
              <a:defRPr sz="950">
                <a:solidFill>
                  <a:srgbClr val="5F5F5F"/>
                </a:solidFill>
                <a:latin typeface="Arial"/>
              </a:defRPr>
            </a:pPr>
            <a:r>
              <a:t>Empowers talented students from small cities to claim reserved government quotas in Hungary, China, Turkey &amp; Europe.</a:t>
            </a:r>
          </a:p>
        </p:txBody>
      </p:sp>
      <p:sp>
        <p:nvSpPr>
          <p:cNvPr id="1039" name="Rounded Rectangle 1038"/>
          <p:cNvSpPr/>
          <p:nvPr/>
        </p:nvSpPr>
        <p:spPr>
          <a:xfrm>
            <a:off x="5980176" y="1691640"/>
            <a:ext cx="242316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0" name="Rounded Rectangle 1039"/>
          <p:cNvSpPr/>
          <p:nvPr/>
        </p:nvSpPr>
        <p:spPr>
          <a:xfrm>
            <a:off x="6163056" y="1874520"/>
            <a:ext cx="438912" cy="292608"/>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55524C"/>
                </a:solidFill>
                <a:latin typeface="Arial"/>
              </a:defRPr>
            </a:pPr>
            <a:r>
              <a:t>03</a:t>
            </a:r>
          </a:p>
        </p:txBody>
      </p:sp>
      <p:sp>
        <p:nvSpPr>
          <p:cNvPr id="1041" name="TextBox 1040"/>
          <p:cNvSpPr txBox="1"/>
          <p:nvPr/>
        </p:nvSpPr>
        <p:spPr>
          <a:xfrm>
            <a:off x="6163056" y="2313432"/>
            <a:ext cx="2057400" cy="2194560"/>
          </a:xfrm>
          <a:prstGeom prst="rect">
            <a:avLst/>
          </a:prstGeom>
          <a:noFill/>
        </p:spPr>
        <p:txBody>
          <a:bodyPr wrap="square" lIns="0" rIns="0" tIns="0" bIns="0">
            <a:spAutoFit/>
          </a:bodyPr>
          <a:lstStyle/>
          <a:p>
            <a:pPr>
              <a:spcAft>
                <a:spcPts val="600"/>
              </a:spcAft>
              <a:defRPr sz="2000" b="1">
                <a:solidFill>
                  <a:srgbClr val="7D6652"/>
                </a:solidFill>
                <a:latin typeface="Arial"/>
              </a:defRPr>
            </a:pPr>
            <a:r>
              <a:t>100% PROVEN</a:t>
            </a:r>
          </a:p>
          <a:p>
            <a:pPr>
              <a:spcAft>
                <a:spcPts val="800"/>
              </a:spcAft>
              <a:defRPr sz="1200" b="1">
                <a:solidFill>
                  <a:srgbClr val="1F1F1F"/>
                </a:solidFill>
                <a:latin typeface="Arial"/>
              </a:defRPr>
            </a:pPr>
            <a:r>
              <a:t>Evidence-Backed Audit &amp; Total Privacy</a:t>
            </a:r>
          </a:p>
          <a:p>
            <a:pPr>
              <a:defRPr sz="950">
                <a:solidFill>
                  <a:srgbClr val="5F5F5F"/>
                </a:solidFill>
                <a:latin typeface="Arial"/>
              </a:defRPr>
            </a:pPr>
            <a:r>
              <a:t>Zero black-box recommendations. Every suggestion links directly to official circulars, running 100% locally on your machine.</a:t>
            </a: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7" name="Shape 1037"/>
        <p:cNvGrpSpPr/>
        <p:nvPr/>
      </p:nvGrpSpPr>
      <p:grpSpPr>
        <a:xfrm>
          <a:off x="0" y="0"/>
          <a:ext cx="0" cy="0"/>
          <a:chOff x="0" y="0"/>
          <a:chExt cx="0" cy="0"/>
        </a:xfrm>
      </p:grpSpPr>
      <p:pic>
        <p:nvPicPr>
          <p:cNvPr id="1038" name="Google Shape;1038;p93"/>
          <p:cNvPicPr preferRelativeResize="0"/>
          <p:nvPr/>
        </p:nvPicPr>
        <p:blipFill rotWithShape="1">
          <a:blip r:embed="rId3">
            <a:alphaModFix/>
          </a:blip>
          <a:srcRect b="-5253" l="34463" r="16291" t="-1951"/>
          <a:stretch/>
        </p:blipFill>
        <p:spPr>
          <a:xfrm flipH="1">
            <a:off x="-313501" y="-113200"/>
            <a:ext cx="4125276" cy="5985426"/>
          </a:xfrm>
          <a:prstGeom prst="rect">
            <a:avLst/>
          </a:prstGeom>
          <a:noFill/>
          <a:ln>
            <a:noFill/>
          </a:ln>
        </p:spPr>
      </p:pic>
      <p:sp>
        <p:nvSpPr>
          <p:cNvPr id="1039" name="Google Shape;1039;p93"/>
          <p:cNvSpPr/>
          <p:nvPr/>
        </p:nvSpPr>
        <p:spPr>
          <a:xfrm rot="-5942400">
            <a:off x="-3116548" y="-1381746"/>
            <a:ext cx="7606237" cy="7605679"/>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93"/>
          <p:cNvSpPr txBox="1"/>
          <p:nvPr>
            <p:ph type="title"/>
          </p:nvPr>
        </p:nvSpPr>
        <p:spPr>
          <a:xfrm flipH="1">
            <a:off x="3993600" y="437700"/>
            <a:ext cx="4410900" cy="6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REVIEWS</a:t>
            </a:r>
            <a:endParaRPr/>
          </a:p>
        </p:txBody>
      </p:sp>
      <p:sp>
        <p:nvSpPr>
          <p:cNvPr id="1041" name="Google Shape;1041;p93"/>
          <p:cNvSpPr txBox="1"/>
          <p:nvPr>
            <p:ph idx="2" type="title"/>
          </p:nvPr>
        </p:nvSpPr>
        <p:spPr>
          <a:xfrm>
            <a:off x="4157088" y="2211700"/>
            <a:ext cx="1454400" cy="92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EUN YEONG</a:t>
            </a:r>
            <a:endParaRPr/>
          </a:p>
        </p:txBody>
      </p:sp>
      <p:sp>
        <p:nvSpPr>
          <p:cNvPr id="1042" name="Google Shape;1042;p93"/>
          <p:cNvSpPr txBox="1"/>
          <p:nvPr>
            <p:ph idx="1" type="subTitle"/>
          </p:nvPr>
        </p:nvSpPr>
        <p:spPr>
          <a:xfrm>
            <a:off x="5964350" y="2211700"/>
            <a:ext cx="2440500" cy="9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a:t>
            </a:r>
            <a:endParaRPr/>
          </a:p>
        </p:txBody>
      </p:sp>
      <p:sp>
        <p:nvSpPr>
          <p:cNvPr id="1043" name="Google Shape;1043;p93"/>
          <p:cNvSpPr txBox="1"/>
          <p:nvPr>
            <p:ph idx="3" type="title"/>
          </p:nvPr>
        </p:nvSpPr>
        <p:spPr>
          <a:xfrm>
            <a:off x="4157088" y="3465525"/>
            <a:ext cx="1454400" cy="92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GYEONG HUI</a:t>
            </a:r>
            <a:endParaRPr/>
          </a:p>
        </p:txBody>
      </p:sp>
      <p:sp>
        <p:nvSpPr>
          <p:cNvPr id="1044" name="Google Shape;1044;p93"/>
          <p:cNvSpPr txBox="1"/>
          <p:nvPr>
            <p:ph idx="4" type="subTitle"/>
          </p:nvPr>
        </p:nvSpPr>
        <p:spPr>
          <a:xfrm>
            <a:off x="5964350" y="3465525"/>
            <a:ext cx="2440500" cy="9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from the Sun”</a:t>
            </a:r>
            <a:endParaRPr/>
          </a:p>
        </p:txBody>
      </p:sp>
      <p:sp>
        <p:nvSpPr>
          <p:cNvPr id="1045" name="Google Shape;1045;p93"/>
          <p:cNvSpPr/>
          <p:nvPr/>
        </p:nvSpPr>
        <p:spPr>
          <a:xfrm flipH="1" rot="4102346">
            <a:off x="-2341717" y="51925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93"/>
          <p:cNvSpPr/>
          <p:nvPr/>
        </p:nvSpPr>
        <p:spPr>
          <a:xfrm rot="813319">
            <a:off x="-1209515" y="-38479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93"/>
          <p:cNvSpPr/>
          <p:nvPr/>
        </p:nvSpPr>
        <p:spPr>
          <a:xfrm flipH="1" rot="-649760">
            <a:off x="-4004258" y="36939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42"/>
                                        </p:tgtEl>
                                        <p:attrNameLst>
                                          <p:attrName>style.visibility</p:attrName>
                                        </p:attrNameLst>
                                      </p:cBhvr>
                                      <p:to>
                                        <p:strVal val="visible"/>
                                      </p:to>
                                    </p:set>
                                    <p:animEffect filter="fade" transition="in">
                                      <p:cBhvr>
                                        <p:cTn dur="1000"/>
                                        <p:tgtEl>
                                          <p:spTgt spid="1042"/>
                                        </p:tgtEl>
                                      </p:cBhvr>
                                    </p:animEffect>
                                  </p:childTnLst>
                                </p:cTn>
                              </p:par>
                              <p:par>
                                <p:cTn fill="hold" nodeType="withEffect" presetClass="entr" presetID="10" presetSubtype="0">
                                  <p:stCondLst>
                                    <p:cond delay="0"/>
                                  </p:stCondLst>
                                  <p:childTnLst>
                                    <p:set>
                                      <p:cBhvr>
                                        <p:cTn dur="1" fill="hold">
                                          <p:stCondLst>
                                            <p:cond delay="0"/>
                                          </p:stCondLst>
                                        </p:cTn>
                                        <p:tgtEl>
                                          <p:spTgt spid="1044"/>
                                        </p:tgtEl>
                                        <p:attrNameLst>
                                          <p:attrName>style.visibility</p:attrName>
                                        </p:attrNameLst>
                                      </p:cBhvr>
                                      <p:to>
                                        <p:strVal val="visible"/>
                                      </p:to>
                                    </p:set>
                                    <p:animEffect filter="fade" transition="in">
                                      <p:cBhvr>
                                        <p:cTn dur="1000"/>
                                        <p:tgtEl>
                                          <p:spTgt spid="104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pic>
        <p:nvPicPr>
          <p:cNvPr id="1052" name="Google Shape;1052;p94"/>
          <p:cNvPicPr preferRelativeResize="0"/>
          <p:nvPr/>
        </p:nvPicPr>
        <p:blipFill rotWithShape="1">
          <a:blip r:embed="rId3">
            <a:alphaModFix/>
          </a:blip>
          <a:srcRect b="14561" l="6041" r="33971" t="13211"/>
          <a:stretch/>
        </p:blipFill>
        <p:spPr>
          <a:xfrm>
            <a:off x="2874325" y="1681575"/>
            <a:ext cx="3270676" cy="2628874"/>
          </a:xfrm>
          <a:prstGeom prst="rect">
            <a:avLst/>
          </a:prstGeom>
          <a:noFill/>
          <a:ln>
            <a:noFill/>
          </a:ln>
        </p:spPr>
      </p:pic>
      <p:sp>
        <p:nvSpPr>
          <p:cNvPr id="1053" name="Google Shape;1053;p94"/>
          <p:cNvSpPr/>
          <p:nvPr/>
        </p:nvSpPr>
        <p:spPr>
          <a:xfrm>
            <a:off x="2757832" y="1225575"/>
            <a:ext cx="3861990" cy="3655289"/>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94"/>
          <p:cNvSpPr/>
          <p:nvPr/>
        </p:nvSpPr>
        <p:spPr>
          <a:xfrm flipH="1" rot="3394465">
            <a:off x="4010984" y="3890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94"/>
          <p:cNvSpPr/>
          <p:nvPr/>
        </p:nvSpPr>
        <p:spPr>
          <a:xfrm>
            <a:off x="6800927" y="-15482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94"/>
          <p:cNvSpPr/>
          <p:nvPr/>
        </p:nvSpPr>
        <p:spPr>
          <a:xfrm rot="3952094">
            <a:off x="5912736" y="806084"/>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94"/>
          <p:cNvSpPr/>
          <p:nvPr/>
        </p:nvSpPr>
        <p:spPr>
          <a:xfrm flipH="1" rot="-649760">
            <a:off x="8009042" y="-10180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94"/>
          <p:cNvSpPr/>
          <p:nvPr/>
        </p:nvSpPr>
        <p:spPr>
          <a:xfrm rot="813319">
            <a:off x="-1543852" y="-33791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94"/>
          <p:cNvSpPr/>
          <p:nvPr/>
        </p:nvSpPr>
        <p:spPr>
          <a:xfrm rot="-10285603">
            <a:off x="-3768004" y="34480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94"/>
          <p:cNvSpPr/>
          <p:nvPr/>
        </p:nvSpPr>
        <p:spPr>
          <a:xfrm rot="-5626330">
            <a:off x="-4318807" y="751864"/>
            <a:ext cx="7826010" cy="287782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94"/>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STUDIED </a:t>
            </a:r>
            <a:r>
              <a:rPr lang="en">
                <a:solidFill>
                  <a:schemeClr val="lt1"/>
                </a:solidFill>
              </a:rPr>
              <a:t>PROFILES</a:t>
            </a:r>
            <a:endParaRPr>
              <a:solidFill>
                <a:schemeClr val="lt1"/>
              </a:solidFill>
            </a:endParaRPr>
          </a:p>
        </p:txBody>
      </p:sp>
      <p:sp>
        <p:nvSpPr>
          <p:cNvPr id="1062" name="Google Shape;1062;p94"/>
          <p:cNvSpPr txBox="1"/>
          <p:nvPr/>
        </p:nvSpPr>
        <p:spPr>
          <a:xfrm>
            <a:off x="6395075" y="3198008"/>
            <a:ext cx="196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a:t>
            </a:r>
            <a:endParaRPr sz="2000">
              <a:solidFill>
                <a:schemeClr val="dk1"/>
              </a:solidFill>
              <a:latin typeface="Kulim Park"/>
              <a:ea typeface="Kulim Park"/>
              <a:cs typeface="Kulim Park"/>
              <a:sym typeface="Kulim Park"/>
            </a:endParaRPr>
          </a:p>
        </p:txBody>
      </p:sp>
      <p:sp>
        <p:nvSpPr>
          <p:cNvPr id="1063" name="Google Shape;1063;p94"/>
          <p:cNvSpPr txBox="1"/>
          <p:nvPr/>
        </p:nvSpPr>
        <p:spPr>
          <a:xfrm>
            <a:off x="786425" y="1703625"/>
            <a:ext cx="196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064" name="Google Shape;1064;p94"/>
          <p:cNvSpPr txBox="1"/>
          <p:nvPr/>
        </p:nvSpPr>
        <p:spPr>
          <a:xfrm>
            <a:off x="6395096" y="3614824"/>
            <a:ext cx="196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and has rings</a:t>
            </a:r>
            <a:endParaRPr>
              <a:solidFill>
                <a:schemeClr val="dk1"/>
              </a:solidFill>
              <a:latin typeface="Manrope"/>
              <a:ea typeface="Manrope"/>
              <a:cs typeface="Manrope"/>
              <a:sym typeface="Manrope"/>
            </a:endParaRPr>
          </a:p>
        </p:txBody>
      </p:sp>
      <p:sp>
        <p:nvSpPr>
          <p:cNvPr id="1065" name="Google Shape;1065;p94"/>
          <p:cNvSpPr txBox="1"/>
          <p:nvPr/>
        </p:nvSpPr>
        <p:spPr>
          <a:xfrm>
            <a:off x="6395075" y="1703625"/>
            <a:ext cx="196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NEPTUNE</a:t>
            </a:r>
            <a:endParaRPr sz="2000">
              <a:solidFill>
                <a:schemeClr val="dk1"/>
              </a:solidFill>
              <a:latin typeface="Kulim Park"/>
              <a:ea typeface="Kulim Park"/>
              <a:cs typeface="Kulim Park"/>
              <a:sym typeface="Kulim Park"/>
            </a:endParaRPr>
          </a:p>
        </p:txBody>
      </p:sp>
      <p:sp>
        <p:nvSpPr>
          <p:cNvPr id="1066" name="Google Shape;1066;p94"/>
          <p:cNvSpPr txBox="1"/>
          <p:nvPr/>
        </p:nvSpPr>
        <p:spPr>
          <a:xfrm>
            <a:off x="6395118" y="2120441"/>
            <a:ext cx="196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farthest planet from the Sun</a:t>
            </a:r>
            <a:endParaRPr>
              <a:solidFill>
                <a:schemeClr val="dk1"/>
              </a:solidFill>
              <a:latin typeface="Manrope"/>
              <a:ea typeface="Manrope"/>
              <a:cs typeface="Manrope"/>
              <a:sym typeface="Manrope"/>
            </a:endParaRPr>
          </a:p>
        </p:txBody>
      </p:sp>
      <p:sp>
        <p:nvSpPr>
          <p:cNvPr id="1067" name="Google Shape;1067;p94"/>
          <p:cNvSpPr txBox="1"/>
          <p:nvPr/>
        </p:nvSpPr>
        <p:spPr>
          <a:xfrm>
            <a:off x="786468" y="2120441"/>
            <a:ext cx="196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p:txBody>
      </p:sp>
      <p:sp>
        <p:nvSpPr>
          <p:cNvPr id="1068" name="Google Shape;1068;p94"/>
          <p:cNvSpPr txBox="1"/>
          <p:nvPr/>
        </p:nvSpPr>
        <p:spPr>
          <a:xfrm>
            <a:off x="786425" y="3198009"/>
            <a:ext cx="196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069" name="Google Shape;1069;p94"/>
          <p:cNvSpPr txBox="1"/>
          <p:nvPr/>
        </p:nvSpPr>
        <p:spPr>
          <a:xfrm>
            <a:off x="786446" y="3614825"/>
            <a:ext cx="196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It’s the biggest planet in the Solar System</a:t>
            </a:r>
            <a:endParaRPr>
              <a:solidFill>
                <a:schemeClr val="dk1"/>
              </a:solidFill>
              <a:latin typeface="Manrope"/>
              <a:ea typeface="Manrope"/>
              <a:cs typeface="Manrope"/>
              <a:sym typeface="Manrop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52"/>
                                        </p:tgtEl>
                                        <p:attrNameLst>
                                          <p:attrName>style.visibility</p:attrName>
                                        </p:attrNameLst>
                                      </p:cBhvr>
                                      <p:to>
                                        <p:strVal val="visible"/>
                                      </p:to>
                                    </p:set>
                                    <p:animEffect filter="fade" transition="in">
                                      <p:cBhvr>
                                        <p:cTn dur="1000"/>
                                        <p:tgtEl>
                                          <p:spTgt spid="10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 name="Shape 1073"/>
        <p:cNvGrpSpPr/>
        <p:nvPr/>
      </p:nvGrpSpPr>
      <p:grpSpPr>
        <a:xfrm>
          <a:off x="0" y="0"/>
          <a:ext cx="0" cy="0"/>
          <a:chOff x="0" y="0"/>
          <a:chExt cx="0" cy="0"/>
        </a:xfrm>
      </p:grpSpPr>
      <p:grpSp>
        <p:nvGrpSpPr>
          <p:cNvPr id="1074" name="Google Shape;1074;p95"/>
          <p:cNvGrpSpPr/>
          <p:nvPr/>
        </p:nvGrpSpPr>
        <p:grpSpPr>
          <a:xfrm>
            <a:off x="3574679" y="1608206"/>
            <a:ext cx="5073907" cy="2702675"/>
            <a:chOff x="233350" y="949250"/>
            <a:chExt cx="7137300" cy="3802300"/>
          </a:xfrm>
        </p:grpSpPr>
        <p:sp>
          <p:nvSpPr>
            <p:cNvPr id="1075" name="Google Shape;1075;p9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9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9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9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9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9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9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9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9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9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9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9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9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9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9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9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9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9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9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9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9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9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9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9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9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9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9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9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9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9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9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9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9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9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9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9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9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9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 name="Google Shape;1126;p9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solidFill>
                  <a:schemeClr val="lt1"/>
                </a:solidFill>
              </a:rPr>
              <a:t>MAP</a:t>
            </a:r>
            <a:endParaRPr>
              <a:solidFill>
                <a:schemeClr val="lt1"/>
              </a:solidFill>
            </a:endParaRPr>
          </a:p>
        </p:txBody>
      </p:sp>
      <p:sp>
        <p:nvSpPr>
          <p:cNvPr id="1127" name="Google Shape;1127;p95"/>
          <p:cNvSpPr txBox="1"/>
          <p:nvPr/>
        </p:nvSpPr>
        <p:spPr>
          <a:xfrm>
            <a:off x="1299413" y="1713475"/>
            <a:ext cx="20358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128" name="Google Shape;1128;p95"/>
          <p:cNvSpPr txBox="1"/>
          <p:nvPr/>
        </p:nvSpPr>
        <p:spPr>
          <a:xfrm>
            <a:off x="1299458" y="2145350"/>
            <a:ext cx="20358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129" name="Google Shape;1129;p95"/>
          <p:cNvSpPr txBox="1"/>
          <p:nvPr/>
        </p:nvSpPr>
        <p:spPr>
          <a:xfrm>
            <a:off x="1299413" y="3035750"/>
            <a:ext cx="20358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130" name="Google Shape;1130;p95"/>
          <p:cNvSpPr txBox="1"/>
          <p:nvPr/>
        </p:nvSpPr>
        <p:spPr>
          <a:xfrm>
            <a:off x="1299458" y="3467625"/>
            <a:ext cx="20358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closest planet to the Sun</a:t>
            </a:r>
            <a:endParaRPr>
              <a:solidFill>
                <a:schemeClr val="dk1"/>
              </a:solidFill>
              <a:latin typeface="Manrope"/>
              <a:ea typeface="Manrope"/>
              <a:cs typeface="Manrope"/>
              <a:sym typeface="Manrope"/>
            </a:endParaRPr>
          </a:p>
        </p:txBody>
      </p:sp>
      <p:sp>
        <p:nvSpPr>
          <p:cNvPr id="1131" name="Google Shape;1131;p95"/>
          <p:cNvSpPr/>
          <p:nvPr/>
        </p:nvSpPr>
        <p:spPr>
          <a:xfrm flipH="1">
            <a:off x="654636" y="3064816"/>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5"/>
          <p:cNvSpPr/>
          <p:nvPr/>
        </p:nvSpPr>
        <p:spPr>
          <a:xfrm>
            <a:off x="741152" y="1742540"/>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5"/>
          <p:cNvSpPr/>
          <p:nvPr/>
        </p:nvSpPr>
        <p:spPr>
          <a:xfrm>
            <a:off x="4529050" y="2251810"/>
            <a:ext cx="329244" cy="29264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5"/>
          <p:cNvSpPr/>
          <p:nvPr/>
        </p:nvSpPr>
        <p:spPr>
          <a:xfrm flipH="1">
            <a:off x="4809818" y="2989162"/>
            <a:ext cx="406240" cy="29265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95"/>
          <p:cNvSpPr/>
          <p:nvPr/>
        </p:nvSpPr>
        <p:spPr>
          <a:xfrm>
            <a:off x="7463952" y="3541079"/>
            <a:ext cx="329244" cy="29264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95"/>
          <p:cNvSpPr/>
          <p:nvPr/>
        </p:nvSpPr>
        <p:spPr>
          <a:xfrm flipH="1">
            <a:off x="5751615" y="2197841"/>
            <a:ext cx="406240" cy="29265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33"/>
                                        </p:tgtEl>
                                        <p:attrNameLst>
                                          <p:attrName>style.visibility</p:attrName>
                                        </p:attrNameLst>
                                      </p:cBhvr>
                                      <p:to>
                                        <p:strVal val="visible"/>
                                      </p:to>
                                    </p:set>
                                    <p:animEffect filter="fade" transition="in">
                                      <p:cBhvr>
                                        <p:cTn dur="1000"/>
                                        <p:tgtEl>
                                          <p:spTgt spid="1133"/>
                                        </p:tgtEl>
                                      </p:cBhvr>
                                    </p:animEffect>
                                  </p:childTnLst>
                                </p:cTn>
                              </p:par>
                              <p:par>
                                <p:cTn fill="hold" nodeType="withEffect" presetClass="entr" presetID="10" presetSubtype="0">
                                  <p:stCondLst>
                                    <p:cond delay="0"/>
                                  </p:stCondLst>
                                  <p:childTnLst>
                                    <p:set>
                                      <p:cBhvr>
                                        <p:cTn dur="1" fill="hold">
                                          <p:stCondLst>
                                            <p:cond delay="0"/>
                                          </p:stCondLst>
                                        </p:cTn>
                                        <p:tgtEl>
                                          <p:spTgt spid="1134"/>
                                        </p:tgtEl>
                                        <p:attrNameLst>
                                          <p:attrName>style.visibility</p:attrName>
                                        </p:attrNameLst>
                                      </p:cBhvr>
                                      <p:to>
                                        <p:strVal val="visible"/>
                                      </p:to>
                                    </p:set>
                                    <p:animEffect filter="fade" transition="in">
                                      <p:cBhvr>
                                        <p:cTn dur="1000"/>
                                        <p:tgtEl>
                                          <p:spTgt spid="1134"/>
                                        </p:tgtEl>
                                      </p:cBhvr>
                                    </p:animEffect>
                                  </p:childTnLst>
                                </p:cTn>
                              </p:par>
                              <p:par>
                                <p:cTn fill="hold" nodeType="withEffect" presetClass="entr" presetID="10" presetSubtype="0">
                                  <p:stCondLst>
                                    <p:cond delay="0"/>
                                  </p:stCondLst>
                                  <p:childTnLst>
                                    <p:set>
                                      <p:cBhvr>
                                        <p:cTn dur="1" fill="hold">
                                          <p:stCondLst>
                                            <p:cond delay="0"/>
                                          </p:stCondLst>
                                        </p:cTn>
                                        <p:tgtEl>
                                          <p:spTgt spid="1135"/>
                                        </p:tgtEl>
                                        <p:attrNameLst>
                                          <p:attrName>style.visibility</p:attrName>
                                        </p:attrNameLst>
                                      </p:cBhvr>
                                      <p:to>
                                        <p:strVal val="visible"/>
                                      </p:to>
                                    </p:set>
                                    <p:animEffect filter="fade" transition="in">
                                      <p:cBhvr>
                                        <p:cTn dur="1000"/>
                                        <p:tgtEl>
                                          <p:spTgt spid="1135"/>
                                        </p:tgtEl>
                                      </p:cBhvr>
                                    </p:animEffect>
                                  </p:childTnLst>
                                </p:cTn>
                              </p:par>
                              <p:par>
                                <p:cTn fill="hold" nodeType="withEffect" presetClass="entr" presetID="10" presetSubtype="0">
                                  <p:stCondLst>
                                    <p:cond delay="0"/>
                                  </p:stCondLst>
                                  <p:childTnLst>
                                    <p:set>
                                      <p:cBhvr>
                                        <p:cTn dur="1" fill="hold">
                                          <p:stCondLst>
                                            <p:cond delay="0"/>
                                          </p:stCondLst>
                                        </p:cTn>
                                        <p:tgtEl>
                                          <p:spTgt spid="1136"/>
                                        </p:tgtEl>
                                        <p:attrNameLst>
                                          <p:attrName>style.visibility</p:attrName>
                                        </p:attrNameLst>
                                      </p:cBhvr>
                                      <p:to>
                                        <p:strVal val="visible"/>
                                      </p:to>
                                    </p:set>
                                    <p:animEffect filter="fade" transition="in">
                                      <p:cBhvr>
                                        <p:cTn dur="1000"/>
                                        <p:tgtEl>
                                          <p:spTgt spid="11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96"/>
          <p:cNvSpPr/>
          <p:nvPr/>
        </p:nvSpPr>
        <p:spPr>
          <a:xfrm>
            <a:off x="5997925" y="509647"/>
            <a:ext cx="2057932" cy="148253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6"/>
          <p:cNvSpPr txBox="1"/>
          <p:nvPr>
            <p:ph type="title"/>
          </p:nvPr>
        </p:nvSpPr>
        <p:spPr>
          <a:xfrm>
            <a:off x="1309450" y="2081675"/>
            <a:ext cx="6746400" cy="161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PRODUCT </a:t>
            </a:r>
            <a:endParaRPr/>
          </a:p>
          <a:p>
            <a:pPr indent="0" lvl="0" marL="0" rtl="0" algn="l">
              <a:spcBef>
                <a:spcPts val="0"/>
              </a:spcBef>
              <a:spcAft>
                <a:spcPts val="0"/>
              </a:spcAft>
              <a:buNone/>
            </a:pPr>
            <a:r>
              <a:rPr lang="en">
                <a:solidFill>
                  <a:schemeClr val="lt1"/>
                </a:solidFill>
              </a:rPr>
              <a:t>WE HAVE</a:t>
            </a:r>
            <a:endParaRPr>
              <a:solidFill>
                <a:schemeClr val="lt1"/>
              </a:solidFill>
            </a:endParaRPr>
          </a:p>
        </p:txBody>
      </p:sp>
      <p:sp>
        <p:nvSpPr>
          <p:cNvPr id="1143" name="Google Shape;1143;p96"/>
          <p:cNvSpPr txBox="1"/>
          <p:nvPr>
            <p:ph idx="2" type="title"/>
          </p:nvPr>
        </p:nvSpPr>
        <p:spPr>
          <a:xfrm>
            <a:off x="6066050" y="691889"/>
            <a:ext cx="1498200" cy="112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44" name="Google Shape;1144;p96"/>
          <p:cNvSpPr txBox="1"/>
          <p:nvPr>
            <p:ph idx="1" type="subTitle"/>
          </p:nvPr>
        </p:nvSpPr>
        <p:spPr>
          <a:xfrm>
            <a:off x="1309450" y="3731250"/>
            <a:ext cx="6746400" cy="71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142"/>
                                        </p:tgtEl>
                                        <p:attrNameLst>
                                          <p:attrName>style.visibility</p:attrName>
                                        </p:attrNameLst>
                                      </p:cBhvr>
                                      <p:to>
                                        <p:strVal val="visible"/>
                                      </p:to>
                                    </p:set>
                                    <p:anim calcmode="lin" valueType="num">
                                      <p:cBhvr additive="base">
                                        <p:cTn dur="1000"/>
                                        <p:tgtEl>
                                          <p:spTgt spid="114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8" name="Shape 1148"/>
        <p:cNvGrpSpPr/>
        <p:nvPr/>
      </p:nvGrpSpPr>
      <p:grpSpPr>
        <a:xfrm>
          <a:off x="0" y="0"/>
          <a:ext cx="0" cy="0"/>
          <a:chOff x="0" y="0"/>
          <a:chExt cx="0" cy="0"/>
        </a:xfrm>
      </p:grpSpPr>
      <p:sp>
        <p:nvSpPr>
          <p:cNvPr id="1149" name="Google Shape;1149;p97"/>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150" name="Google Shape;1150;p97"/>
          <p:cNvSpPr txBox="1"/>
          <p:nvPr>
            <p:ph type="title"/>
          </p:nvPr>
        </p:nvSpPr>
        <p:spPr>
          <a:xfrm>
            <a:off x="72107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51" name="Google Shape;1151;p97"/>
          <p:cNvSpPr txBox="1"/>
          <p:nvPr>
            <p:ph idx="1" type="subTitle"/>
          </p:nvPr>
        </p:nvSpPr>
        <p:spPr>
          <a:xfrm>
            <a:off x="72112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152" name="Google Shape;1152;p97"/>
          <p:cNvSpPr txBox="1"/>
          <p:nvPr>
            <p:ph idx="2" type="title"/>
          </p:nvPr>
        </p:nvSpPr>
        <p:spPr>
          <a:xfrm>
            <a:off x="72107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53" name="Google Shape;1153;p97"/>
          <p:cNvSpPr txBox="1"/>
          <p:nvPr>
            <p:ph idx="3" type="subTitle"/>
          </p:nvPr>
        </p:nvSpPr>
        <p:spPr>
          <a:xfrm>
            <a:off x="72110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and a gas giant</a:t>
            </a:r>
            <a:endParaRPr/>
          </a:p>
        </p:txBody>
      </p:sp>
      <p:sp>
        <p:nvSpPr>
          <p:cNvPr id="1154" name="Google Shape;1154;p97"/>
          <p:cNvSpPr txBox="1"/>
          <p:nvPr>
            <p:ph idx="4" type="title"/>
          </p:nvPr>
        </p:nvSpPr>
        <p:spPr>
          <a:xfrm>
            <a:off x="345837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55" name="Google Shape;1155;p97"/>
          <p:cNvSpPr txBox="1"/>
          <p:nvPr>
            <p:ph idx="5" type="subTitle"/>
          </p:nvPr>
        </p:nvSpPr>
        <p:spPr>
          <a:xfrm>
            <a:off x="345842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a:t>
            </a:r>
            <a:r>
              <a:rPr lang="en"/>
              <a:t>planet </a:t>
            </a:r>
            <a:r>
              <a:rPr lang="en"/>
              <a:t>from the Sun</a:t>
            </a:r>
            <a:endParaRPr/>
          </a:p>
        </p:txBody>
      </p:sp>
      <p:sp>
        <p:nvSpPr>
          <p:cNvPr id="1156" name="Google Shape;1156;p97"/>
          <p:cNvSpPr txBox="1"/>
          <p:nvPr>
            <p:ph idx="6" type="title"/>
          </p:nvPr>
        </p:nvSpPr>
        <p:spPr>
          <a:xfrm>
            <a:off x="345837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57" name="Google Shape;1157;p97"/>
          <p:cNvSpPr txBox="1"/>
          <p:nvPr>
            <p:ph idx="7" type="subTitle"/>
          </p:nvPr>
        </p:nvSpPr>
        <p:spPr>
          <a:xfrm>
            <a:off x="345840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58" name="Google Shape;1158;p97"/>
          <p:cNvSpPr txBox="1"/>
          <p:nvPr>
            <p:ph idx="8" type="title"/>
          </p:nvPr>
        </p:nvSpPr>
        <p:spPr>
          <a:xfrm>
            <a:off x="619572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59" name="Google Shape;1159;p97"/>
          <p:cNvSpPr txBox="1"/>
          <p:nvPr>
            <p:ph idx="9" type="subTitle"/>
          </p:nvPr>
        </p:nvSpPr>
        <p:spPr>
          <a:xfrm>
            <a:off x="619577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160" name="Google Shape;1160;p97"/>
          <p:cNvSpPr txBox="1"/>
          <p:nvPr>
            <p:ph idx="13" type="title"/>
          </p:nvPr>
        </p:nvSpPr>
        <p:spPr>
          <a:xfrm>
            <a:off x="619572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61" name="Google Shape;1161;p97"/>
          <p:cNvSpPr txBox="1"/>
          <p:nvPr>
            <p:ph idx="14" type="subTitle"/>
          </p:nvPr>
        </p:nvSpPr>
        <p:spPr>
          <a:xfrm>
            <a:off x="619575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grpSp>
        <p:nvGrpSpPr>
          <p:cNvPr id="1162" name="Google Shape;1162;p97"/>
          <p:cNvGrpSpPr/>
          <p:nvPr/>
        </p:nvGrpSpPr>
        <p:grpSpPr>
          <a:xfrm>
            <a:off x="7079014" y="3263005"/>
            <a:ext cx="494498" cy="490388"/>
            <a:chOff x="4769607" y="2317167"/>
            <a:chExt cx="343855" cy="340997"/>
          </a:xfrm>
        </p:grpSpPr>
        <p:sp>
          <p:nvSpPr>
            <p:cNvPr id="1163" name="Google Shape;1163;p97"/>
            <p:cNvSpPr/>
            <p:nvPr/>
          </p:nvSpPr>
          <p:spPr>
            <a:xfrm>
              <a:off x="4922057" y="2408855"/>
              <a:ext cx="99717" cy="99749"/>
            </a:xfrm>
            <a:custGeom>
              <a:rect b="b" l="l" r="r" t="t"/>
              <a:pathLst>
                <a:path extrusionOk="0" h="3106" w="3105">
                  <a:moveTo>
                    <a:pt x="1963" y="714"/>
                  </a:moveTo>
                  <a:cubicBezTo>
                    <a:pt x="2052" y="768"/>
                    <a:pt x="2141" y="821"/>
                    <a:pt x="2213" y="893"/>
                  </a:cubicBezTo>
                  <a:cubicBezTo>
                    <a:pt x="2391" y="1071"/>
                    <a:pt x="2480" y="1303"/>
                    <a:pt x="2480" y="1553"/>
                  </a:cubicBezTo>
                  <a:cubicBezTo>
                    <a:pt x="2480" y="1803"/>
                    <a:pt x="2391" y="2035"/>
                    <a:pt x="2213" y="2213"/>
                  </a:cubicBezTo>
                  <a:cubicBezTo>
                    <a:pt x="2150" y="2276"/>
                    <a:pt x="2070" y="2307"/>
                    <a:pt x="1990" y="2307"/>
                  </a:cubicBezTo>
                  <a:cubicBezTo>
                    <a:pt x="1909" y="2307"/>
                    <a:pt x="1829" y="2276"/>
                    <a:pt x="1767" y="2213"/>
                  </a:cubicBezTo>
                  <a:cubicBezTo>
                    <a:pt x="1713" y="2160"/>
                    <a:pt x="1677" y="2088"/>
                    <a:pt x="1677" y="1999"/>
                  </a:cubicBezTo>
                  <a:cubicBezTo>
                    <a:pt x="1677" y="1910"/>
                    <a:pt x="1713" y="1839"/>
                    <a:pt x="1767" y="1785"/>
                  </a:cubicBezTo>
                  <a:cubicBezTo>
                    <a:pt x="2052" y="1500"/>
                    <a:pt x="2123" y="1071"/>
                    <a:pt x="1963" y="714"/>
                  </a:cubicBezTo>
                  <a:close/>
                  <a:moveTo>
                    <a:pt x="1106" y="804"/>
                  </a:moveTo>
                  <a:cubicBezTo>
                    <a:pt x="1196" y="804"/>
                    <a:pt x="1267" y="839"/>
                    <a:pt x="1338" y="893"/>
                  </a:cubicBezTo>
                  <a:cubicBezTo>
                    <a:pt x="1463" y="1018"/>
                    <a:pt x="1463" y="1214"/>
                    <a:pt x="1338" y="1339"/>
                  </a:cubicBezTo>
                  <a:cubicBezTo>
                    <a:pt x="1160" y="1517"/>
                    <a:pt x="1053" y="1749"/>
                    <a:pt x="1053" y="1999"/>
                  </a:cubicBezTo>
                  <a:cubicBezTo>
                    <a:pt x="1053" y="2142"/>
                    <a:pt x="1088" y="2285"/>
                    <a:pt x="1142" y="2392"/>
                  </a:cubicBezTo>
                  <a:cubicBezTo>
                    <a:pt x="1053" y="2356"/>
                    <a:pt x="964" y="2302"/>
                    <a:pt x="892" y="2213"/>
                  </a:cubicBezTo>
                  <a:cubicBezTo>
                    <a:pt x="714" y="2035"/>
                    <a:pt x="625" y="1803"/>
                    <a:pt x="625" y="1553"/>
                  </a:cubicBezTo>
                  <a:cubicBezTo>
                    <a:pt x="625" y="1303"/>
                    <a:pt x="714" y="1071"/>
                    <a:pt x="892" y="893"/>
                  </a:cubicBezTo>
                  <a:cubicBezTo>
                    <a:pt x="946" y="839"/>
                    <a:pt x="1035" y="804"/>
                    <a:pt x="1106" y="804"/>
                  </a:cubicBezTo>
                  <a:close/>
                  <a:moveTo>
                    <a:pt x="1552" y="1"/>
                  </a:moveTo>
                  <a:cubicBezTo>
                    <a:pt x="1160" y="1"/>
                    <a:pt x="767" y="161"/>
                    <a:pt x="482" y="429"/>
                  </a:cubicBezTo>
                  <a:cubicBezTo>
                    <a:pt x="482" y="429"/>
                    <a:pt x="464" y="447"/>
                    <a:pt x="446" y="465"/>
                  </a:cubicBezTo>
                  <a:cubicBezTo>
                    <a:pt x="161" y="750"/>
                    <a:pt x="0" y="1143"/>
                    <a:pt x="0" y="1553"/>
                  </a:cubicBezTo>
                  <a:cubicBezTo>
                    <a:pt x="0" y="1981"/>
                    <a:pt x="161" y="2356"/>
                    <a:pt x="446" y="2659"/>
                  </a:cubicBezTo>
                  <a:cubicBezTo>
                    <a:pt x="749" y="2945"/>
                    <a:pt x="1142" y="3105"/>
                    <a:pt x="1552" y="3105"/>
                  </a:cubicBezTo>
                  <a:cubicBezTo>
                    <a:pt x="1963" y="3105"/>
                    <a:pt x="2355" y="2945"/>
                    <a:pt x="2659" y="2659"/>
                  </a:cubicBezTo>
                  <a:cubicBezTo>
                    <a:pt x="2944" y="2356"/>
                    <a:pt x="3105" y="1981"/>
                    <a:pt x="3105" y="1553"/>
                  </a:cubicBezTo>
                  <a:cubicBezTo>
                    <a:pt x="3105" y="1143"/>
                    <a:pt x="2944" y="750"/>
                    <a:pt x="2659" y="465"/>
                  </a:cubicBezTo>
                  <a:cubicBezTo>
                    <a:pt x="2355" y="161"/>
                    <a:pt x="1963"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7"/>
            <p:cNvSpPr/>
            <p:nvPr/>
          </p:nvSpPr>
          <p:spPr>
            <a:xfrm>
              <a:off x="4769607" y="2317167"/>
              <a:ext cx="343855" cy="340997"/>
            </a:xfrm>
            <a:custGeom>
              <a:rect b="b" l="l" r="r" t="t"/>
              <a:pathLst>
                <a:path extrusionOk="0" h="10618" w="10707">
                  <a:moveTo>
                    <a:pt x="6514" y="625"/>
                  </a:moveTo>
                  <a:cubicBezTo>
                    <a:pt x="6763" y="625"/>
                    <a:pt x="6995" y="715"/>
                    <a:pt x="7174" y="893"/>
                  </a:cubicBezTo>
                  <a:lnTo>
                    <a:pt x="9814" y="3534"/>
                  </a:lnTo>
                  <a:cubicBezTo>
                    <a:pt x="9993" y="3712"/>
                    <a:pt x="10100" y="3944"/>
                    <a:pt x="10100" y="4194"/>
                  </a:cubicBezTo>
                  <a:cubicBezTo>
                    <a:pt x="10100" y="4444"/>
                    <a:pt x="9993" y="4676"/>
                    <a:pt x="9814" y="4854"/>
                  </a:cubicBezTo>
                  <a:lnTo>
                    <a:pt x="7834" y="6835"/>
                  </a:lnTo>
                  <a:cubicBezTo>
                    <a:pt x="7316" y="7370"/>
                    <a:pt x="6603" y="7655"/>
                    <a:pt x="5853" y="7655"/>
                  </a:cubicBezTo>
                  <a:cubicBezTo>
                    <a:pt x="5104" y="7655"/>
                    <a:pt x="4408" y="7370"/>
                    <a:pt x="3873" y="6835"/>
                  </a:cubicBezTo>
                  <a:cubicBezTo>
                    <a:pt x="3355" y="6299"/>
                    <a:pt x="3052" y="5603"/>
                    <a:pt x="3052" y="4854"/>
                  </a:cubicBezTo>
                  <a:cubicBezTo>
                    <a:pt x="3052" y="4105"/>
                    <a:pt x="3355" y="3409"/>
                    <a:pt x="3873" y="2874"/>
                  </a:cubicBezTo>
                  <a:lnTo>
                    <a:pt x="5853" y="893"/>
                  </a:lnTo>
                  <a:cubicBezTo>
                    <a:pt x="6032" y="715"/>
                    <a:pt x="6264" y="625"/>
                    <a:pt x="6514" y="625"/>
                  </a:cubicBezTo>
                  <a:close/>
                  <a:moveTo>
                    <a:pt x="3230" y="7049"/>
                  </a:moveTo>
                  <a:cubicBezTo>
                    <a:pt x="3373" y="7209"/>
                    <a:pt x="3516" y="7352"/>
                    <a:pt x="3677" y="7477"/>
                  </a:cubicBezTo>
                  <a:lnTo>
                    <a:pt x="2784" y="8369"/>
                  </a:lnTo>
                  <a:lnTo>
                    <a:pt x="2356" y="7923"/>
                  </a:lnTo>
                  <a:lnTo>
                    <a:pt x="3230" y="7049"/>
                  </a:lnTo>
                  <a:close/>
                  <a:moveTo>
                    <a:pt x="1910" y="8369"/>
                  </a:moveTo>
                  <a:lnTo>
                    <a:pt x="2356" y="8797"/>
                  </a:lnTo>
                  <a:lnTo>
                    <a:pt x="1910" y="9243"/>
                  </a:lnTo>
                  <a:lnTo>
                    <a:pt x="1464" y="8797"/>
                  </a:lnTo>
                  <a:lnTo>
                    <a:pt x="1910" y="8369"/>
                  </a:lnTo>
                  <a:close/>
                  <a:moveTo>
                    <a:pt x="1036" y="9243"/>
                  </a:moveTo>
                  <a:lnTo>
                    <a:pt x="1464" y="9689"/>
                  </a:lnTo>
                  <a:lnTo>
                    <a:pt x="1250" y="9904"/>
                  </a:lnTo>
                  <a:cubicBezTo>
                    <a:pt x="1187" y="9966"/>
                    <a:pt x="1107" y="9997"/>
                    <a:pt x="1027" y="9997"/>
                  </a:cubicBezTo>
                  <a:cubicBezTo>
                    <a:pt x="947" y="9997"/>
                    <a:pt x="866" y="9966"/>
                    <a:pt x="804" y="9904"/>
                  </a:cubicBezTo>
                  <a:cubicBezTo>
                    <a:pt x="697" y="9779"/>
                    <a:pt x="697" y="9582"/>
                    <a:pt x="804" y="9457"/>
                  </a:cubicBezTo>
                  <a:lnTo>
                    <a:pt x="1036" y="9243"/>
                  </a:lnTo>
                  <a:close/>
                  <a:moveTo>
                    <a:pt x="6514" y="1"/>
                  </a:moveTo>
                  <a:cubicBezTo>
                    <a:pt x="6103" y="1"/>
                    <a:pt x="5711" y="161"/>
                    <a:pt x="5425" y="447"/>
                  </a:cubicBezTo>
                  <a:lnTo>
                    <a:pt x="3445" y="2427"/>
                  </a:lnTo>
                  <a:cubicBezTo>
                    <a:pt x="2802" y="3088"/>
                    <a:pt x="2445" y="3944"/>
                    <a:pt x="2445" y="4854"/>
                  </a:cubicBezTo>
                  <a:cubicBezTo>
                    <a:pt x="2445" y="5443"/>
                    <a:pt x="2588" y="6014"/>
                    <a:pt x="2874" y="6513"/>
                  </a:cubicBezTo>
                  <a:lnTo>
                    <a:pt x="376" y="9029"/>
                  </a:lnTo>
                  <a:cubicBezTo>
                    <a:pt x="1" y="9386"/>
                    <a:pt x="1" y="9975"/>
                    <a:pt x="376" y="10350"/>
                  </a:cubicBezTo>
                  <a:cubicBezTo>
                    <a:pt x="554" y="10528"/>
                    <a:pt x="790" y="10617"/>
                    <a:pt x="1029" y="10617"/>
                  </a:cubicBezTo>
                  <a:cubicBezTo>
                    <a:pt x="1268" y="10617"/>
                    <a:pt x="1509" y="10528"/>
                    <a:pt x="1696" y="10350"/>
                  </a:cubicBezTo>
                  <a:lnTo>
                    <a:pt x="4194" y="7834"/>
                  </a:lnTo>
                  <a:cubicBezTo>
                    <a:pt x="4711" y="8137"/>
                    <a:pt x="5282" y="8280"/>
                    <a:pt x="5853" y="8280"/>
                  </a:cubicBezTo>
                  <a:cubicBezTo>
                    <a:pt x="6728" y="8280"/>
                    <a:pt x="7620" y="7941"/>
                    <a:pt x="8280" y="7281"/>
                  </a:cubicBezTo>
                  <a:lnTo>
                    <a:pt x="10260" y="5300"/>
                  </a:lnTo>
                  <a:cubicBezTo>
                    <a:pt x="10546" y="4997"/>
                    <a:pt x="10707" y="4604"/>
                    <a:pt x="10707" y="4194"/>
                  </a:cubicBezTo>
                  <a:cubicBezTo>
                    <a:pt x="10707" y="3784"/>
                    <a:pt x="10546" y="3391"/>
                    <a:pt x="10260" y="3088"/>
                  </a:cubicBezTo>
                  <a:lnTo>
                    <a:pt x="7620" y="447"/>
                  </a:lnTo>
                  <a:cubicBezTo>
                    <a:pt x="7334" y="161"/>
                    <a:pt x="6942" y="1"/>
                    <a:pt x="65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97"/>
          <p:cNvGrpSpPr/>
          <p:nvPr/>
        </p:nvGrpSpPr>
        <p:grpSpPr>
          <a:xfrm rot="-664625">
            <a:off x="7080995" y="1339781"/>
            <a:ext cx="490339" cy="490385"/>
            <a:chOff x="4029870" y="2317167"/>
            <a:chExt cx="340965" cy="340997"/>
          </a:xfrm>
        </p:grpSpPr>
        <p:sp>
          <p:nvSpPr>
            <p:cNvPr id="1166" name="Google Shape;1166;p97"/>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7"/>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97"/>
          <p:cNvGrpSpPr/>
          <p:nvPr/>
        </p:nvGrpSpPr>
        <p:grpSpPr>
          <a:xfrm rot="757459">
            <a:off x="4384845" y="3263013"/>
            <a:ext cx="374179" cy="490376"/>
            <a:chOff x="3327900" y="2317167"/>
            <a:chExt cx="260196" cy="340997"/>
          </a:xfrm>
        </p:grpSpPr>
        <p:sp>
          <p:nvSpPr>
            <p:cNvPr id="1169" name="Google Shape;1169;p97"/>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7"/>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97"/>
          <p:cNvSpPr/>
          <p:nvPr/>
        </p:nvSpPr>
        <p:spPr>
          <a:xfrm>
            <a:off x="1534791" y="1339702"/>
            <a:ext cx="496139" cy="490551"/>
          </a:xfrm>
          <a:custGeom>
            <a:rect b="b" l="l" r="r" t="t"/>
            <a:pathLst>
              <a:path extrusionOk="0" h="10622" w="10743">
                <a:moveTo>
                  <a:pt x="7176" y="620"/>
                </a:moveTo>
                <a:cubicBezTo>
                  <a:pt x="7334" y="620"/>
                  <a:pt x="7495" y="683"/>
                  <a:pt x="7620" y="808"/>
                </a:cubicBezTo>
                <a:lnTo>
                  <a:pt x="9814" y="3002"/>
                </a:lnTo>
                <a:cubicBezTo>
                  <a:pt x="10064" y="3252"/>
                  <a:pt x="10064" y="3645"/>
                  <a:pt x="9814" y="3895"/>
                </a:cubicBezTo>
                <a:cubicBezTo>
                  <a:pt x="9698" y="4011"/>
                  <a:pt x="9542" y="4069"/>
                  <a:pt x="9384" y="4069"/>
                </a:cubicBezTo>
                <a:cubicBezTo>
                  <a:pt x="9226" y="4069"/>
                  <a:pt x="9065" y="4011"/>
                  <a:pt x="8940" y="3895"/>
                </a:cubicBezTo>
                <a:lnTo>
                  <a:pt x="6745" y="1682"/>
                </a:lnTo>
                <a:cubicBezTo>
                  <a:pt x="6496" y="1450"/>
                  <a:pt x="6496" y="1058"/>
                  <a:pt x="6745" y="808"/>
                </a:cubicBezTo>
                <a:cubicBezTo>
                  <a:pt x="6861" y="683"/>
                  <a:pt x="7018" y="620"/>
                  <a:pt x="7176" y="620"/>
                </a:cubicBezTo>
                <a:close/>
                <a:moveTo>
                  <a:pt x="5856" y="1941"/>
                </a:moveTo>
                <a:cubicBezTo>
                  <a:pt x="6014" y="1941"/>
                  <a:pt x="6174" y="2003"/>
                  <a:pt x="6299" y="2128"/>
                </a:cubicBezTo>
                <a:lnTo>
                  <a:pt x="8494" y="4323"/>
                </a:lnTo>
                <a:cubicBezTo>
                  <a:pt x="8744" y="4573"/>
                  <a:pt x="8744" y="4965"/>
                  <a:pt x="8494" y="5215"/>
                </a:cubicBezTo>
                <a:cubicBezTo>
                  <a:pt x="8378" y="5331"/>
                  <a:pt x="8222" y="5389"/>
                  <a:pt x="8064" y="5389"/>
                </a:cubicBezTo>
                <a:cubicBezTo>
                  <a:pt x="7905" y="5389"/>
                  <a:pt x="7745" y="5331"/>
                  <a:pt x="7620" y="5215"/>
                </a:cubicBezTo>
                <a:lnTo>
                  <a:pt x="5425" y="3002"/>
                </a:lnTo>
                <a:cubicBezTo>
                  <a:pt x="5175" y="2771"/>
                  <a:pt x="5175" y="2378"/>
                  <a:pt x="5425" y="2128"/>
                </a:cubicBezTo>
                <a:cubicBezTo>
                  <a:pt x="5541" y="2003"/>
                  <a:pt x="5697" y="1941"/>
                  <a:pt x="5856" y="1941"/>
                </a:cubicBezTo>
                <a:close/>
                <a:moveTo>
                  <a:pt x="4542" y="3261"/>
                </a:moveTo>
                <a:cubicBezTo>
                  <a:pt x="4702" y="3261"/>
                  <a:pt x="4863" y="3324"/>
                  <a:pt x="4979" y="3449"/>
                </a:cubicBezTo>
                <a:lnTo>
                  <a:pt x="7174" y="5643"/>
                </a:lnTo>
                <a:cubicBezTo>
                  <a:pt x="7423" y="5893"/>
                  <a:pt x="7423" y="6286"/>
                  <a:pt x="7174" y="6517"/>
                </a:cubicBezTo>
                <a:cubicBezTo>
                  <a:pt x="7058" y="6642"/>
                  <a:pt x="6902" y="6705"/>
                  <a:pt x="6743" y="6705"/>
                </a:cubicBezTo>
                <a:cubicBezTo>
                  <a:pt x="6585" y="6705"/>
                  <a:pt x="6424" y="6642"/>
                  <a:pt x="6299" y="6517"/>
                </a:cubicBezTo>
                <a:lnTo>
                  <a:pt x="4105" y="4323"/>
                </a:lnTo>
                <a:cubicBezTo>
                  <a:pt x="3855" y="4091"/>
                  <a:pt x="3855" y="3698"/>
                  <a:pt x="4105" y="3449"/>
                </a:cubicBezTo>
                <a:cubicBezTo>
                  <a:pt x="4221" y="3324"/>
                  <a:pt x="4381" y="3261"/>
                  <a:pt x="4542" y="3261"/>
                </a:cubicBezTo>
                <a:close/>
                <a:moveTo>
                  <a:pt x="3228" y="4582"/>
                </a:moveTo>
                <a:cubicBezTo>
                  <a:pt x="3387" y="4582"/>
                  <a:pt x="3543" y="4644"/>
                  <a:pt x="3659" y="4769"/>
                </a:cubicBezTo>
                <a:lnTo>
                  <a:pt x="5853" y="6964"/>
                </a:lnTo>
                <a:cubicBezTo>
                  <a:pt x="6103" y="7213"/>
                  <a:pt x="6103" y="7606"/>
                  <a:pt x="5853" y="7838"/>
                </a:cubicBezTo>
                <a:cubicBezTo>
                  <a:pt x="5737" y="7963"/>
                  <a:pt x="5581" y="8025"/>
                  <a:pt x="5423" y="8025"/>
                </a:cubicBezTo>
                <a:cubicBezTo>
                  <a:pt x="5265" y="8025"/>
                  <a:pt x="5104" y="7963"/>
                  <a:pt x="4979" y="7838"/>
                </a:cubicBezTo>
                <a:lnTo>
                  <a:pt x="2784" y="5643"/>
                </a:lnTo>
                <a:cubicBezTo>
                  <a:pt x="2535" y="5411"/>
                  <a:pt x="2535" y="5001"/>
                  <a:pt x="2784" y="4769"/>
                </a:cubicBezTo>
                <a:cubicBezTo>
                  <a:pt x="2909" y="4644"/>
                  <a:pt x="3070" y="4582"/>
                  <a:pt x="3228" y="4582"/>
                </a:cubicBezTo>
                <a:close/>
                <a:moveTo>
                  <a:pt x="7176" y="0"/>
                </a:moveTo>
                <a:cubicBezTo>
                  <a:pt x="6857" y="0"/>
                  <a:pt x="6540" y="121"/>
                  <a:pt x="6299" y="362"/>
                </a:cubicBezTo>
                <a:cubicBezTo>
                  <a:pt x="6032" y="629"/>
                  <a:pt x="5925" y="986"/>
                  <a:pt x="5943" y="1325"/>
                </a:cubicBezTo>
                <a:cubicBezTo>
                  <a:pt x="5921" y="1324"/>
                  <a:pt x="5900" y="1324"/>
                  <a:pt x="5879" y="1324"/>
                </a:cubicBezTo>
                <a:cubicBezTo>
                  <a:pt x="5559" y="1324"/>
                  <a:pt x="5230" y="1448"/>
                  <a:pt x="4979" y="1682"/>
                </a:cubicBezTo>
                <a:cubicBezTo>
                  <a:pt x="4711" y="1950"/>
                  <a:pt x="4604" y="2307"/>
                  <a:pt x="4622" y="2646"/>
                </a:cubicBezTo>
                <a:cubicBezTo>
                  <a:pt x="4601" y="2644"/>
                  <a:pt x="4580" y="2644"/>
                  <a:pt x="4558" y="2644"/>
                </a:cubicBezTo>
                <a:cubicBezTo>
                  <a:pt x="4239" y="2644"/>
                  <a:pt x="3910" y="2768"/>
                  <a:pt x="3659" y="3002"/>
                </a:cubicBezTo>
                <a:cubicBezTo>
                  <a:pt x="3391" y="3270"/>
                  <a:pt x="3284" y="3627"/>
                  <a:pt x="3302" y="3966"/>
                </a:cubicBezTo>
                <a:cubicBezTo>
                  <a:pt x="3281" y="3965"/>
                  <a:pt x="3259" y="3964"/>
                  <a:pt x="3238" y="3964"/>
                </a:cubicBezTo>
                <a:cubicBezTo>
                  <a:pt x="2918" y="3964"/>
                  <a:pt x="2589" y="4089"/>
                  <a:pt x="2338" y="4323"/>
                </a:cubicBezTo>
                <a:cubicBezTo>
                  <a:pt x="1857" y="4805"/>
                  <a:pt x="1857" y="5607"/>
                  <a:pt x="2338" y="6089"/>
                </a:cubicBezTo>
                <a:lnTo>
                  <a:pt x="3230" y="6964"/>
                </a:lnTo>
                <a:lnTo>
                  <a:pt x="1" y="10175"/>
                </a:lnTo>
                <a:lnTo>
                  <a:pt x="447" y="10621"/>
                </a:lnTo>
                <a:lnTo>
                  <a:pt x="3659" y="7410"/>
                </a:lnTo>
                <a:lnTo>
                  <a:pt x="4551" y="8284"/>
                </a:lnTo>
                <a:cubicBezTo>
                  <a:pt x="4792" y="8525"/>
                  <a:pt x="5108" y="8645"/>
                  <a:pt x="5425" y="8645"/>
                </a:cubicBezTo>
                <a:cubicBezTo>
                  <a:pt x="5742" y="8645"/>
                  <a:pt x="6059" y="8525"/>
                  <a:pt x="6299" y="8284"/>
                </a:cubicBezTo>
                <a:cubicBezTo>
                  <a:pt x="6567" y="8016"/>
                  <a:pt x="6692" y="7677"/>
                  <a:pt x="6656" y="7320"/>
                </a:cubicBezTo>
                <a:lnTo>
                  <a:pt x="6656" y="7320"/>
                </a:lnTo>
                <a:cubicBezTo>
                  <a:pt x="6694" y="7324"/>
                  <a:pt x="6732" y="7326"/>
                  <a:pt x="6770" y="7326"/>
                </a:cubicBezTo>
                <a:cubicBezTo>
                  <a:pt x="7099" y="7326"/>
                  <a:pt x="7395" y="7188"/>
                  <a:pt x="7620" y="6964"/>
                </a:cubicBezTo>
                <a:cubicBezTo>
                  <a:pt x="7887" y="6696"/>
                  <a:pt x="8012" y="6357"/>
                  <a:pt x="7977" y="6000"/>
                </a:cubicBezTo>
                <a:lnTo>
                  <a:pt x="7977" y="6000"/>
                </a:lnTo>
                <a:cubicBezTo>
                  <a:pt x="8013" y="6004"/>
                  <a:pt x="8049" y="6005"/>
                  <a:pt x="8086" y="6005"/>
                </a:cubicBezTo>
                <a:cubicBezTo>
                  <a:pt x="8405" y="6005"/>
                  <a:pt x="8716" y="5867"/>
                  <a:pt x="8940" y="5643"/>
                </a:cubicBezTo>
                <a:cubicBezTo>
                  <a:pt x="9208" y="5376"/>
                  <a:pt x="9315" y="5037"/>
                  <a:pt x="9297" y="4680"/>
                </a:cubicBezTo>
                <a:lnTo>
                  <a:pt x="9297" y="4680"/>
                </a:lnTo>
                <a:cubicBezTo>
                  <a:pt x="9333" y="4683"/>
                  <a:pt x="9370" y="4685"/>
                  <a:pt x="9406" y="4685"/>
                </a:cubicBezTo>
                <a:cubicBezTo>
                  <a:pt x="9726" y="4685"/>
                  <a:pt x="10036" y="4547"/>
                  <a:pt x="10260" y="4323"/>
                </a:cubicBezTo>
                <a:cubicBezTo>
                  <a:pt x="10742" y="3841"/>
                  <a:pt x="10742" y="3056"/>
                  <a:pt x="10260" y="2574"/>
                </a:cubicBezTo>
                <a:lnTo>
                  <a:pt x="9386" y="1682"/>
                </a:lnTo>
                <a:lnTo>
                  <a:pt x="10046" y="1022"/>
                </a:lnTo>
                <a:lnTo>
                  <a:pt x="9600" y="594"/>
                </a:lnTo>
                <a:lnTo>
                  <a:pt x="8940" y="1254"/>
                </a:lnTo>
                <a:lnTo>
                  <a:pt x="8066" y="362"/>
                </a:lnTo>
                <a:cubicBezTo>
                  <a:pt x="7816" y="121"/>
                  <a:pt x="7495" y="0"/>
                  <a:pt x="7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97"/>
          <p:cNvSpPr/>
          <p:nvPr/>
        </p:nvSpPr>
        <p:spPr>
          <a:xfrm rot="-444143">
            <a:off x="1530294" y="3258555"/>
            <a:ext cx="505143" cy="490180"/>
          </a:xfrm>
          <a:custGeom>
            <a:rect b="b" l="l" r="r" t="t"/>
            <a:pathLst>
              <a:path extrusionOk="0" h="10614" w="10938">
                <a:moveTo>
                  <a:pt x="5478" y="625"/>
                </a:moveTo>
                <a:cubicBezTo>
                  <a:pt x="5603" y="625"/>
                  <a:pt x="5710" y="697"/>
                  <a:pt x="5763" y="822"/>
                </a:cubicBezTo>
                <a:lnTo>
                  <a:pt x="5888" y="1107"/>
                </a:lnTo>
                <a:cubicBezTo>
                  <a:pt x="6120" y="1000"/>
                  <a:pt x="6227" y="929"/>
                  <a:pt x="6406" y="929"/>
                </a:cubicBezTo>
                <a:cubicBezTo>
                  <a:pt x="6745" y="929"/>
                  <a:pt x="7030" y="1214"/>
                  <a:pt x="7030" y="1553"/>
                </a:cubicBezTo>
                <a:cubicBezTo>
                  <a:pt x="7030" y="2499"/>
                  <a:pt x="6727" y="3801"/>
                  <a:pt x="5871" y="4765"/>
                </a:cubicBezTo>
                <a:cubicBezTo>
                  <a:pt x="5746" y="4711"/>
                  <a:pt x="5621" y="4694"/>
                  <a:pt x="5478" y="4694"/>
                </a:cubicBezTo>
                <a:lnTo>
                  <a:pt x="5353" y="4694"/>
                </a:lnTo>
                <a:cubicBezTo>
                  <a:pt x="5032" y="4176"/>
                  <a:pt x="4639" y="3712"/>
                  <a:pt x="4158" y="3320"/>
                </a:cubicBezTo>
                <a:lnTo>
                  <a:pt x="4175" y="3320"/>
                </a:lnTo>
                <a:cubicBezTo>
                  <a:pt x="4015" y="2874"/>
                  <a:pt x="3926" y="2071"/>
                  <a:pt x="3926" y="1553"/>
                </a:cubicBezTo>
                <a:cubicBezTo>
                  <a:pt x="3926" y="1214"/>
                  <a:pt x="4193" y="929"/>
                  <a:pt x="4550" y="929"/>
                </a:cubicBezTo>
                <a:cubicBezTo>
                  <a:pt x="4729" y="929"/>
                  <a:pt x="4818" y="1000"/>
                  <a:pt x="5068" y="1107"/>
                </a:cubicBezTo>
                <a:lnTo>
                  <a:pt x="5192" y="822"/>
                </a:lnTo>
                <a:cubicBezTo>
                  <a:pt x="5228" y="697"/>
                  <a:pt x="5353" y="625"/>
                  <a:pt x="5478" y="625"/>
                </a:cubicBezTo>
                <a:close/>
                <a:moveTo>
                  <a:pt x="5478" y="5300"/>
                </a:moveTo>
                <a:cubicBezTo>
                  <a:pt x="5639" y="5300"/>
                  <a:pt x="5781" y="5443"/>
                  <a:pt x="5781" y="5621"/>
                </a:cubicBezTo>
                <a:cubicBezTo>
                  <a:pt x="5781" y="5782"/>
                  <a:pt x="5639" y="5925"/>
                  <a:pt x="5478" y="5925"/>
                </a:cubicBezTo>
                <a:cubicBezTo>
                  <a:pt x="5300" y="5925"/>
                  <a:pt x="5157" y="5782"/>
                  <a:pt x="5157" y="5621"/>
                </a:cubicBezTo>
                <a:cubicBezTo>
                  <a:pt x="5157" y="5443"/>
                  <a:pt x="5300" y="5300"/>
                  <a:pt x="5478" y="5300"/>
                </a:cubicBezTo>
                <a:close/>
                <a:moveTo>
                  <a:pt x="8898" y="2950"/>
                </a:moveTo>
                <a:cubicBezTo>
                  <a:pt x="9159" y="2950"/>
                  <a:pt x="9406" y="3118"/>
                  <a:pt x="9493" y="3391"/>
                </a:cubicBezTo>
                <a:cubicBezTo>
                  <a:pt x="9546" y="3569"/>
                  <a:pt x="9510" y="3676"/>
                  <a:pt x="9493" y="3944"/>
                </a:cubicBezTo>
                <a:lnTo>
                  <a:pt x="9796" y="3962"/>
                </a:lnTo>
                <a:cubicBezTo>
                  <a:pt x="9956" y="3980"/>
                  <a:pt x="10117" y="4087"/>
                  <a:pt x="10153" y="4176"/>
                </a:cubicBezTo>
                <a:cubicBezTo>
                  <a:pt x="10188" y="4265"/>
                  <a:pt x="10099" y="4408"/>
                  <a:pt x="9974" y="4515"/>
                </a:cubicBezTo>
                <a:lnTo>
                  <a:pt x="9742" y="4711"/>
                </a:lnTo>
                <a:cubicBezTo>
                  <a:pt x="9903" y="4908"/>
                  <a:pt x="10010" y="4979"/>
                  <a:pt x="10064" y="5157"/>
                </a:cubicBezTo>
                <a:cubicBezTo>
                  <a:pt x="10171" y="5479"/>
                  <a:pt x="9992" y="5835"/>
                  <a:pt x="9671" y="5942"/>
                </a:cubicBezTo>
                <a:cubicBezTo>
                  <a:pt x="9244" y="6083"/>
                  <a:pt x="8792" y="6153"/>
                  <a:pt x="8334" y="6153"/>
                </a:cubicBezTo>
                <a:cubicBezTo>
                  <a:pt x="7685" y="6153"/>
                  <a:pt x="7024" y="6011"/>
                  <a:pt x="6406" y="5728"/>
                </a:cubicBezTo>
                <a:cubicBezTo>
                  <a:pt x="6406" y="5693"/>
                  <a:pt x="6406" y="5657"/>
                  <a:pt x="6406" y="5621"/>
                </a:cubicBezTo>
                <a:cubicBezTo>
                  <a:pt x="6406" y="5479"/>
                  <a:pt x="6370" y="5336"/>
                  <a:pt x="6317" y="5211"/>
                </a:cubicBezTo>
                <a:cubicBezTo>
                  <a:pt x="6709" y="4765"/>
                  <a:pt x="7030" y="4247"/>
                  <a:pt x="7244" y="3659"/>
                </a:cubicBezTo>
                <a:lnTo>
                  <a:pt x="7262" y="3659"/>
                </a:lnTo>
                <a:cubicBezTo>
                  <a:pt x="7566" y="3427"/>
                  <a:pt x="8065" y="3195"/>
                  <a:pt x="8707" y="2981"/>
                </a:cubicBezTo>
                <a:cubicBezTo>
                  <a:pt x="8770" y="2960"/>
                  <a:pt x="8835" y="2950"/>
                  <a:pt x="8898" y="2950"/>
                </a:cubicBezTo>
                <a:close/>
                <a:moveTo>
                  <a:pt x="2022" y="2950"/>
                </a:moveTo>
                <a:cubicBezTo>
                  <a:pt x="2086" y="2950"/>
                  <a:pt x="2150" y="2960"/>
                  <a:pt x="2213" y="2981"/>
                </a:cubicBezTo>
                <a:cubicBezTo>
                  <a:pt x="3337" y="3355"/>
                  <a:pt x="4247" y="4051"/>
                  <a:pt x="4800" y="4979"/>
                </a:cubicBezTo>
                <a:cubicBezTo>
                  <a:pt x="4675" y="5104"/>
                  <a:pt x="4586" y="5282"/>
                  <a:pt x="4550" y="5461"/>
                </a:cubicBezTo>
                <a:cubicBezTo>
                  <a:pt x="3961" y="5586"/>
                  <a:pt x="3408" y="5835"/>
                  <a:pt x="2891" y="6174"/>
                </a:cubicBezTo>
                <a:cubicBezTo>
                  <a:pt x="2891" y="6192"/>
                  <a:pt x="2891" y="6192"/>
                  <a:pt x="2891" y="6192"/>
                </a:cubicBezTo>
                <a:lnTo>
                  <a:pt x="2873" y="6139"/>
                </a:lnTo>
                <a:cubicBezTo>
                  <a:pt x="2821" y="6141"/>
                  <a:pt x="2767" y="6141"/>
                  <a:pt x="2712" y="6141"/>
                </a:cubicBezTo>
                <a:cubicBezTo>
                  <a:pt x="2221" y="6141"/>
                  <a:pt x="1636" y="6071"/>
                  <a:pt x="1267" y="5942"/>
                </a:cubicBezTo>
                <a:cubicBezTo>
                  <a:pt x="928" y="5835"/>
                  <a:pt x="750" y="5479"/>
                  <a:pt x="857" y="5157"/>
                </a:cubicBezTo>
                <a:cubicBezTo>
                  <a:pt x="910" y="4979"/>
                  <a:pt x="1017" y="4908"/>
                  <a:pt x="1178" y="4711"/>
                </a:cubicBezTo>
                <a:lnTo>
                  <a:pt x="946" y="4515"/>
                </a:lnTo>
                <a:cubicBezTo>
                  <a:pt x="839" y="4426"/>
                  <a:pt x="768" y="4283"/>
                  <a:pt x="803" y="4176"/>
                </a:cubicBezTo>
                <a:cubicBezTo>
                  <a:pt x="839" y="4069"/>
                  <a:pt x="982" y="3980"/>
                  <a:pt x="1124" y="3962"/>
                </a:cubicBezTo>
                <a:lnTo>
                  <a:pt x="1428" y="3944"/>
                </a:lnTo>
                <a:cubicBezTo>
                  <a:pt x="1428" y="3676"/>
                  <a:pt x="1374" y="3569"/>
                  <a:pt x="1446" y="3391"/>
                </a:cubicBezTo>
                <a:cubicBezTo>
                  <a:pt x="1517" y="3118"/>
                  <a:pt x="1762" y="2950"/>
                  <a:pt x="2022" y="2950"/>
                </a:cubicBezTo>
                <a:close/>
                <a:moveTo>
                  <a:pt x="4657" y="6067"/>
                </a:moveTo>
                <a:cubicBezTo>
                  <a:pt x="4746" y="6228"/>
                  <a:pt x="4871" y="6353"/>
                  <a:pt x="5032" y="6442"/>
                </a:cubicBezTo>
                <a:cubicBezTo>
                  <a:pt x="4961" y="7102"/>
                  <a:pt x="4996" y="7762"/>
                  <a:pt x="5139" y="8387"/>
                </a:cubicBezTo>
                <a:cubicBezTo>
                  <a:pt x="4961" y="8976"/>
                  <a:pt x="4746" y="9440"/>
                  <a:pt x="4532" y="9743"/>
                </a:cubicBezTo>
                <a:cubicBezTo>
                  <a:pt x="4415" y="9904"/>
                  <a:pt x="4226" y="9993"/>
                  <a:pt x="4036" y="9993"/>
                </a:cubicBezTo>
                <a:cubicBezTo>
                  <a:pt x="3910" y="9993"/>
                  <a:pt x="3783" y="9954"/>
                  <a:pt x="3676" y="9868"/>
                </a:cubicBezTo>
                <a:cubicBezTo>
                  <a:pt x="3515" y="9761"/>
                  <a:pt x="3480" y="9654"/>
                  <a:pt x="3337" y="9422"/>
                </a:cubicBezTo>
                <a:lnTo>
                  <a:pt x="3069" y="9600"/>
                </a:lnTo>
                <a:cubicBezTo>
                  <a:pt x="3020" y="9625"/>
                  <a:pt x="2966" y="9638"/>
                  <a:pt x="2912" y="9638"/>
                </a:cubicBezTo>
                <a:cubicBezTo>
                  <a:pt x="2850" y="9638"/>
                  <a:pt x="2788" y="9621"/>
                  <a:pt x="2730" y="9582"/>
                </a:cubicBezTo>
                <a:cubicBezTo>
                  <a:pt x="2623" y="9511"/>
                  <a:pt x="2587" y="9386"/>
                  <a:pt x="2605" y="9261"/>
                </a:cubicBezTo>
                <a:lnTo>
                  <a:pt x="2695" y="8958"/>
                </a:lnTo>
                <a:cubicBezTo>
                  <a:pt x="2427" y="8887"/>
                  <a:pt x="2320" y="8887"/>
                  <a:pt x="2159" y="8779"/>
                </a:cubicBezTo>
                <a:cubicBezTo>
                  <a:pt x="1892" y="8583"/>
                  <a:pt x="1820" y="8191"/>
                  <a:pt x="2016" y="7905"/>
                </a:cubicBezTo>
                <a:cubicBezTo>
                  <a:pt x="2748" y="6924"/>
                  <a:pt x="3622" y="6299"/>
                  <a:pt x="4657" y="6067"/>
                </a:cubicBezTo>
                <a:close/>
                <a:moveTo>
                  <a:pt x="6120" y="6282"/>
                </a:moveTo>
                <a:cubicBezTo>
                  <a:pt x="6709" y="6549"/>
                  <a:pt x="7316" y="6710"/>
                  <a:pt x="7940" y="6763"/>
                </a:cubicBezTo>
                <a:cubicBezTo>
                  <a:pt x="8297" y="7031"/>
                  <a:pt x="8654" y="7530"/>
                  <a:pt x="8922" y="7905"/>
                </a:cubicBezTo>
                <a:cubicBezTo>
                  <a:pt x="9136" y="8191"/>
                  <a:pt x="9064" y="8583"/>
                  <a:pt x="8797" y="8779"/>
                </a:cubicBezTo>
                <a:cubicBezTo>
                  <a:pt x="8636" y="8887"/>
                  <a:pt x="8511" y="8887"/>
                  <a:pt x="8261" y="8958"/>
                </a:cubicBezTo>
                <a:lnTo>
                  <a:pt x="8333" y="9261"/>
                </a:lnTo>
                <a:cubicBezTo>
                  <a:pt x="8368" y="9368"/>
                  <a:pt x="8315" y="9511"/>
                  <a:pt x="8226" y="9582"/>
                </a:cubicBezTo>
                <a:cubicBezTo>
                  <a:pt x="8172" y="9618"/>
                  <a:pt x="8110" y="9636"/>
                  <a:pt x="8047" y="9636"/>
                </a:cubicBezTo>
                <a:cubicBezTo>
                  <a:pt x="7985" y="9636"/>
                  <a:pt x="7922" y="9618"/>
                  <a:pt x="7869" y="9582"/>
                </a:cubicBezTo>
                <a:lnTo>
                  <a:pt x="7601" y="9422"/>
                </a:lnTo>
                <a:cubicBezTo>
                  <a:pt x="7459" y="9654"/>
                  <a:pt x="7441" y="9761"/>
                  <a:pt x="7280" y="9868"/>
                </a:cubicBezTo>
                <a:cubicBezTo>
                  <a:pt x="7166" y="9954"/>
                  <a:pt x="7037" y="9993"/>
                  <a:pt x="6911" y="9993"/>
                </a:cubicBezTo>
                <a:cubicBezTo>
                  <a:pt x="6721" y="9993"/>
                  <a:pt x="6534" y="9904"/>
                  <a:pt x="6406" y="9743"/>
                </a:cubicBezTo>
                <a:cubicBezTo>
                  <a:pt x="5781" y="8887"/>
                  <a:pt x="5514" y="7727"/>
                  <a:pt x="5656" y="6531"/>
                </a:cubicBezTo>
                <a:cubicBezTo>
                  <a:pt x="5835" y="6496"/>
                  <a:pt x="5995" y="6406"/>
                  <a:pt x="6120" y="6282"/>
                </a:cubicBezTo>
                <a:close/>
                <a:moveTo>
                  <a:pt x="5478" y="1"/>
                </a:moveTo>
                <a:cubicBezTo>
                  <a:pt x="5192" y="1"/>
                  <a:pt x="4943" y="126"/>
                  <a:pt x="4764" y="322"/>
                </a:cubicBezTo>
                <a:cubicBezTo>
                  <a:pt x="4695" y="311"/>
                  <a:pt x="4626" y="305"/>
                  <a:pt x="4558" y="305"/>
                </a:cubicBezTo>
                <a:cubicBezTo>
                  <a:pt x="3877" y="305"/>
                  <a:pt x="3301" y="855"/>
                  <a:pt x="3301" y="1553"/>
                </a:cubicBezTo>
                <a:cubicBezTo>
                  <a:pt x="3301" y="1910"/>
                  <a:pt x="3337" y="2392"/>
                  <a:pt x="3408" y="2820"/>
                </a:cubicBezTo>
                <a:cubicBezTo>
                  <a:pt x="3105" y="2659"/>
                  <a:pt x="2766" y="2517"/>
                  <a:pt x="2409" y="2392"/>
                </a:cubicBezTo>
                <a:cubicBezTo>
                  <a:pt x="2284" y="2352"/>
                  <a:pt x="2157" y="2333"/>
                  <a:pt x="2033" y="2333"/>
                </a:cubicBezTo>
                <a:cubicBezTo>
                  <a:pt x="1434" y="2333"/>
                  <a:pt x="892" y="2773"/>
                  <a:pt x="803" y="3409"/>
                </a:cubicBezTo>
                <a:cubicBezTo>
                  <a:pt x="553" y="3498"/>
                  <a:pt x="304" y="3694"/>
                  <a:pt x="197" y="3980"/>
                </a:cubicBezTo>
                <a:cubicBezTo>
                  <a:pt x="125" y="4247"/>
                  <a:pt x="179" y="4533"/>
                  <a:pt x="357" y="4765"/>
                </a:cubicBezTo>
                <a:cubicBezTo>
                  <a:pt x="0" y="5461"/>
                  <a:pt x="339" y="6299"/>
                  <a:pt x="1071" y="6531"/>
                </a:cubicBezTo>
                <a:cubicBezTo>
                  <a:pt x="1410" y="6638"/>
                  <a:pt x="1820" y="6710"/>
                  <a:pt x="2213" y="6745"/>
                </a:cubicBezTo>
                <a:cubicBezTo>
                  <a:pt x="1963" y="6977"/>
                  <a:pt x="1731" y="7245"/>
                  <a:pt x="1517" y="7548"/>
                </a:cubicBezTo>
                <a:cubicBezTo>
                  <a:pt x="1071" y="8173"/>
                  <a:pt x="1285" y="9065"/>
                  <a:pt x="1981" y="9386"/>
                </a:cubicBezTo>
                <a:cubicBezTo>
                  <a:pt x="1999" y="9672"/>
                  <a:pt x="2141" y="9921"/>
                  <a:pt x="2373" y="10082"/>
                </a:cubicBezTo>
                <a:cubicBezTo>
                  <a:pt x="2525" y="10196"/>
                  <a:pt x="2712" y="10256"/>
                  <a:pt x="2904" y="10256"/>
                </a:cubicBezTo>
                <a:cubicBezTo>
                  <a:pt x="2983" y="10256"/>
                  <a:pt x="3062" y="10246"/>
                  <a:pt x="3141" y="10225"/>
                </a:cubicBezTo>
                <a:cubicBezTo>
                  <a:pt x="3386" y="10487"/>
                  <a:pt x="3711" y="10614"/>
                  <a:pt x="4035" y="10614"/>
                </a:cubicBezTo>
                <a:cubicBezTo>
                  <a:pt x="4417" y="10614"/>
                  <a:pt x="4799" y="10438"/>
                  <a:pt x="5050" y="10100"/>
                </a:cubicBezTo>
                <a:cubicBezTo>
                  <a:pt x="5192" y="9904"/>
                  <a:pt x="5335" y="9636"/>
                  <a:pt x="5460" y="9333"/>
                </a:cubicBezTo>
                <a:cubicBezTo>
                  <a:pt x="5585" y="9600"/>
                  <a:pt x="5728" y="9868"/>
                  <a:pt x="5906" y="10100"/>
                </a:cubicBezTo>
                <a:cubicBezTo>
                  <a:pt x="6157" y="10438"/>
                  <a:pt x="6539" y="10614"/>
                  <a:pt x="6921" y="10614"/>
                </a:cubicBezTo>
                <a:cubicBezTo>
                  <a:pt x="7245" y="10614"/>
                  <a:pt x="7570" y="10487"/>
                  <a:pt x="7815" y="10225"/>
                </a:cubicBezTo>
                <a:cubicBezTo>
                  <a:pt x="7893" y="10246"/>
                  <a:pt x="7972" y="10256"/>
                  <a:pt x="8049" y="10256"/>
                </a:cubicBezTo>
                <a:cubicBezTo>
                  <a:pt x="8236" y="10256"/>
                  <a:pt x="8418" y="10196"/>
                  <a:pt x="8583" y="10082"/>
                </a:cubicBezTo>
                <a:cubicBezTo>
                  <a:pt x="8815" y="9921"/>
                  <a:pt x="8939" y="9672"/>
                  <a:pt x="8957" y="9386"/>
                </a:cubicBezTo>
                <a:cubicBezTo>
                  <a:pt x="9671" y="9065"/>
                  <a:pt x="9885" y="8173"/>
                  <a:pt x="9439" y="7548"/>
                </a:cubicBezTo>
                <a:cubicBezTo>
                  <a:pt x="9243" y="7281"/>
                  <a:pt x="9046" y="7013"/>
                  <a:pt x="8832" y="6745"/>
                </a:cubicBezTo>
                <a:cubicBezTo>
                  <a:pt x="9171" y="6710"/>
                  <a:pt x="9528" y="6638"/>
                  <a:pt x="9867" y="6531"/>
                </a:cubicBezTo>
                <a:cubicBezTo>
                  <a:pt x="10599" y="6299"/>
                  <a:pt x="10938" y="5461"/>
                  <a:pt x="10581" y="4783"/>
                </a:cubicBezTo>
                <a:cubicBezTo>
                  <a:pt x="10742" y="4551"/>
                  <a:pt x="10849" y="4283"/>
                  <a:pt x="10742" y="3980"/>
                </a:cubicBezTo>
                <a:cubicBezTo>
                  <a:pt x="10652" y="3694"/>
                  <a:pt x="10403" y="3498"/>
                  <a:pt x="10135" y="3409"/>
                </a:cubicBezTo>
                <a:cubicBezTo>
                  <a:pt x="10046" y="2773"/>
                  <a:pt x="9492" y="2333"/>
                  <a:pt x="8888" y="2333"/>
                </a:cubicBezTo>
                <a:cubicBezTo>
                  <a:pt x="8763" y="2333"/>
                  <a:pt x="8637" y="2352"/>
                  <a:pt x="8511" y="2392"/>
                </a:cubicBezTo>
                <a:cubicBezTo>
                  <a:pt x="8137" y="2517"/>
                  <a:pt x="7798" y="2659"/>
                  <a:pt x="7512" y="2784"/>
                </a:cubicBezTo>
                <a:cubicBezTo>
                  <a:pt x="7601" y="2374"/>
                  <a:pt x="7655" y="1964"/>
                  <a:pt x="7655" y="1553"/>
                </a:cubicBezTo>
                <a:cubicBezTo>
                  <a:pt x="7655" y="855"/>
                  <a:pt x="7079" y="305"/>
                  <a:pt x="6398" y="305"/>
                </a:cubicBezTo>
                <a:cubicBezTo>
                  <a:pt x="6330" y="305"/>
                  <a:pt x="6261" y="311"/>
                  <a:pt x="6192" y="322"/>
                </a:cubicBezTo>
                <a:cubicBezTo>
                  <a:pt x="6013" y="126"/>
                  <a:pt x="5763" y="1"/>
                  <a:pt x="5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 name="Google Shape;1173;p97"/>
          <p:cNvGrpSpPr/>
          <p:nvPr/>
        </p:nvGrpSpPr>
        <p:grpSpPr>
          <a:xfrm rot="403721">
            <a:off x="4326778" y="1369482"/>
            <a:ext cx="490390" cy="430996"/>
            <a:chOff x="1059329" y="2337817"/>
            <a:chExt cx="340997" cy="299697"/>
          </a:xfrm>
        </p:grpSpPr>
        <p:sp>
          <p:nvSpPr>
            <p:cNvPr id="1174" name="Google Shape;1174;p97"/>
            <p:cNvSpPr/>
            <p:nvPr/>
          </p:nvSpPr>
          <p:spPr>
            <a:xfrm>
              <a:off x="1160202" y="2417462"/>
              <a:ext cx="139829" cy="139829"/>
            </a:xfrm>
            <a:custGeom>
              <a:rect b="b" l="l" r="r" t="t"/>
              <a:pathLst>
                <a:path extrusionOk="0" h="4354" w="4354">
                  <a:moveTo>
                    <a:pt x="2177" y="625"/>
                  </a:moveTo>
                  <a:cubicBezTo>
                    <a:pt x="3033" y="625"/>
                    <a:pt x="3729" y="1321"/>
                    <a:pt x="3729" y="2177"/>
                  </a:cubicBezTo>
                  <a:cubicBezTo>
                    <a:pt x="3729" y="2534"/>
                    <a:pt x="3444" y="2802"/>
                    <a:pt x="3105" y="2802"/>
                  </a:cubicBezTo>
                  <a:cubicBezTo>
                    <a:pt x="2766" y="2802"/>
                    <a:pt x="2480" y="2534"/>
                    <a:pt x="2480" y="2177"/>
                  </a:cubicBezTo>
                  <a:cubicBezTo>
                    <a:pt x="2480" y="1499"/>
                    <a:pt x="1927" y="946"/>
                    <a:pt x="1249" y="946"/>
                  </a:cubicBezTo>
                  <a:cubicBezTo>
                    <a:pt x="1499" y="750"/>
                    <a:pt x="1820" y="625"/>
                    <a:pt x="2177" y="625"/>
                  </a:cubicBezTo>
                  <a:close/>
                  <a:moveTo>
                    <a:pt x="1249" y="1571"/>
                  </a:moveTo>
                  <a:cubicBezTo>
                    <a:pt x="1588" y="1571"/>
                    <a:pt x="1856" y="1838"/>
                    <a:pt x="1856" y="2177"/>
                  </a:cubicBezTo>
                  <a:cubicBezTo>
                    <a:pt x="1856" y="2873"/>
                    <a:pt x="2427" y="3426"/>
                    <a:pt x="3105" y="3426"/>
                  </a:cubicBezTo>
                  <a:cubicBezTo>
                    <a:pt x="2837" y="3622"/>
                    <a:pt x="2516" y="3747"/>
                    <a:pt x="2177" y="3747"/>
                  </a:cubicBezTo>
                  <a:cubicBezTo>
                    <a:pt x="1320" y="3747"/>
                    <a:pt x="625" y="3034"/>
                    <a:pt x="625" y="2177"/>
                  </a:cubicBezTo>
                  <a:cubicBezTo>
                    <a:pt x="625" y="1838"/>
                    <a:pt x="892" y="1571"/>
                    <a:pt x="1249" y="1571"/>
                  </a:cubicBezTo>
                  <a:close/>
                  <a:moveTo>
                    <a:pt x="2177" y="0"/>
                  </a:moveTo>
                  <a:cubicBezTo>
                    <a:pt x="981" y="0"/>
                    <a:pt x="0" y="982"/>
                    <a:pt x="0" y="2177"/>
                  </a:cubicBezTo>
                  <a:cubicBezTo>
                    <a:pt x="0" y="3390"/>
                    <a:pt x="981" y="4354"/>
                    <a:pt x="2177" y="4354"/>
                  </a:cubicBezTo>
                  <a:cubicBezTo>
                    <a:pt x="3372" y="4354"/>
                    <a:pt x="4354" y="3390"/>
                    <a:pt x="4354" y="2177"/>
                  </a:cubicBezTo>
                  <a:cubicBezTo>
                    <a:pt x="4354" y="982"/>
                    <a:pt x="3372" y="0"/>
                    <a:pt x="2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7"/>
            <p:cNvSpPr/>
            <p:nvPr/>
          </p:nvSpPr>
          <p:spPr>
            <a:xfrm>
              <a:off x="1126385" y="2522318"/>
              <a:ext cx="53889" cy="59059"/>
            </a:xfrm>
            <a:custGeom>
              <a:rect b="b" l="l" r="r" t="t"/>
              <a:pathLst>
                <a:path extrusionOk="0" h="1839" w="1678">
                  <a:moveTo>
                    <a:pt x="482" y="1"/>
                  </a:moveTo>
                  <a:lnTo>
                    <a:pt x="0" y="411"/>
                  </a:lnTo>
                  <a:lnTo>
                    <a:pt x="1214" y="1838"/>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7"/>
            <p:cNvSpPr/>
            <p:nvPr/>
          </p:nvSpPr>
          <p:spPr>
            <a:xfrm>
              <a:off x="1096004" y="2548106"/>
              <a:ext cx="53889" cy="59059"/>
            </a:xfrm>
            <a:custGeom>
              <a:rect b="b" l="l" r="r" t="t"/>
              <a:pathLst>
                <a:path extrusionOk="0" h="1839" w="1678">
                  <a:moveTo>
                    <a:pt x="482" y="0"/>
                  </a:moveTo>
                  <a:lnTo>
                    <a:pt x="1" y="393"/>
                  </a:lnTo>
                  <a:lnTo>
                    <a:pt x="1196" y="1838"/>
                  </a:lnTo>
                  <a:lnTo>
                    <a:pt x="1678" y="1428"/>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7"/>
            <p:cNvSpPr/>
            <p:nvPr/>
          </p:nvSpPr>
          <p:spPr>
            <a:xfrm>
              <a:off x="1279381" y="2393954"/>
              <a:ext cx="53889" cy="59059"/>
            </a:xfrm>
            <a:custGeom>
              <a:rect b="b" l="l" r="r" t="t"/>
              <a:pathLst>
                <a:path extrusionOk="0" h="1839" w="1678">
                  <a:moveTo>
                    <a:pt x="482" y="1"/>
                  </a:moveTo>
                  <a:lnTo>
                    <a:pt x="0" y="393"/>
                  </a:lnTo>
                  <a:lnTo>
                    <a:pt x="1214" y="1839"/>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7"/>
            <p:cNvSpPr/>
            <p:nvPr/>
          </p:nvSpPr>
          <p:spPr>
            <a:xfrm>
              <a:off x="1310307" y="2368166"/>
              <a:ext cx="53921" cy="59059"/>
            </a:xfrm>
            <a:custGeom>
              <a:rect b="b" l="l" r="r" t="t"/>
              <a:pathLst>
                <a:path extrusionOk="0" h="1839" w="1679">
                  <a:moveTo>
                    <a:pt x="483" y="1"/>
                  </a:moveTo>
                  <a:lnTo>
                    <a:pt x="1" y="411"/>
                  </a:lnTo>
                  <a:lnTo>
                    <a:pt x="1196" y="1839"/>
                  </a:lnTo>
                  <a:lnTo>
                    <a:pt x="1678" y="1428"/>
                  </a:lnTo>
                  <a:lnTo>
                    <a:pt x="4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7"/>
            <p:cNvSpPr/>
            <p:nvPr/>
          </p:nvSpPr>
          <p:spPr>
            <a:xfrm>
              <a:off x="1126385" y="2393954"/>
              <a:ext cx="53889" cy="59059"/>
            </a:xfrm>
            <a:custGeom>
              <a:rect b="b" l="l" r="r" t="t"/>
              <a:pathLst>
                <a:path extrusionOk="0" h="1839" w="1678">
                  <a:moveTo>
                    <a:pt x="1214" y="1"/>
                  </a:moveTo>
                  <a:lnTo>
                    <a:pt x="0" y="1428"/>
                  </a:lnTo>
                  <a:lnTo>
                    <a:pt x="482" y="1839"/>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7"/>
            <p:cNvSpPr/>
            <p:nvPr/>
          </p:nvSpPr>
          <p:spPr>
            <a:xfrm>
              <a:off x="1096004" y="2368166"/>
              <a:ext cx="53889" cy="59059"/>
            </a:xfrm>
            <a:custGeom>
              <a:rect b="b" l="l" r="r" t="t"/>
              <a:pathLst>
                <a:path extrusionOk="0" h="1839" w="1678">
                  <a:moveTo>
                    <a:pt x="1196" y="1"/>
                  </a:moveTo>
                  <a:lnTo>
                    <a:pt x="1" y="1428"/>
                  </a:lnTo>
                  <a:lnTo>
                    <a:pt x="482" y="1839"/>
                  </a:lnTo>
                  <a:lnTo>
                    <a:pt x="1678" y="411"/>
                  </a:lnTo>
                  <a:lnTo>
                    <a:pt x="1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97"/>
            <p:cNvSpPr/>
            <p:nvPr/>
          </p:nvSpPr>
          <p:spPr>
            <a:xfrm>
              <a:off x="1279381" y="2522318"/>
              <a:ext cx="53889" cy="59059"/>
            </a:xfrm>
            <a:custGeom>
              <a:rect b="b" l="l" r="r" t="t"/>
              <a:pathLst>
                <a:path extrusionOk="0" h="1839" w="1678">
                  <a:moveTo>
                    <a:pt x="1214" y="1"/>
                  </a:moveTo>
                  <a:lnTo>
                    <a:pt x="0" y="1428"/>
                  </a:lnTo>
                  <a:lnTo>
                    <a:pt x="482" y="1838"/>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97"/>
            <p:cNvSpPr/>
            <p:nvPr/>
          </p:nvSpPr>
          <p:spPr>
            <a:xfrm>
              <a:off x="1310307" y="2548106"/>
              <a:ext cx="53921" cy="59059"/>
            </a:xfrm>
            <a:custGeom>
              <a:rect b="b" l="l" r="r" t="t"/>
              <a:pathLst>
                <a:path extrusionOk="0" h="1839" w="1679">
                  <a:moveTo>
                    <a:pt x="1196" y="0"/>
                  </a:moveTo>
                  <a:lnTo>
                    <a:pt x="1" y="1428"/>
                  </a:lnTo>
                  <a:lnTo>
                    <a:pt x="483" y="1838"/>
                  </a:lnTo>
                  <a:lnTo>
                    <a:pt x="1678" y="411"/>
                  </a:lnTo>
                  <a:lnTo>
                    <a:pt x="1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7"/>
            <p:cNvSpPr/>
            <p:nvPr/>
          </p:nvSpPr>
          <p:spPr>
            <a:xfrm>
              <a:off x="1059329" y="2337817"/>
              <a:ext cx="340997" cy="299697"/>
            </a:xfrm>
            <a:custGeom>
              <a:rect b="b" l="l" r="r" t="t"/>
              <a:pathLst>
                <a:path extrusionOk="0" h="9332" w="10618">
                  <a:moveTo>
                    <a:pt x="9993" y="625"/>
                  </a:moveTo>
                  <a:lnTo>
                    <a:pt x="9993" y="8707"/>
                  </a:lnTo>
                  <a:lnTo>
                    <a:pt x="625" y="8707"/>
                  </a:lnTo>
                  <a:lnTo>
                    <a:pt x="625" y="625"/>
                  </a:lnTo>
                  <a:close/>
                  <a:moveTo>
                    <a:pt x="1" y="0"/>
                  </a:moveTo>
                  <a:lnTo>
                    <a:pt x="1" y="9332"/>
                  </a:lnTo>
                  <a:lnTo>
                    <a:pt x="10617" y="9332"/>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62"/>
                                        </p:tgtEl>
                                        <p:attrNameLst>
                                          <p:attrName>style.visibility</p:attrName>
                                        </p:attrNameLst>
                                      </p:cBhvr>
                                      <p:to>
                                        <p:strVal val="visible"/>
                                      </p:to>
                                    </p:set>
                                    <p:animEffect filter="fade" transition="in">
                                      <p:cBhvr>
                                        <p:cTn dur="1000"/>
                                        <p:tgtEl>
                                          <p:spTgt spid="1162"/>
                                        </p:tgtEl>
                                      </p:cBhvr>
                                    </p:animEffect>
                                  </p:childTnLst>
                                </p:cTn>
                              </p:par>
                              <p:par>
                                <p:cTn fill="hold" nodeType="withEffect" presetClass="entr" presetID="10" presetSubtype="0">
                                  <p:stCondLst>
                                    <p:cond delay="0"/>
                                  </p:stCondLst>
                                  <p:childTnLst>
                                    <p:set>
                                      <p:cBhvr>
                                        <p:cTn dur="1" fill="hold">
                                          <p:stCondLst>
                                            <p:cond delay="0"/>
                                          </p:stCondLst>
                                        </p:cTn>
                                        <p:tgtEl>
                                          <p:spTgt spid="1165"/>
                                        </p:tgtEl>
                                        <p:attrNameLst>
                                          <p:attrName>style.visibility</p:attrName>
                                        </p:attrNameLst>
                                      </p:cBhvr>
                                      <p:to>
                                        <p:strVal val="visible"/>
                                      </p:to>
                                    </p:set>
                                    <p:animEffect filter="fade" transition="in">
                                      <p:cBhvr>
                                        <p:cTn dur="1000"/>
                                        <p:tgtEl>
                                          <p:spTgt spid="1165"/>
                                        </p:tgtEl>
                                      </p:cBhvr>
                                    </p:animEffect>
                                  </p:childTnLst>
                                </p:cTn>
                              </p:par>
                              <p:par>
                                <p:cTn fill="hold" nodeType="withEffect" presetClass="entr" presetID="10" presetSubtype="0">
                                  <p:stCondLst>
                                    <p:cond delay="0"/>
                                  </p:stCondLst>
                                  <p:childTnLst>
                                    <p:set>
                                      <p:cBhvr>
                                        <p:cTn dur="1" fill="hold">
                                          <p:stCondLst>
                                            <p:cond delay="0"/>
                                          </p:stCondLst>
                                        </p:cTn>
                                        <p:tgtEl>
                                          <p:spTgt spid="1168"/>
                                        </p:tgtEl>
                                        <p:attrNameLst>
                                          <p:attrName>style.visibility</p:attrName>
                                        </p:attrNameLst>
                                      </p:cBhvr>
                                      <p:to>
                                        <p:strVal val="visible"/>
                                      </p:to>
                                    </p:set>
                                    <p:animEffect filter="fade" transition="in">
                                      <p:cBhvr>
                                        <p:cTn dur="1000"/>
                                        <p:tgtEl>
                                          <p:spTgt spid="1168"/>
                                        </p:tgtEl>
                                      </p:cBhvr>
                                    </p:animEffect>
                                  </p:childTnLst>
                                </p:cTn>
                              </p:par>
                              <p:par>
                                <p:cTn fill="hold" nodeType="withEffect" presetClass="entr" presetID="10" presetSubtype="0">
                                  <p:stCondLst>
                                    <p:cond delay="0"/>
                                  </p:stCondLst>
                                  <p:childTnLst>
                                    <p:set>
                                      <p:cBhvr>
                                        <p:cTn dur="1" fill="hold">
                                          <p:stCondLst>
                                            <p:cond delay="0"/>
                                          </p:stCondLst>
                                        </p:cTn>
                                        <p:tgtEl>
                                          <p:spTgt spid="1171"/>
                                        </p:tgtEl>
                                        <p:attrNameLst>
                                          <p:attrName>style.visibility</p:attrName>
                                        </p:attrNameLst>
                                      </p:cBhvr>
                                      <p:to>
                                        <p:strVal val="visible"/>
                                      </p:to>
                                    </p:set>
                                    <p:animEffect filter="fade" transition="in">
                                      <p:cBhvr>
                                        <p:cTn dur="1000"/>
                                        <p:tgtEl>
                                          <p:spTgt spid="1171"/>
                                        </p:tgtEl>
                                      </p:cBhvr>
                                    </p:animEffect>
                                  </p:childTnLst>
                                </p:cTn>
                              </p:par>
                              <p:par>
                                <p:cTn fill="hold" nodeType="withEffect" presetClass="entr" presetID="10" presetSubtype="0">
                                  <p:stCondLst>
                                    <p:cond delay="0"/>
                                  </p:stCondLst>
                                  <p:childTnLst>
                                    <p:set>
                                      <p:cBhvr>
                                        <p:cTn dur="1" fill="hold">
                                          <p:stCondLst>
                                            <p:cond delay="0"/>
                                          </p:stCondLst>
                                        </p:cTn>
                                        <p:tgtEl>
                                          <p:spTgt spid="1172"/>
                                        </p:tgtEl>
                                        <p:attrNameLst>
                                          <p:attrName>style.visibility</p:attrName>
                                        </p:attrNameLst>
                                      </p:cBhvr>
                                      <p:to>
                                        <p:strVal val="visible"/>
                                      </p:to>
                                    </p:set>
                                    <p:animEffect filter="fade" transition="in">
                                      <p:cBhvr>
                                        <p:cTn dur="1000"/>
                                        <p:tgtEl>
                                          <p:spTgt spid="1172"/>
                                        </p:tgtEl>
                                      </p:cBhvr>
                                    </p:animEffect>
                                  </p:childTnLst>
                                </p:cTn>
                              </p:par>
                              <p:par>
                                <p:cTn fill="hold" nodeType="withEffect" presetClass="entr" presetID="10" presetSubtype="0">
                                  <p:stCondLst>
                                    <p:cond delay="0"/>
                                  </p:stCondLst>
                                  <p:childTnLst>
                                    <p:set>
                                      <p:cBhvr>
                                        <p:cTn dur="1" fill="hold">
                                          <p:stCondLst>
                                            <p:cond delay="0"/>
                                          </p:stCondLst>
                                        </p:cTn>
                                        <p:tgtEl>
                                          <p:spTgt spid="1173"/>
                                        </p:tgtEl>
                                        <p:attrNameLst>
                                          <p:attrName>style.visibility</p:attrName>
                                        </p:attrNameLst>
                                      </p:cBhvr>
                                      <p:to>
                                        <p:strVal val="visible"/>
                                      </p:to>
                                    </p:set>
                                    <p:animEffect filter="fade" transition="in">
                                      <p:cBhvr>
                                        <p:cTn dur="1000"/>
                                        <p:tgtEl>
                                          <p:spTgt spid="11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 name="Shape 1187"/>
        <p:cNvGrpSpPr/>
        <p:nvPr/>
      </p:nvGrpSpPr>
      <p:grpSpPr>
        <a:xfrm>
          <a:off x="0" y="0"/>
          <a:ext cx="0" cy="0"/>
          <a:chOff x="0" y="0"/>
          <a:chExt cx="0" cy="0"/>
        </a:xfrm>
      </p:grpSpPr>
      <p:sp>
        <p:nvSpPr>
          <p:cNvPr id="1188" name="Google Shape;1188;p98"/>
          <p:cNvSpPr txBox="1"/>
          <p:nvPr>
            <p:ph type="title"/>
          </p:nvPr>
        </p:nvSpPr>
        <p:spPr>
          <a:xfrm>
            <a:off x="1242888"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189" name="Google Shape;1189;p98"/>
          <p:cNvSpPr txBox="1"/>
          <p:nvPr>
            <p:ph idx="1" type="subTitle"/>
          </p:nvPr>
        </p:nvSpPr>
        <p:spPr>
          <a:xfrm>
            <a:off x="1242930"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190" name="Google Shape;1190;p98"/>
          <p:cNvSpPr txBox="1"/>
          <p:nvPr>
            <p:ph idx="2" type="title"/>
          </p:nvPr>
        </p:nvSpPr>
        <p:spPr>
          <a:xfrm>
            <a:off x="1242889"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191" name="Google Shape;1191;p98"/>
          <p:cNvSpPr txBox="1"/>
          <p:nvPr>
            <p:ph idx="3" type="subTitle"/>
          </p:nvPr>
        </p:nvSpPr>
        <p:spPr>
          <a:xfrm>
            <a:off x="1242909"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ringed planet and a gas giant</a:t>
            </a:r>
            <a:endParaRPr/>
          </a:p>
        </p:txBody>
      </p:sp>
      <p:sp>
        <p:nvSpPr>
          <p:cNvPr id="1192" name="Google Shape;1192;p98"/>
          <p:cNvSpPr txBox="1"/>
          <p:nvPr>
            <p:ph idx="5" type="subTitle"/>
          </p:nvPr>
        </p:nvSpPr>
        <p:spPr>
          <a:xfrm>
            <a:off x="3973205"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1193" name="Google Shape;1193;p98"/>
          <p:cNvSpPr txBox="1"/>
          <p:nvPr>
            <p:ph idx="6" type="title"/>
          </p:nvPr>
        </p:nvSpPr>
        <p:spPr>
          <a:xfrm>
            <a:off x="3973164"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94" name="Google Shape;1194;p98"/>
          <p:cNvSpPr txBox="1"/>
          <p:nvPr>
            <p:ph idx="7" type="subTitle"/>
          </p:nvPr>
        </p:nvSpPr>
        <p:spPr>
          <a:xfrm>
            <a:off x="3973184"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biggest planet of them all</a:t>
            </a:r>
            <a:endParaRPr/>
          </a:p>
        </p:txBody>
      </p:sp>
      <p:sp>
        <p:nvSpPr>
          <p:cNvPr id="1195" name="Google Shape;1195;p98"/>
          <p:cNvSpPr txBox="1"/>
          <p:nvPr>
            <p:ph idx="4" type="title"/>
          </p:nvPr>
        </p:nvSpPr>
        <p:spPr>
          <a:xfrm>
            <a:off x="3973163"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196" name="Google Shape;1196;p98"/>
          <p:cNvSpPr txBox="1"/>
          <p:nvPr>
            <p:ph idx="8" type="title"/>
          </p:nvPr>
        </p:nvSpPr>
        <p:spPr>
          <a:xfrm>
            <a:off x="6703489"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197" name="Google Shape;1197;p98"/>
          <p:cNvSpPr txBox="1"/>
          <p:nvPr>
            <p:ph idx="9" type="subTitle"/>
          </p:nvPr>
        </p:nvSpPr>
        <p:spPr>
          <a:xfrm>
            <a:off x="6703530"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
        <p:nvSpPr>
          <p:cNvPr id="1198" name="Google Shape;1198;p98"/>
          <p:cNvSpPr txBox="1"/>
          <p:nvPr>
            <p:ph idx="13" type="title"/>
          </p:nvPr>
        </p:nvSpPr>
        <p:spPr>
          <a:xfrm>
            <a:off x="6703489"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99" name="Google Shape;1199;p98"/>
          <p:cNvSpPr txBox="1"/>
          <p:nvPr>
            <p:ph idx="14" type="subTitle"/>
          </p:nvPr>
        </p:nvSpPr>
        <p:spPr>
          <a:xfrm>
            <a:off x="6703509"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second planet from the Sun</a:t>
            </a:r>
            <a:endParaRPr/>
          </a:p>
        </p:txBody>
      </p:sp>
      <p:sp>
        <p:nvSpPr>
          <p:cNvPr id="1200" name="Google Shape;1200;p98"/>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TRY DIVIDING</a:t>
            </a:r>
            <a:r>
              <a:rPr lang="en"/>
              <a:t> THE CONTENT</a:t>
            </a:r>
            <a:endParaRPr/>
          </a:p>
        </p:txBody>
      </p:sp>
      <p:sp>
        <p:nvSpPr>
          <p:cNvPr id="1201" name="Google Shape;1201;p98"/>
          <p:cNvSpPr/>
          <p:nvPr/>
        </p:nvSpPr>
        <p:spPr>
          <a:xfrm>
            <a:off x="565755" y="2114136"/>
            <a:ext cx="496131" cy="496155"/>
          </a:xfrm>
          <a:custGeom>
            <a:rect b="b" l="l" r="r" t="t"/>
            <a:pathLst>
              <a:path extrusionOk="0" h="9479" w="9479">
                <a:moveTo>
                  <a:pt x="5573" y="548"/>
                </a:moveTo>
                <a:lnTo>
                  <a:pt x="5573" y="2667"/>
                </a:lnTo>
                <a:cubicBezTo>
                  <a:pt x="5311" y="2739"/>
                  <a:pt x="5025" y="2786"/>
                  <a:pt x="4739" y="2786"/>
                </a:cubicBezTo>
                <a:cubicBezTo>
                  <a:pt x="4454" y="2786"/>
                  <a:pt x="4168" y="2834"/>
                  <a:pt x="3906" y="2882"/>
                </a:cubicBezTo>
                <a:lnTo>
                  <a:pt x="3906" y="548"/>
                </a:lnTo>
                <a:close/>
                <a:moveTo>
                  <a:pt x="2144" y="3906"/>
                </a:moveTo>
                <a:cubicBezTo>
                  <a:pt x="1691" y="4358"/>
                  <a:pt x="1382" y="4930"/>
                  <a:pt x="1215" y="5573"/>
                </a:cubicBezTo>
                <a:lnTo>
                  <a:pt x="548" y="5573"/>
                </a:lnTo>
                <a:lnTo>
                  <a:pt x="548" y="3906"/>
                </a:lnTo>
                <a:close/>
                <a:moveTo>
                  <a:pt x="8931" y="3906"/>
                </a:moveTo>
                <a:lnTo>
                  <a:pt x="8931" y="5573"/>
                </a:lnTo>
                <a:lnTo>
                  <a:pt x="7216" y="5573"/>
                </a:lnTo>
                <a:cubicBezTo>
                  <a:pt x="7645" y="5073"/>
                  <a:pt x="7954" y="4501"/>
                  <a:pt x="8145" y="3906"/>
                </a:cubicBezTo>
                <a:close/>
                <a:moveTo>
                  <a:pt x="6811" y="2691"/>
                </a:moveTo>
                <a:cubicBezTo>
                  <a:pt x="5668" y="4263"/>
                  <a:pt x="4120" y="5430"/>
                  <a:pt x="2310" y="6120"/>
                </a:cubicBezTo>
                <a:cubicBezTo>
                  <a:pt x="2096" y="6192"/>
                  <a:pt x="1882" y="6311"/>
                  <a:pt x="1691" y="6454"/>
                </a:cubicBezTo>
                <a:lnTo>
                  <a:pt x="1691" y="6406"/>
                </a:lnTo>
                <a:cubicBezTo>
                  <a:pt x="1691" y="4715"/>
                  <a:pt x="3049" y="3334"/>
                  <a:pt x="4739" y="3334"/>
                </a:cubicBezTo>
                <a:cubicBezTo>
                  <a:pt x="5478" y="3334"/>
                  <a:pt x="6192" y="3120"/>
                  <a:pt x="6811" y="2691"/>
                </a:cubicBezTo>
                <a:close/>
                <a:moveTo>
                  <a:pt x="7788" y="2262"/>
                </a:moveTo>
                <a:lnTo>
                  <a:pt x="7788" y="2501"/>
                </a:lnTo>
                <a:cubicBezTo>
                  <a:pt x="7788" y="4811"/>
                  <a:pt x="5930" y="6668"/>
                  <a:pt x="3620" y="6668"/>
                </a:cubicBezTo>
                <a:lnTo>
                  <a:pt x="2382" y="6668"/>
                </a:lnTo>
                <a:cubicBezTo>
                  <a:pt x="2429" y="6668"/>
                  <a:pt x="2477" y="6644"/>
                  <a:pt x="2501" y="6621"/>
                </a:cubicBezTo>
                <a:cubicBezTo>
                  <a:pt x="6097" y="5287"/>
                  <a:pt x="7502" y="2596"/>
                  <a:pt x="7788" y="2262"/>
                </a:cubicBezTo>
                <a:close/>
                <a:moveTo>
                  <a:pt x="5573" y="6811"/>
                </a:moveTo>
                <a:lnTo>
                  <a:pt x="5573" y="8931"/>
                </a:lnTo>
                <a:lnTo>
                  <a:pt x="3906" y="8931"/>
                </a:lnTo>
                <a:lnTo>
                  <a:pt x="3906" y="7216"/>
                </a:lnTo>
                <a:cubicBezTo>
                  <a:pt x="4477" y="7192"/>
                  <a:pt x="5049" y="7049"/>
                  <a:pt x="5573" y="6811"/>
                </a:cubicBezTo>
                <a:close/>
                <a:moveTo>
                  <a:pt x="3358" y="0"/>
                </a:moveTo>
                <a:lnTo>
                  <a:pt x="3358" y="3072"/>
                </a:lnTo>
                <a:cubicBezTo>
                  <a:pt x="3168" y="3144"/>
                  <a:pt x="2977" y="3239"/>
                  <a:pt x="2810" y="3334"/>
                </a:cubicBezTo>
                <a:lnTo>
                  <a:pt x="0" y="3334"/>
                </a:lnTo>
                <a:lnTo>
                  <a:pt x="0" y="6120"/>
                </a:lnTo>
                <a:lnTo>
                  <a:pt x="1143" y="6120"/>
                </a:lnTo>
                <a:cubicBezTo>
                  <a:pt x="1120" y="6216"/>
                  <a:pt x="1120" y="6311"/>
                  <a:pt x="1120" y="6406"/>
                </a:cubicBezTo>
                <a:lnTo>
                  <a:pt x="1120" y="6978"/>
                </a:lnTo>
                <a:cubicBezTo>
                  <a:pt x="762" y="7478"/>
                  <a:pt x="572" y="8049"/>
                  <a:pt x="572" y="8621"/>
                </a:cubicBezTo>
                <a:lnTo>
                  <a:pt x="1120" y="8621"/>
                </a:lnTo>
                <a:cubicBezTo>
                  <a:pt x="1120" y="8097"/>
                  <a:pt x="1310" y="7621"/>
                  <a:pt x="1644" y="7240"/>
                </a:cubicBezTo>
                <a:lnTo>
                  <a:pt x="3358" y="7240"/>
                </a:lnTo>
                <a:lnTo>
                  <a:pt x="3358" y="9478"/>
                </a:lnTo>
                <a:lnTo>
                  <a:pt x="6121" y="9478"/>
                </a:lnTo>
                <a:lnTo>
                  <a:pt x="6121" y="6525"/>
                </a:lnTo>
                <a:cubicBezTo>
                  <a:pt x="6311" y="6406"/>
                  <a:pt x="6502" y="6263"/>
                  <a:pt x="6668" y="6120"/>
                </a:cubicBezTo>
                <a:lnTo>
                  <a:pt x="9478" y="6120"/>
                </a:lnTo>
                <a:lnTo>
                  <a:pt x="9478" y="3334"/>
                </a:lnTo>
                <a:lnTo>
                  <a:pt x="8288" y="3334"/>
                </a:lnTo>
                <a:cubicBezTo>
                  <a:pt x="8335" y="3072"/>
                  <a:pt x="8359" y="2786"/>
                  <a:pt x="8359" y="2501"/>
                </a:cubicBezTo>
                <a:lnTo>
                  <a:pt x="8359" y="834"/>
                </a:lnTo>
                <a:lnTo>
                  <a:pt x="6573" y="2167"/>
                </a:lnTo>
                <a:cubicBezTo>
                  <a:pt x="6430" y="2286"/>
                  <a:pt x="6287" y="2382"/>
                  <a:pt x="6121" y="2453"/>
                </a:cubicBezTo>
                <a:lnTo>
                  <a:pt x="61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8"/>
          <p:cNvSpPr/>
          <p:nvPr/>
        </p:nvSpPr>
        <p:spPr>
          <a:xfrm>
            <a:off x="3318241" y="2118942"/>
            <a:ext cx="496127" cy="486540"/>
          </a:xfrm>
          <a:custGeom>
            <a:rect b="b" l="l" r="r" t="t"/>
            <a:pathLst>
              <a:path extrusionOk="0" h="9693" w="9884">
                <a:moveTo>
                  <a:pt x="4572" y="1738"/>
                </a:moveTo>
                <a:lnTo>
                  <a:pt x="4572" y="2286"/>
                </a:lnTo>
                <a:lnTo>
                  <a:pt x="572" y="2286"/>
                </a:lnTo>
                <a:lnTo>
                  <a:pt x="572" y="1738"/>
                </a:lnTo>
                <a:close/>
                <a:moveTo>
                  <a:pt x="5715" y="1143"/>
                </a:moveTo>
                <a:lnTo>
                  <a:pt x="5715" y="2858"/>
                </a:lnTo>
                <a:lnTo>
                  <a:pt x="5144" y="2858"/>
                </a:lnTo>
                <a:lnTo>
                  <a:pt x="5144" y="1143"/>
                </a:lnTo>
                <a:close/>
                <a:moveTo>
                  <a:pt x="9121" y="1143"/>
                </a:moveTo>
                <a:lnTo>
                  <a:pt x="9121" y="2858"/>
                </a:lnTo>
                <a:lnTo>
                  <a:pt x="8549" y="2858"/>
                </a:lnTo>
                <a:lnTo>
                  <a:pt x="8549" y="1143"/>
                </a:lnTo>
                <a:close/>
                <a:moveTo>
                  <a:pt x="6835" y="572"/>
                </a:moveTo>
                <a:lnTo>
                  <a:pt x="6835" y="3429"/>
                </a:lnTo>
                <a:lnTo>
                  <a:pt x="6263" y="3429"/>
                </a:lnTo>
                <a:lnTo>
                  <a:pt x="6263" y="572"/>
                </a:lnTo>
                <a:close/>
                <a:moveTo>
                  <a:pt x="7978" y="572"/>
                </a:moveTo>
                <a:lnTo>
                  <a:pt x="7978" y="3429"/>
                </a:lnTo>
                <a:lnTo>
                  <a:pt x="7406" y="3429"/>
                </a:lnTo>
                <a:lnTo>
                  <a:pt x="7406" y="572"/>
                </a:lnTo>
                <a:close/>
                <a:moveTo>
                  <a:pt x="7121" y="4430"/>
                </a:moveTo>
                <a:lnTo>
                  <a:pt x="7335" y="4668"/>
                </a:lnTo>
                <a:cubicBezTo>
                  <a:pt x="7502" y="4834"/>
                  <a:pt x="7382" y="5144"/>
                  <a:pt x="7121" y="5144"/>
                </a:cubicBezTo>
                <a:cubicBezTo>
                  <a:pt x="6882" y="5144"/>
                  <a:pt x="6763" y="4834"/>
                  <a:pt x="6906" y="4668"/>
                </a:cubicBezTo>
                <a:lnTo>
                  <a:pt x="7121" y="4430"/>
                </a:lnTo>
                <a:close/>
                <a:moveTo>
                  <a:pt x="8549" y="5692"/>
                </a:moveTo>
                <a:lnTo>
                  <a:pt x="8549" y="6263"/>
                </a:lnTo>
                <a:lnTo>
                  <a:pt x="5715" y="6263"/>
                </a:lnTo>
                <a:lnTo>
                  <a:pt x="5715" y="5692"/>
                </a:lnTo>
                <a:close/>
                <a:moveTo>
                  <a:pt x="8716" y="6835"/>
                </a:moveTo>
                <a:cubicBezTo>
                  <a:pt x="9192" y="7406"/>
                  <a:pt x="9264" y="8240"/>
                  <a:pt x="8835" y="8883"/>
                </a:cubicBezTo>
                <a:lnTo>
                  <a:pt x="8668" y="9121"/>
                </a:lnTo>
                <a:lnTo>
                  <a:pt x="5573" y="9121"/>
                </a:lnTo>
                <a:lnTo>
                  <a:pt x="5406" y="8883"/>
                </a:lnTo>
                <a:cubicBezTo>
                  <a:pt x="5001" y="8240"/>
                  <a:pt x="5049" y="7406"/>
                  <a:pt x="5549" y="6835"/>
                </a:cubicBezTo>
                <a:close/>
                <a:moveTo>
                  <a:pt x="5715" y="0"/>
                </a:moveTo>
                <a:lnTo>
                  <a:pt x="5715" y="572"/>
                </a:lnTo>
                <a:lnTo>
                  <a:pt x="4572" y="572"/>
                </a:lnTo>
                <a:lnTo>
                  <a:pt x="4572" y="1167"/>
                </a:lnTo>
                <a:lnTo>
                  <a:pt x="0" y="1167"/>
                </a:lnTo>
                <a:lnTo>
                  <a:pt x="0" y="2858"/>
                </a:lnTo>
                <a:lnTo>
                  <a:pt x="4572" y="2858"/>
                </a:lnTo>
                <a:lnTo>
                  <a:pt x="4572" y="3429"/>
                </a:lnTo>
                <a:lnTo>
                  <a:pt x="5715" y="3429"/>
                </a:lnTo>
                <a:lnTo>
                  <a:pt x="5715" y="4001"/>
                </a:lnTo>
                <a:lnTo>
                  <a:pt x="6740" y="4001"/>
                </a:lnTo>
                <a:lnTo>
                  <a:pt x="6501" y="4287"/>
                </a:lnTo>
                <a:cubicBezTo>
                  <a:pt x="6287" y="4525"/>
                  <a:pt x="6216" y="4834"/>
                  <a:pt x="6335" y="5144"/>
                </a:cubicBezTo>
                <a:lnTo>
                  <a:pt x="4572" y="5144"/>
                </a:lnTo>
                <a:lnTo>
                  <a:pt x="4572" y="5692"/>
                </a:lnTo>
                <a:lnTo>
                  <a:pt x="5144" y="5692"/>
                </a:lnTo>
                <a:lnTo>
                  <a:pt x="5144" y="6430"/>
                </a:lnTo>
                <a:cubicBezTo>
                  <a:pt x="4453" y="7192"/>
                  <a:pt x="4382" y="8335"/>
                  <a:pt x="4953" y="9192"/>
                </a:cubicBezTo>
                <a:lnTo>
                  <a:pt x="5263" y="9692"/>
                </a:lnTo>
                <a:lnTo>
                  <a:pt x="8978" y="9692"/>
                </a:lnTo>
                <a:lnTo>
                  <a:pt x="9311" y="9192"/>
                </a:lnTo>
                <a:cubicBezTo>
                  <a:pt x="9883" y="8335"/>
                  <a:pt x="9788" y="7192"/>
                  <a:pt x="9121" y="6430"/>
                </a:cubicBezTo>
                <a:lnTo>
                  <a:pt x="9121" y="5692"/>
                </a:lnTo>
                <a:lnTo>
                  <a:pt x="9669" y="5692"/>
                </a:lnTo>
                <a:lnTo>
                  <a:pt x="9669" y="5144"/>
                </a:lnTo>
                <a:lnTo>
                  <a:pt x="7930" y="5144"/>
                </a:lnTo>
                <a:cubicBezTo>
                  <a:pt x="8025" y="4834"/>
                  <a:pt x="7978" y="4525"/>
                  <a:pt x="7764" y="4287"/>
                </a:cubicBezTo>
                <a:lnTo>
                  <a:pt x="7502" y="4001"/>
                </a:lnTo>
                <a:lnTo>
                  <a:pt x="8549" y="4001"/>
                </a:lnTo>
                <a:lnTo>
                  <a:pt x="8549" y="3429"/>
                </a:lnTo>
                <a:lnTo>
                  <a:pt x="9669" y="3429"/>
                </a:lnTo>
                <a:lnTo>
                  <a:pt x="9669" y="572"/>
                </a:lnTo>
                <a:lnTo>
                  <a:pt x="8549" y="572"/>
                </a:lnTo>
                <a:lnTo>
                  <a:pt x="8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8"/>
          <p:cNvSpPr/>
          <p:nvPr/>
        </p:nvSpPr>
        <p:spPr>
          <a:xfrm>
            <a:off x="6026314" y="2100879"/>
            <a:ext cx="496127" cy="522654"/>
          </a:xfrm>
          <a:custGeom>
            <a:rect b="b" l="l" r="r" t="t"/>
            <a:pathLst>
              <a:path extrusionOk="0" h="9860" w="9360">
                <a:moveTo>
                  <a:pt x="2620" y="882"/>
                </a:moveTo>
                <a:cubicBezTo>
                  <a:pt x="2906" y="1239"/>
                  <a:pt x="3215" y="1739"/>
                  <a:pt x="3215" y="2025"/>
                </a:cubicBezTo>
                <a:cubicBezTo>
                  <a:pt x="3215" y="2192"/>
                  <a:pt x="3191" y="2263"/>
                  <a:pt x="3168" y="2287"/>
                </a:cubicBezTo>
                <a:cubicBezTo>
                  <a:pt x="3120" y="2311"/>
                  <a:pt x="3025" y="2335"/>
                  <a:pt x="2906" y="2335"/>
                </a:cubicBezTo>
                <a:lnTo>
                  <a:pt x="2334" y="2335"/>
                </a:lnTo>
                <a:cubicBezTo>
                  <a:pt x="2239" y="2335"/>
                  <a:pt x="2120" y="2311"/>
                  <a:pt x="2096" y="2287"/>
                </a:cubicBezTo>
                <a:cubicBezTo>
                  <a:pt x="2072" y="2263"/>
                  <a:pt x="2048" y="2192"/>
                  <a:pt x="2048" y="2025"/>
                </a:cubicBezTo>
                <a:cubicBezTo>
                  <a:pt x="2048" y="1739"/>
                  <a:pt x="2358" y="1239"/>
                  <a:pt x="2620" y="882"/>
                </a:cubicBezTo>
                <a:close/>
                <a:moveTo>
                  <a:pt x="4454" y="3668"/>
                </a:moveTo>
                <a:cubicBezTo>
                  <a:pt x="4430" y="3740"/>
                  <a:pt x="4430" y="3787"/>
                  <a:pt x="4430" y="3859"/>
                </a:cubicBezTo>
                <a:cubicBezTo>
                  <a:pt x="4311" y="3930"/>
                  <a:pt x="4215" y="4002"/>
                  <a:pt x="4120" y="4097"/>
                </a:cubicBezTo>
                <a:cubicBezTo>
                  <a:pt x="3906" y="4311"/>
                  <a:pt x="3763" y="4549"/>
                  <a:pt x="3668" y="4811"/>
                </a:cubicBezTo>
                <a:cubicBezTo>
                  <a:pt x="3573" y="4764"/>
                  <a:pt x="3501" y="4716"/>
                  <a:pt x="3453" y="4668"/>
                </a:cubicBezTo>
                <a:cubicBezTo>
                  <a:pt x="3263" y="4430"/>
                  <a:pt x="3144" y="4168"/>
                  <a:pt x="3239" y="4073"/>
                </a:cubicBezTo>
                <a:cubicBezTo>
                  <a:pt x="3406" y="3906"/>
                  <a:pt x="3882" y="3763"/>
                  <a:pt x="4454" y="3668"/>
                </a:cubicBezTo>
                <a:close/>
                <a:moveTo>
                  <a:pt x="929" y="3668"/>
                </a:moveTo>
                <a:lnTo>
                  <a:pt x="929" y="3668"/>
                </a:lnTo>
                <a:cubicBezTo>
                  <a:pt x="1453" y="3763"/>
                  <a:pt x="1834" y="3906"/>
                  <a:pt x="2001" y="4073"/>
                </a:cubicBezTo>
                <a:cubicBezTo>
                  <a:pt x="2120" y="4168"/>
                  <a:pt x="1929" y="4502"/>
                  <a:pt x="1786" y="4692"/>
                </a:cubicBezTo>
                <a:cubicBezTo>
                  <a:pt x="1692" y="4768"/>
                  <a:pt x="1478" y="4918"/>
                  <a:pt x="1334" y="4918"/>
                </a:cubicBezTo>
                <a:cubicBezTo>
                  <a:pt x="1296" y="4918"/>
                  <a:pt x="1263" y="4907"/>
                  <a:pt x="1239" y="4883"/>
                </a:cubicBezTo>
                <a:cubicBezTo>
                  <a:pt x="1072" y="4716"/>
                  <a:pt x="977" y="4144"/>
                  <a:pt x="929" y="3668"/>
                </a:cubicBezTo>
                <a:close/>
                <a:moveTo>
                  <a:pt x="2906" y="4978"/>
                </a:moveTo>
                <a:lnTo>
                  <a:pt x="3049" y="5073"/>
                </a:lnTo>
                <a:cubicBezTo>
                  <a:pt x="3049" y="5097"/>
                  <a:pt x="3263" y="5264"/>
                  <a:pt x="3525" y="5383"/>
                </a:cubicBezTo>
                <a:cubicBezTo>
                  <a:pt x="3525" y="5430"/>
                  <a:pt x="3525" y="5478"/>
                  <a:pt x="3525" y="5550"/>
                </a:cubicBezTo>
                <a:cubicBezTo>
                  <a:pt x="3525" y="5645"/>
                  <a:pt x="3525" y="5764"/>
                  <a:pt x="3549" y="5859"/>
                </a:cubicBezTo>
                <a:cubicBezTo>
                  <a:pt x="3311" y="5931"/>
                  <a:pt x="3096" y="6026"/>
                  <a:pt x="2906" y="6121"/>
                </a:cubicBezTo>
                <a:lnTo>
                  <a:pt x="2906" y="4978"/>
                </a:lnTo>
                <a:close/>
                <a:moveTo>
                  <a:pt x="4954" y="4216"/>
                </a:moveTo>
                <a:lnTo>
                  <a:pt x="4954" y="4216"/>
                </a:lnTo>
                <a:cubicBezTo>
                  <a:pt x="5525" y="5002"/>
                  <a:pt x="5525" y="6073"/>
                  <a:pt x="4906" y="6836"/>
                </a:cubicBezTo>
                <a:cubicBezTo>
                  <a:pt x="4763" y="6764"/>
                  <a:pt x="4644" y="6669"/>
                  <a:pt x="4525" y="6550"/>
                </a:cubicBezTo>
                <a:cubicBezTo>
                  <a:pt x="4263" y="6288"/>
                  <a:pt x="4096" y="5931"/>
                  <a:pt x="4096" y="5526"/>
                </a:cubicBezTo>
                <a:cubicBezTo>
                  <a:pt x="4096" y="5145"/>
                  <a:pt x="4263" y="4787"/>
                  <a:pt x="4525" y="4526"/>
                </a:cubicBezTo>
                <a:cubicBezTo>
                  <a:pt x="4644" y="4383"/>
                  <a:pt x="4787" y="4287"/>
                  <a:pt x="4954" y="4216"/>
                </a:cubicBezTo>
                <a:close/>
                <a:moveTo>
                  <a:pt x="5549" y="4097"/>
                </a:moveTo>
                <a:cubicBezTo>
                  <a:pt x="5930" y="4097"/>
                  <a:pt x="6311" y="4240"/>
                  <a:pt x="6573" y="4526"/>
                </a:cubicBezTo>
                <a:cubicBezTo>
                  <a:pt x="7145" y="5073"/>
                  <a:pt x="7145" y="6002"/>
                  <a:pt x="6573" y="6550"/>
                </a:cubicBezTo>
                <a:cubicBezTo>
                  <a:pt x="6305" y="6817"/>
                  <a:pt x="5975" y="6981"/>
                  <a:pt x="5602" y="6981"/>
                </a:cubicBezTo>
                <a:cubicBezTo>
                  <a:pt x="5576" y="6981"/>
                  <a:pt x="5551" y="6980"/>
                  <a:pt x="5525" y="6978"/>
                </a:cubicBezTo>
                <a:cubicBezTo>
                  <a:pt x="5787" y="6550"/>
                  <a:pt x="5954" y="6050"/>
                  <a:pt x="5954" y="5550"/>
                </a:cubicBezTo>
                <a:cubicBezTo>
                  <a:pt x="5954" y="5026"/>
                  <a:pt x="5811" y="4526"/>
                  <a:pt x="5549" y="4097"/>
                </a:cubicBezTo>
                <a:close/>
                <a:moveTo>
                  <a:pt x="596" y="6240"/>
                </a:moveTo>
                <a:lnTo>
                  <a:pt x="596" y="6240"/>
                </a:lnTo>
                <a:cubicBezTo>
                  <a:pt x="1096" y="6288"/>
                  <a:pt x="1905" y="6431"/>
                  <a:pt x="2215" y="6740"/>
                </a:cubicBezTo>
                <a:cubicBezTo>
                  <a:pt x="2548" y="7097"/>
                  <a:pt x="2072" y="7693"/>
                  <a:pt x="2001" y="7788"/>
                </a:cubicBezTo>
                <a:cubicBezTo>
                  <a:pt x="1948" y="7824"/>
                  <a:pt x="1631" y="8096"/>
                  <a:pt x="1335" y="8096"/>
                </a:cubicBezTo>
                <a:cubicBezTo>
                  <a:pt x="1233" y="8096"/>
                  <a:pt x="1134" y="8064"/>
                  <a:pt x="1048" y="7979"/>
                </a:cubicBezTo>
                <a:cubicBezTo>
                  <a:pt x="739" y="7693"/>
                  <a:pt x="620" y="6859"/>
                  <a:pt x="596" y="6240"/>
                </a:cubicBezTo>
                <a:close/>
                <a:moveTo>
                  <a:pt x="3715" y="6431"/>
                </a:moveTo>
                <a:cubicBezTo>
                  <a:pt x="3834" y="6621"/>
                  <a:pt x="3954" y="6812"/>
                  <a:pt x="4120" y="6978"/>
                </a:cubicBezTo>
                <a:cubicBezTo>
                  <a:pt x="4263" y="7121"/>
                  <a:pt x="4406" y="7240"/>
                  <a:pt x="4597" y="7312"/>
                </a:cubicBezTo>
                <a:cubicBezTo>
                  <a:pt x="4477" y="7693"/>
                  <a:pt x="4358" y="7883"/>
                  <a:pt x="4263" y="7979"/>
                </a:cubicBezTo>
                <a:cubicBezTo>
                  <a:pt x="4176" y="8066"/>
                  <a:pt x="4070" y="8099"/>
                  <a:pt x="3961" y="8099"/>
                </a:cubicBezTo>
                <a:cubicBezTo>
                  <a:pt x="3652" y="8099"/>
                  <a:pt x="3309" y="7835"/>
                  <a:pt x="3239" y="7764"/>
                </a:cubicBezTo>
                <a:cubicBezTo>
                  <a:pt x="3168" y="7669"/>
                  <a:pt x="2715" y="7074"/>
                  <a:pt x="3049" y="6740"/>
                </a:cubicBezTo>
                <a:cubicBezTo>
                  <a:pt x="3120" y="6669"/>
                  <a:pt x="3334" y="6526"/>
                  <a:pt x="3715" y="6431"/>
                </a:cubicBezTo>
                <a:close/>
                <a:moveTo>
                  <a:pt x="8002" y="7574"/>
                </a:moveTo>
                <a:lnTo>
                  <a:pt x="8621" y="8193"/>
                </a:lnTo>
                <a:cubicBezTo>
                  <a:pt x="8740" y="8312"/>
                  <a:pt x="8740" y="8503"/>
                  <a:pt x="8621" y="8598"/>
                </a:cubicBezTo>
                <a:cubicBezTo>
                  <a:pt x="8562" y="8657"/>
                  <a:pt x="8484" y="8687"/>
                  <a:pt x="8410" y="8687"/>
                </a:cubicBezTo>
                <a:cubicBezTo>
                  <a:pt x="8335" y="8687"/>
                  <a:pt x="8264" y="8657"/>
                  <a:pt x="8216" y="8598"/>
                </a:cubicBezTo>
                <a:lnTo>
                  <a:pt x="7597" y="8002"/>
                </a:lnTo>
                <a:lnTo>
                  <a:pt x="8002" y="7574"/>
                </a:lnTo>
                <a:close/>
                <a:moveTo>
                  <a:pt x="2620" y="1"/>
                </a:moveTo>
                <a:lnTo>
                  <a:pt x="2406" y="239"/>
                </a:lnTo>
                <a:cubicBezTo>
                  <a:pt x="2310" y="334"/>
                  <a:pt x="1477" y="1311"/>
                  <a:pt x="1477" y="2025"/>
                </a:cubicBezTo>
                <a:cubicBezTo>
                  <a:pt x="1477" y="2335"/>
                  <a:pt x="1548" y="2549"/>
                  <a:pt x="1691" y="2692"/>
                </a:cubicBezTo>
                <a:cubicBezTo>
                  <a:pt x="1858" y="2859"/>
                  <a:pt x="2096" y="2906"/>
                  <a:pt x="2334" y="2906"/>
                </a:cubicBezTo>
                <a:lnTo>
                  <a:pt x="2334" y="3573"/>
                </a:lnTo>
                <a:cubicBezTo>
                  <a:pt x="1882" y="3216"/>
                  <a:pt x="1001" y="3097"/>
                  <a:pt x="643" y="3049"/>
                </a:cubicBezTo>
                <a:lnTo>
                  <a:pt x="286" y="3025"/>
                </a:lnTo>
                <a:lnTo>
                  <a:pt x="286" y="3025"/>
                </a:lnTo>
                <a:lnTo>
                  <a:pt x="334" y="3382"/>
                </a:lnTo>
                <a:cubicBezTo>
                  <a:pt x="405" y="4216"/>
                  <a:pt x="500" y="4954"/>
                  <a:pt x="834" y="5288"/>
                </a:cubicBezTo>
                <a:cubicBezTo>
                  <a:pt x="977" y="5430"/>
                  <a:pt x="1143" y="5502"/>
                  <a:pt x="1334" y="5502"/>
                </a:cubicBezTo>
                <a:cubicBezTo>
                  <a:pt x="1667" y="5502"/>
                  <a:pt x="1953" y="5311"/>
                  <a:pt x="2191" y="5097"/>
                </a:cubicBezTo>
                <a:cubicBezTo>
                  <a:pt x="2239" y="5049"/>
                  <a:pt x="2287" y="4978"/>
                  <a:pt x="2334" y="4930"/>
                </a:cubicBezTo>
                <a:lnTo>
                  <a:pt x="2334" y="6121"/>
                </a:lnTo>
                <a:cubicBezTo>
                  <a:pt x="2048" y="5954"/>
                  <a:pt x="1667" y="5835"/>
                  <a:pt x="1215" y="5740"/>
                </a:cubicBezTo>
                <a:cubicBezTo>
                  <a:pt x="739" y="5669"/>
                  <a:pt x="334" y="5645"/>
                  <a:pt x="310" y="5645"/>
                </a:cubicBezTo>
                <a:lnTo>
                  <a:pt x="24" y="5645"/>
                </a:lnTo>
                <a:lnTo>
                  <a:pt x="24" y="5931"/>
                </a:lnTo>
                <a:cubicBezTo>
                  <a:pt x="24" y="6121"/>
                  <a:pt x="0" y="7764"/>
                  <a:pt x="643" y="8383"/>
                </a:cubicBezTo>
                <a:cubicBezTo>
                  <a:pt x="841" y="8581"/>
                  <a:pt x="1072" y="8670"/>
                  <a:pt x="1321" y="8670"/>
                </a:cubicBezTo>
                <a:cubicBezTo>
                  <a:pt x="1493" y="8670"/>
                  <a:pt x="1673" y="8628"/>
                  <a:pt x="1858" y="8550"/>
                </a:cubicBezTo>
                <a:cubicBezTo>
                  <a:pt x="2072" y="8455"/>
                  <a:pt x="2239" y="8336"/>
                  <a:pt x="2334" y="8264"/>
                </a:cubicBezTo>
                <a:lnTo>
                  <a:pt x="2334" y="9860"/>
                </a:lnTo>
                <a:lnTo>
                  <a:pt x="2906" y="9860"/>
                </a:lnTo>
                <a:lnTo>
                  <a:pt x="2906" y="8241"/>
                </a:lnTo>
                <a:cubicBezTo>
                  <a:pt x="3025" y="8336"/>
                  <a:pt x="3191" y="8455"/>
                  <a:pt x="3430" y="8550"/>
                </a:cubicBezTo>
                <a:cubicBezTo>
                  <a:pt x="3614" y="8628"/>
                  <a:pt x="3798" y="8670"/>
                  <a:pt x="3975" y="8670"/>
                </a:cubicBezTo>
                <a:cubicBezTo>
                  <a:pt x="4231" y="8670"/>
                  <a:pt x="4470" y="8581"/>
                  <a:pt x="4668" y="8383"/>
                </a:cubicBezTo>
                <a:cubicBezTo>
                  <a:pt x="4858" y="8193"/>
                  <a:pt x="5025" y="7907"/>
                  <a:pt x="5144" y="7526"/>
                </a:cubicBezTo>
                <a:cubicBezTo>
                  <a:pt x="5281" y="7556"/>
                  <a:pt x="5421" y="7571"/>
                  <a:pt x="5561" y="7571"/>
                </a:cubicBezTo>
                <a:cubicBezTo>
                  <a:pt x="5982" y="7571"/>
                  <a:pt x="6406" y="7437"/>
                  <a:pt x="6764" y="7169"/>
                </a:cubicBezTo>
                <a:lnTo>
                  <a:pt x="7192" y="7574"/>
                </a:lnTo>
                <a:lnTo>
                  <a:pt x="6787" y="8002"/>
                </a:lnTo>
                <a:lnTo>
                  <a:pt x="7811" y="9026"/>
                </a:lnTo>
                <a:cubicBezTo>
                  <a:pt x="7978" y="9193"/>
                  <a:pt x="8198" y="9276"/>
                  <a:pt x="8419" y="9276"/>
                </a:cubicBezTo>
                <a:cubicBezTo>
                  <a:pt x="8639" y="9276"/>
                  <a:pt x="8859" y="9193"/>
                  <a:pt x="9026" y="9026"/>
                </a:cubicBezTo>
                <a:cubicBezTo>
                  <a:pt x="9359" y="8669"/>
                  <a:pt x="9359" y="8121"/>
                  <a:pt x="9026" y="7788"/>
                </a:cubicBezTo>
                <a:lnTo>
                  <a:pt x="8002" y="6764"/>
                </a:lnTo>
                <a:lnTo>
                  <a:pt x="7597" y="7169"/>
                </a:lnTo>
                <a:lnTo>
                  <a:pt x="7168" y="6740"/>
                </a:lnTo>
                <a:cubicBezTo>
                  <a:pt x="7764" y="5954"/>
                  <a:pt x="7692" y="4835"/>
                  <a:pt x="6978" y="4097"/>
                </a:cubicBezTo>
                <a:cubicBezTo>
                  <a:pt x="6597" y="3716"/>
                  <a:pt x="6097" y="3502"/>
                  <a:pt x="5549" y="3502"/>
                </a:cubicBezTo>
                <a:cubicBezTo>
                  <a:pt x="5382" y="3502"/>
                  <a:pt x="5216" y="3525"/>
                  <a:pt x="5049" y="3573"/>
                </a:cubicBezTo>
                <a:cubicBezTo>
                  <a:pt x="5049" y="3502"/>
                  <a:pt x="5049" y="3430"/>
                  <a:pt x="5073" y="3382"/>
                </a:cubicBezTo>
                <a:lnTo>
                  <a:pt x="5097" y="3025"/>
                </a:lnTo>
                <a:lnTo>
                  <a:pt x="5097" y="3025"/>
                </a:lnTo>
                <a:lnTo>
                  <a:pt x="4739" y="3049"/>
                </a:lnTo>
                <a:cubicBezTo>
                  <a:pt x="4335" y="3097"/>
                  <a:pt x="3382" y="3216"/>
                  <a:pt x="2906" y="3573"/>
                </a:cubicBezTo>
                <a:lnTo>
                  <a:pt x="2906" y="2906"/>
                </a:lnTo>
                <a:cubicBezTo>
                  <a:pt x="3144" y="2906"/>
                  <a:pt x="3382" y="2859"/>
                  <a:pt x="3573" y="2692"/>
                </a:cubicBezTo>
                <a:cubicBezTo>
                  <a:pt x="3715" y="2549"/>
                  <a:pt x="3787" y="2335"/>
                  <a:pt x="3787" y="2025"/>
                </a:cubicBezTo>
                <a:cubicBezTo>
                  <a:pt x="3787" y="1311"/>
                  <a:pt x="2930" y="334"/>
                  <a:pt x="2834" y="239"/>
                </a:cubicBezTo>
                <a:lnTo>
                  <a:pt x="2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8"/>
          <p:cNvSpPr/>
          <p:nvPr/>
        </p:nvSpPr>
        <p:spPr>
          <a:xfrm>
            <a:off x="565757" y="3711497"/>
            <a:ext cx="496128" cy="496171"/>
          </a:xfrm>
          <a:custGeom>
            <a:rect b="b" l="l" r="r" t="t"/>
            <a:pathLst>
              <a:path extrusionOk="0" h="8575" w="8575">
                <a:moveTo>
                  <a:pt x="6050" y="501"/>
                </a:moveTo>
                <a:lnTo>
                  <a:pt x="6050" y="1382"/>
                </a:lnTo>
                <a:lnTo>
                  <a:pt x="6550" y="1882"/>
                </a:lnTo>
                <a:lnTo>
                  <a:pt x="6550" y="3549"/>
                </a:lnTo>
                <a:lnTo>
                  <a:pt x="6050" y="3549"/>
                </a:lnTo>
                <a:lnTo>
                  <a:pt x="6050" y="2787"/>
                </a:lnTo>
                <a:lnTo>
                  <a:pt x="5550" y="2787"/>
                </a:lnTo>
                <a:lnTo>
                  <a:pt x="5550" y="4049"/>
                </a:lnTo>
                <a:lnTo>
                  <a:pt x="5050" y="4049"/>
                </a:lnTo>
                <a:lnTo>
                  <a:pt x="5050" y="2787"/>
                </a:lnTo>
                <a:lnTo>
                  <a:pt x="4549" y="2787"/>
                </a:lnTo>
                <a:lnTo>
                  <a:pt x="4549" y="5050"/>
                </a:lnTo>
                <a:lnTo>
                  <a:pt x="4049" y="5050"/>
                </a:lnTo>
                <a:lnTo>
                  <a:pt x="4049" y="2287"/>
                </a:lnTo>
                <a:lnTo>
                  <a:pt x="3525" y="2287"/>
                </a:lnTo>
                <a:lnTo>
                  <a:pt x="3525" y="3549"/>
                </a:lnTo>
                <a:lnTo>
                  <a:pt x="3025" y="3549"/>
                </a:lnTo>
                <a:lnTo>
                  <a:pt x="3025" y="1882"/>
                </a:lnTo>
                <a:lnTo>
                  <a:pt x="3525" y="1382"/>
                </a:lnTo>
                <a:lnTo>
                  <a:pt x="3525" y="501"/>
                </a:lnTo>
                <a:close/>
                <a:moveTo>
                  <a:pt x="5002" y="5550"/>
                </a:moveTo>
                <a:cubicBezTo>
                  <a:pt x="4907" y="5835"/>
                  <a:pt x="4621" y="6050"/>
                  <a:pt x="4287" y="6050"/>
                </a:cubicBezTo>
                <a:cubicBezTo>
                  <a:pt x="3954" y="6050"/>
                  <a:pt x="3692" y="5835"/>
                  <a:pt x="3573" y="5550"/>
                </a:cubicBezTo>
                <a:close/>
                <a:moveTo>
                  <a:pt x="6026" y="5550"/>
                </a:moveTo>
                <a:cubicBezTo>
                  <a:pt x="5907" y="6407"/>
                  <a:pt x="5169" y="7050"/>
                  <a:pt x="4287" y="7050"/>
                </a:cubicBezTo>
                <a:cubicBezTo>
                  <a:pt x="3406" y="7050"/>
                  <a:pt x="2668" y="6407"/>
                  <a:pt x="2549" y="5550"/>
                </a:cubicBezTo>
                <a:lnTo>
                  <a:pt x="3049" y="5550"/>
                </a:lnTo>
                <a:cubicBezTo>
                  <a:pt x="3168" y="6121"/>
                  <a:pt x="3692" y="6550"/>
                  <a:pt x="4287" y="6550"/>
                </a:cubicBezTo>
                <a:cubicBezTo>
                  <a:pt x="4907" y="6550"/>
                  <a:pt x="5407" y="6121"/>
                  <a:pt x="5526" y="5550"/>
                </a:cubicBezTo>
                <a:close/>
                <a:moveTo>
                  <a:pt x="7050" y="5550"/>
                </a:moveTo>
                <a:cubicBezTo>
                  <a:pt x="6931" y="6979"/>
                  <a:pt x="5740" y="8074"/>
                  <a:pt x="4287" y="8074"/>
                </a:cubicBezTo>
                <a:cubicBezTo>
                  <a:pt x="2859" y="8074"/>
                  <a:pt x="1668" y="6979"/>
                  <a:pt x="1525" y="5550"/>
                </a:cubicBezTo>
                <a:lnTo>
                  <a:pt x="2049" y="5550"/>
                </a:lnTo>
                <a:cubicBezTo>
                  <a:pt x="2168" y="6669"/>
                  <a:pt x="3121" y="7574"/>
                  <a:pt x="4287" y="7574"/>
                </a:cubicBezTo>
                <a:cubicBezTo>
                  <a:pt x="5454" y="7574"/>
                  <a:pt x="6407" y="6669"/>
                  <a:pt x="6550" y="5550"/>
                </a:cubicBezTo>
                <a:close/>
                <a:moveTo>
                  <a:pt x="3025" y="1"/>
                </a:moveTo>
                <a:lnTo>
                  <a:pt x="3025" y="1168"/>
                </a:lnTo>
                <a:lnTo>
                  <a:pt x="2525" y="1668"/>
                </a:lnTo>
                <a:lnTo>
                  <a:pt x="2525" y="4049"/>
                </a:lnTo>
                <a:lnTo>
                  <a:pt x="3525" y="4049"/>
                </a:lnTo>
                <a:lnTo>
                  <a:pt x="3525" y="5050"/>
                </a:lnTo>
                <a:lnTo>
                  <a:pt x="1" y="5050"/>
                </a:lnTo>
                <a:lnTo>
                  <a:pt x="1" y="5550"/>
                </a:lnTo>
                <a:lnTo>
                  <a:pt x="1025" y="5550"/>
                </a:lnTo>
                <a:cubicBezTo>
                  <a:pt x="1168" y="7217"/>
                  <a:pt x="2549" y="8574"/>
                  <a:pt x="4287" y="8574"/>
                </a:cubicBezTo>
                <a:cubicBezTo>
                  <a:pt x="6026" y="8574"/>
                  <a:pt x="7431" y="7217"/>
                  <a:pt x="7550" y="5550"/>
                </a:cubicBezTo>
                <a:lnTo>
                  <a:pt x="8574" y="5550"/>
                </a:lnTo>
                <a:lnTo>
                  <a:pt x="8574" y="5050"/>
                </a:lnTo>
                <a:lnTo>
                  <a:pt x="5050" y="5050"/>
                </a:lnTo>
                <a:lnTo>
                  <a:pt x="5050" y="4549"/>
                </a:lnTo>
                <a:lnTo>
                  <a:pt x="6050" y="4549"/>
                </a:lnTo>
                <a:lnTo>
                  <a:pt x="6050" y="4049"/>
                </a:lnTo>
                <a:lnTo>
                  <a:pt x="7050" y="4049"/>
                </a:lnTo>
                <a:lnTo>
                  <a:pt x="7050" y="1668"/>
                </a:lnTo>
                <a:lnTo>
                  <a:pt x="6550" y="1168"/>
                </a:lnTo>
                <a:lnTo>
                  <a:pt x="65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8"/>
          <p:cNvSpPr/>
          <p:nvPr/>
        </p:nvSpPr>
        <p:spPr>
          <a:xfrm>
            <a:off x="6026318" y="3748090"/>
            <a:ext cx="496119" cy="422973"/>
          </a:xfrm>
          <a:custGeom>
            <a:rect b="b" l="l" r="r" t="t"/>
            <a:pathLst>
              <a:path extrusionOk="0" h="8122" w="9527">
                <a:moveTo>
                  <a:pt x="7835" y="2549"/>
                </a:moveTo>
                <a:lnTo>
                  <a:pt x="7835" y="3096"/>
                </a:lnTo>
                <a:lnTo>
                  <a:pt x="572" y="3096"/>
                </a:lnTo>
                <a:lnTo>
                  <a:pt x="572" y="2549"/>
                </a:lnTo>
                <a:close/>
                <a:moveTo>
                  <a:pt x="1763" y="3644"/>
                </a:moveTo>
                <a:lnTo>
                  <a:pt x="1953" y="4216"/>
                </a:lnTo>
                <a:lnTo>
                  <a:pt x="905" y="4216"/>
                </a:lnTo>
                <a:lnTo>
                  <a:pt x="691" y="3644"/>
                </a:lnTo>
                <a:close/>
                <a:moveTo>
                  <a:pt x="3930" y="3644"/>
                </a:moveTo>
                <a:lnTo>
                  <a:pt x="3930" y="4216"/>
                </a:lnTo>
                <a:lnTo>
                  <a:pt x="2549" y="4216"/>
                </a:lnTo>
                <a:lnTo>
                  <a:pt x="2358" y="3644"/>
                </a:lnTo>
                <a:close/>
                <a:moveTo>
                  <a:pt x="6049" y="3644"/>
                </a:moveTo>
                <a:lnTo>
                  <a:pt x="5883" y="4216"/>
                </a:lnTo>
                <a:lnTo>
                  <a:pt x="4501" y="4216"/>
                </a:lnTo>
                <a:lnTo>
                  <a:pt x="4501" y="3644"/>
                </a:lnTo>
                <a:close/>
                <a:moveTo>
                  <a:pt x="7716" y="3644"/>
                </a:moveTo>
                <a:lnTo>
                  <a:pt x="7502" y="4216"/>
                </a:lnTo>
                <a:lnTo>
                  <a:pt x="6454" y="4216"/>
                </a:lnTo>
                <a:lnTo>
                  <a:pt x="6645" y="3644"/>
                </a:lnTo>
                <a:close/>
                <a:moveTo>
                  <a:pt x="7288" y="4763"/>
                </a:moveTo>
                <a:lnTo>
                  <a:pt x="7097" y="5335"/>
                </a:lnTo>
                <a:lnTo>
                  <a:pt x="1310" y="5335"/>
                </a:lnTo>
                <a:lnTo>
                  <a:pt x="1120" y="4763"/>
                </a:lnTo>
                <a:close/>
                <a:moveTo>
                  <a:pt x="2501" y="5883"/>
                </a:moveTo>
                <a:lnTo>
                  <a:pt x="2691" y="6454"/>
                </a:lnTo>
                <a:lnTo>
                  <a:pt x="1739" y="6454"/>
                </a:lnTo>
                <a:lnTo>
                  <a:pt x="1525" y="5883"/>
                </a:lnTo>
                <a:close/>
                <a:moveTo>
                  <a:pt x="3930" y="5883"/>
                </a:moveTo>
                <a:lnTo>
                  <a:pt x="3930" y="6454"/>
                </a:lnTo>
                <a:lnTo>
                  <a:pt x="3287" y="6454"/>
                </a:lnTo>
                <a:lnTo>
                  <a:pt x="3096" y="5883"/>
                </a:lnTo>
                <a:close/>
                <a:moveTo>
                  <a:pt x="5311" y="5883"/>
                </a:moveTo>
                <a:lnTo>
                  <a:pt x="5121" y="6454"/>
                </a:lnTo>
                <a:lnTo>
                  <a:pt x="4501" y="6454"/>
                </a:lnTo>
                <a:lnTo>
                  <a:pt x="4501" y="5883"/>
                </a:lnTo>
                <a:close/>
                <a:moveTo>
                  <a:pt x="6168" y="5883"/>
                </a:moveTo>
                <a:lnTo>
                  <a:pt x="6168" y="6454"/>
                </a:lnTo>
                <a:lnTo>
                  <a:pt x="5716" y="6454"/>
                </a:lnTo>
                <a:lnTo>
                  <a:pt x="5906" y="5883"/>
                </a:lnTo>
                <a:close/>
                <a:moveTo>
                  <a:pt x="6264" y="7002"/>
                </a:moveTo>
                <a:cubicBezTo>
                  <a:pt x="6287" y="7097"/>
                  <a:pt x="6335" y="7169"/>
                  <a:pt x="6383" y="7240"/>
                </a:cubicBezTo>
                <a:lnTo>
                  <a:pt x="6264" y="7550"/>
                </a:lnTo>
                <a:lnTo>
                  <a:pt x="2168" y="7550"/>
                </a:lnTo>
                <a:lnTo>
                  <a:pt x="1953" y="7002"/>
                </a:lnTo>
                <a:close/>
                <a:moveTo>
                  <a:pt x="8979" y="5883"/>
                </a:moveTo>
                <a:lnTo>
                  <a:pt x="8979" y="6454"/>
                </a:lnTo>
                <a:cubicBezTo>
                  <a:pt x="8979" y="7050"/>
                  <a:pt x="8455" y="7550"/>
                  <a:pt x="7835" y="7550"/>
                </a:cubicBezTo>
                <a:cubicBezTo>
                  <a:pt x="7216" y="7550"/>
                  <a:pt x="6716" y="7050"/>
                  <a:pt x="6716" y="6454"/>
                </a:cubicBezTo>
                <a:lnTo>
                  <a:pt x="6716" y="5883"/>
                </a:lnTo>
                <a:close/>
                <a:moveTo>
                  <a:pt x="8979" y="1"/>
                </a:moveTo>
                <a:lnTo>
                  <a:pt x="8979" y="5335"/>
                </a:lnTo>
                <a:lnTo>
                  <a:pt x="7693" y="5335"/>
                </a:lnTo>
                <a:lnTo>
                  <a:pt x="8407" y="3430"/>
                </a:lnTo>
                <a:lnTo>
                  <a:pt x="8407" y="1977"/>
                </a:lnTo>
                <a:lnTo>
                  <a:pt x="0" y="1977"/>
                </a:lnTo>
                <a:lnTo>
                  <a:pt x="0" y="3430"/>
                </a:lnTo>
                <a:lnTo>
                  <a:pt x="1763" y="8121"/>
                </a:lnTo>
                <a:lnTo>
                  <a:pt x="6645" y="8121"/>
                </a:lnTo>
                <a:lnTo>
                  <a:pt x="6788" y="7740"/>
                </a:lnTo>
                <a:cubicBezTo>
                  <a:pt x="7073" y="7978"/>
                  <a:pt x="7431" y="8121"/>
                  <a:pt x="7835" y="8121"/>
                </a:cubicBezTo>
                <a:cubicBezTo>
                  <a:pt x="8764" y="8121"/>
                  <a:pt x="9526" y="7359"/>
                  <a:pt x="9526" y="6454"/>
                </a:cubicBezTo>
                <a:lnTo>
                  <a:pt x="9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8"/>
          <p:cNvSpPr/>
          <p:nvPr/>
        </p:nvSpPr>
        <p:spPr>
          <a:xfrm>
            <a:off x="3318245" y="3726516"/>
            <a:ext cx="496118" cy="466125"/>
          </a:xfrm>
          <a:custGeom>
            <a:rect b="b" l="l" r="r" t="t"/>
            <a:pathLst>
              <a:path extrusionOk="0" h="8860" w="9431">
                <a:moveTo>
                  <a:pt x="4453" y="1049"/>
                </a:moveTo>
                <a:lnTo>
                  <a:pt x="4453" y="2787"/>
                </a:lnTo>
                <a:lnTo>
                  <a:pt x="3239" y="2787"/>
                </a:lnTo>
                <a:cubicBezTo>
                  <a:pt x="3596" y="2073"/>
                  <a:pt x="4096" y="1454"/>
                  <a:pt x="4453" y="1049"/>
                </a:cubicBezTo>
                <a:close/>
                <a:moveTo>
                  <a:pt x="5001" y="1072"/>
                </a:moveTo>
                <a:cubicBezTo>
                  <a:pt x="5287" y="1382"/>
                  <a:pt x="5644" y="1835"/>
                  <a:pt x="5954" y="2335"/>
                </a:cubicBezTo>
                <a:lnTo>
                  <a:pt x="5358" y="2787"/>
                </a:lnTo>
                <a:lnTo>
                  <a:pt x="5001" y="2787"/>
                </a:lnTo>
                <a:lnTo>
                  <a:pt x="5001" y="1072"/>
                </a:lnTo>
                <a:close/>
                <a:moveTo>
                  <a:pt x="8335" y="4430"/>
                </a:moveTo>
                <a:lnTo>
                  <a:pt x="8335" y="5002"/>
                </a:lnTo>
                <a:lnTo>
                  <a:pt x="7144" y="5002"/>
                </a:lnTo>
                <a:cubicBezTo>
                  <a:pt x="7192" y="4811"/>
                  <a:pt x="7216" y="4621"/>
                  <a:pt x="7216" y="4430"/>
                </a:cubicBezTo>
                <a:close/>
                <a:moveTo>
                  <a:pt x="6216" y="2835"/>
                </a:moveTo>
                <a:cubicBezTo>
                  <a:pt x="6406" y="3216"/>
                  <a:pt x="6573" y="3644"/>
                  <a:pt x="6621" y="4049"/>
                </a:cubicBezTo>
                <a:lnTo>
                  <a:pt x="5001" y="5264"/>
                </a:lnTo>
                <a:lnTo>
                  <a:pt x="5001" y="4168"/>
                </a:lnTo>
                <a:cubicBezTo>
                  <a:pt x="5263" y="3978"/>
                  <a:pt x="5454" y="3692"/>
                  <a:pt x="5525" y="3359"/>
                </a:cubicBezTo>
                <a:lnTo>
                  <a:pt x="6216" y="2835"/>
                </a:lnTo>
                <a:close/>
                <a:moveTo>
                  <a:pt x="8883" y="5550"/>
                </a:moveTo>
                <a:lnTo>
                  <a:pt x="8883" y="6097"/>
                </a:lnTo>
                <a:lnTo>
                  <a:pt x="6692" y="6097"/>
                </a:lnTo>
                <a:cubicBezTo>
                  <a:pt x="6811" y="5907"/>
                  <a:pt x="6906" y="5740"/>
                  <a:pt x="6978" y="5550"/>
                </a:cubicBezTo>
                <a:close/>
                <a:moveTo>
                  <a:pt x="4453" y="4407"/>
                </a:moveTo>
                <a:lnTo>
                  <a:pt x="4453" y="6978"/>
                </a:lnTo>
                <a:cubicBezTo>
                  <a:pt x="4215" y="6836"/>
                  <a:pt x="3882" y="6597"/>
                  <a:pt x="3596" y="6288"/>
                </a:cubicBezTo>
                <a:cubicBezTo>
                  <a:pt x="3787" y="6002"/>
                  <a:pt x="3882" y="5645"/>
                  <a:pt x="3882" y="5264"/>
                </a:cubicBezTo>
                <a:lnTo>
                  <a:pt x="3882" y="4430"/>
                </a:lnTo>
                <a:lnTo>
                  <a:pt x="4168" y="4430"/>
                </a:lnTo>
                <a:cubicBezTo>
                  <a:pt x="4263" y="4430"/>
                  <a:pt x="4358" y="4430"/>
                  <a:pt x="4453" y="4407"/>
                </a:cubicBezTo>
                <a:close/>
                <a:moveTo>
                  <a:pt x="6644" y="4740"/>
                </a:moveTo>
                <a:cubicBezTo>
                  <a:pt x="6525" y="5692"/>
                  <a:pt x="5811" y="6455"/>
                  <a:pt x="5001" y="6978"/>
                </a:cubicBezTo>
                <a:lnTo>
                  <a:pt x="5001" y="5954"/>
                </a:lnTo>
                <a:lnTo>
                  <a:pt x="6644" y="4740"/>
                </a:lnTo>
                <a:close/>
                <a:moveTo>
                  <a:pt x="8335" y="6645"/>
                </a:moveTo>
                <a:lnTo>
                  <a:pt x="8335" y="7193"/>
                </a:lnTo>
                <a:lnTo>
                  <a:pt x="5644" y="7193"/>
                </a:lnTo>
                <a:cubicBezTo>
                  <a:pt x="5882" y="7026"/>
                  <a:pt x="6073" y="6859"/>
                  <a:pt x="6263" y="6645"/>
                </a:cubicBezTo>
                <a:close/>
                <a:moveTo>
                  <a:pt x="4953" y="3335"/>
                </a:moveTo>
                <a:cubicBezTo>
                  <a:pt x="4834" y="3644"/>
                  <a:pt x="4525" y="3883"/>
                  <a:pt x="4168" y="3883"/>
                </a:cubicBezTo>
                <a:lnTo>
                  <a:pt x="3334" y="3883"/>
                </a:lnTo>
                <a:lnTo>
                  <a:pt x="3334" y="5264"/>
                </a:lnTo>
                <a:cubicBezTo>
                  <a:pt x="3334" y="6026"/>
                  <a:pt x="2715" y="6645"/>
                  <a:pt x="1953" y="6645"/>
                </a:cubicBezTo>
                <a:lnTo>
                  <a:pt x="1953" y="7193"/>
                </a:lnTo>
                <a:cubicBezTo>
                  <a:pt x="2453" y="7193"/>
                  <a:pt x="2905" y="7026"/>
                  <a:pt x="3239" y="6716"/>
                </a:cubicBezTo>
                <a:cubicBezTo>
                  <a:pt x="3620" y="7121"/>
                  <a:pt x="4120" y="7479"/>
                  <a:pt x="4715" y="7764"/>
                </a:cubicBezTo>
                <a:lnTo>
                  <a:pt x="7216" y="7764"/>
                </a:lnTo>
                <a:lnTo>
                  <a:pt x="7216" y="8312"/>
                </a:lnTo>
                <a:lnTo>
                  <a:pt x="3120" y="8312"/>
                </a:lnTo>
                <a:lnTo>
                  <a:pt x="1453" y="7764"/>
                </a:lnTo>
                <a:lnTo>
                  <a:pt x="548" y="7764"/>
                </a:lnTo>
                <a:lnTo>
                  <a:pt x="548" y="4430"/>
                </a:lnTo>
                <a:lnTo>
                  <a:pt x="1524" y="4430"/>
                </a:lnTo>
                <a:lnTo>
                  <a:pt x="2620" y="3335"/>
                </a:lnTo>
                <a:close/>
                <a:moveTo>
                  <a:pt x="4715" y="1"/>
                </a:moveTo>
                <a:lnTo>
                  <a:pt x="4525" y="168"/>
                </a:lnTo>
                <a:cubicBezTo>
                  <a:pt x="4477" y="215"/>
                  <a:pt x="3286" y="1334"/>
                  <a:pt x="2620" y="2787"/>
                </a:cubicBezTo>
                <a:lnTo>
                  <a:pt x="2405" y="2787"/>
                </a:lnTo>
                <a:lnTo>
                  <a:pt x="1286" y="3883"/>
                </a:lnTo>
                <a:lnTo>
                  <a:pt x="0" y="3883"/>
                </a:lnTo>
                <a:lnTo>
                  <a:pt x="0" y="8312"/>
                </a:lnTo>
                <a:lnTo>
                  <a:pt x="1358" y="8312"/>
                </a:lnTo>
                <a:lnTo>
                  <a:pt x="3025" y="8860"/>
                </a:lnTo>
                <a:lnTo>
                  <a:pt x="7764" y="8860"/>
                </a:lnTo>
                <a:lnTo>
                  <a:pt x="7764" y="7764"/>
                </a:lnTo>
                <a:lnTo>
                  <a:pt x="8883" y="7764"/>
                </a:lnTo>
                <a:lnTo>
                  <a:pt x="8883" y="6645"/>
                </a:lnTo>
                <a:lnTo>
                  <a:pt x="9431" y="6645"/>
                </a:lnTo>
                <a:lnTo>
                  <a:pt x="9431" y="5002"/>
                </a:lnTo>
                <a:lnTo>
                  <a:pt x="8883" y="5002"/>
                </a:lnTo>
                <a:lnTo>
                  <a:pt x="8883" y="3883"/>
                </a:lnTo>
                <a:lnTo>
                  <a:pt x="7168" y="3883"/>
                </a:lnTo>
                <a:cubicBezTo>
                  <a:pt x="7025" y="3144"/>
                  <a:pt x="6668" y="2358"/>
                  <a:pt x="6049" y="1501"/>
                </a:cubicBezTo>
                <a:cubicBezTo>
                  <a:pt x="5501" y="715"/>
                  <a:pt x="4930" y="191"/>
                  <a:pt x="4906" y="168"/>
                </a:cubicBezTo>
                <a:lnTo>
                  <a:pt x="47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0" name="Shape 1210"/>
        <p:cNvGrpSpPr/>
        <p:nvPr/>
      </p:nvGrpSpPr>
      <p:grpSpPr>
        <a:xfrm>
          <a:off x="0" y="0"/>
          <a:ext cx="0" cy="0"/>
          <a:chOff x="0" y="0"/>
          <a:chExt cx="0" cy="0"/>
        </a:xfrm>
      </p:grpSpPr>
      <p:sp>
        <p:nvSpPr>
          <p:cNvPr id="1211" name="Google Shape;1211;p99"/>
          <p:cNvSpPr txBox="1"/>
          <p:nvPr>
            <p:ph type="title"/>
          </p:nvPr>
        </p:nvSpPr>
        <p:spPr>
          <a:xfrm>
            <a:off x="1796850" y="1301800"/>
            <a:ext cx="5550300" cy="253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dk2"/>
                </a:solidFill>
              </a:rPr>
              <a:t>WORDS</a:t>
            </a:r>
            <a:endParaRPr>
              <a:solidFill>
                <a:schemeClr val="dk2"/>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1"/>
                                        </p:tgtEl>
                                        <p:attrNameLst>
                                          <p:attrName>style.visibility</p:attrName>
                                        </p:attrNameLst>
                                      </p:cBhvr>
                                      <p:to>
                                        <p:strVal val="visible"/>
                                      </p:to>
                                    </p:set>
                                    <p:animEffect filter="fade" transition="in">
                                      <p:cBhvr>
                                        <p:cTn dur="1000"/>
                                        <p:tgtEl>
                                          <p:spTgt spid="12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5" name="Shape 1215"/>
        <p:cNvGrpSpPr/>
        <p:nvPr/>
      </p:nvGrpSpPr>
      <p:grpSpPr>
        <a:xfrm>
          <a:off x="0" y="0"/>
          <a:ext cx="0" cy="0"/>
          <a:chOff x="0" y="0"/>
          <a:chExt cx="0" cy="0"/>
        </a:xfrm>
      </p:grpSpPr>
      <p:pic>
        <p:nvPicPr>
          <p:cNvPr id="1216" name="Google Shape;1216;p100" title="Chart">
            <a:hlinkClick r:id="rId3"/>
          </p:cNvPr>
          <p:cNvPicPr preferRelativeResize="0"/>
          <p:nvPr/>
        </p:nvPicPr>
        <p:blipFill>
          <a:blip r:embed="rId4">
            <a:alphaModFix/>
          </a:blip>
          <a:stretch>
            <a:fillRect/>
          </a:stretch>
        </p:blipFill>
        <p:spPr>
          <a:xfrm rot="-10799998">
            <a:off x="3186877" y="1288152"/>
            <a:ext cx="2770248" cy="2669495"/>
          </a:xfrm>
          <a:prstGeom prst="rect">
            <a:avLst/>
          </a:prstGeom>
          <a:noFill/>
          <a:ln>
            <a:noFill/>
          </a:ln>
        </p:spPr>
      </p:pic>
      <p:sp>
        <p:nvSpPr>
          <p:cNvPr id="1217" name="Google Shape;1217;p10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SIZE</a:t>
            </a:r>
            <a:endParaRPr/>
          </a:p>
        </p:txBody>
      </p:sp>
      <p:sp>
        <p:nvSpPr>
          <p:cNvPr id="1218" name="Google Shape;1218;p100"/>
          <p:cNvSpPr txBox="1"/>
          <p:nvPr/>
        </p:nvSpPr>
        <p:spPr>
          <a:xfrm flipH="1">
            <a:off x="726188" y="1660125"/>
            <a:ext cx="1839000" cy="274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MARS | 26% </a:t>
            </a:r>
            <a:endParaRPr sz="2000">
              <a:solidFill>
                <a:schemeClr val="dk1"/>
              </a:solidFill>
              <a:latin typeface="Kulim Park"/>
              <a:ea typeface="Kulim Park"/>
              <a:cs typeface="Kulim Park"/>
              <a:sym typeface="Kulim Park"/>
            </a:endParaRPr>
          </a:p>
        </p:txBody>
      </p:sp>
      <p:sp>
        <p:nvSpPr>
          <p:cNvPr id="1219" name="Google Shape;1219;p100"/>
          <p:cNvSpPr txBox="1"/>
          <p:nvPr/>
        </p:nvSpPr>
        <p:spPr>
          <a:xfrm flipH="1">
            <a:off x="726178" y="2013777"/>
            <a:ext cx="1839000" cy="457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sp>
        <p:nvSpPr>
          <p:cNvPr id="1220" name="Google Shape;1220;p100"/>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5">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sp>
        <p:nvSpPr>
          <p:cNvPr id="1221" name="Google Shape;1221;p100"/>
          <p:cNvSpPr txBox="1"/>
          <p:nvPr/>
        </p:nvSpPr>
        <p:spPr>
          <a:xfrm flipH="1">
            <a:off x="726188" y="2803125"/>
            <a:ext cx="1839000" cy="274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VENUS | 17% </a:t>
            </a:r>
            <a:endParaRPr sz="2000">
              <a:solidFill>
                <a:schemeClr val="dk1"/>
              </a:solidFill>
              <a:latin typeface="Kulim Park"/>
              <a:ea typeface="Kulim Park"/>
              <a:cs typeface="Kulim Park"/>
              <a:sym typeface="Kulim Park"/>
            </a:endParaRPr>
          </a:p>
        </p:txBody>
      </p:sp>
      <p:sp>
        <p:nvSpPr>
          <p:cNvPr id="1222" name="Google Shape;1222;p100"/>
          <p:cNvSpPr txBox="1"/>
          <p:nvPr/>
        </p:nvSpPr>
        <p:spPr>
          <a:xfrm flipH="1">
            <a:off x="726178" y="3156775"/>
            <a:ext cx="1839000" cy="457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Venus the second planet from the Sun</a:t>
            </a:r>
            <a:endParaRPr>
              <a:solidFill>
                <a:schemeClr val="dk1"/>
              </a:solidFill>
              <a:latin typeface="Manrope"/>
              <a:ea typeface="Manrope"/>
              <a:cs typeface="Manrope"/>
              <a:sym typeface="Manrope"/>
            </a:endParaRPr>
          </a:p>
        </p:txBody>
      </p:sp>
      <p:sp>
        <p:nvSpPr>
          <p:cNvPr id="1223" name="Google Shape;1223;p100"/>
          <p:cNvSpPr txBox="1"/>
          <p:nvPr/>
        </p:nvSpPr>
        <p:spPr>
          <a:xfrm>
            <a:off x="6578313" y="1660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JUPITER | 14%</a:t>
            </a:r>
            <a:endParaRPr sz="2000">
              <a:solidFill>
                <a:schemeClr val="dk1"/>
              </a:solidFill>
              <a:latin typeface="Kulim Park"/>
              <a:ea typeface="Kulim Park"/>
              <a:cs typeface="Kulim Park"/>
              <a:sym typeface="Kulim Park"/>
            </a:endParaRPr>
          </a:p>
        </p:txBody>
      </p:sp>
      <p:sp>
        <p:nvSpPr>
          <p:cNvPr id="1224" name="Google Shape;1224;p100"/>
          <p:cNvSpPr txBox="1"/>
          <p:nvPr/>
        </p:nvSpPr>
        <p:spPr>
          <a:xfrm>
            <a:off x="6578322" y="2013777"/>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p:txBody>
      </p:sp>
      <p:sp>
        <p:nvSpPr>
          <p:cNvPr id="1225" name="Google Shape;1225;p100"/>
          <p:cNvSpPr txBox="1"/>
          <p:nvPr/>
        </p:nvSpPr>
        <p:spPr>
          <a:xfrm>
            <a:off x="6578313" y="2803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 | 43%</a:t>
            </a:r>
            <a:endParaRPr sz="2000">
              <a:solidFill>
                <a:schemeClr val="dk1"/>
              </a:solidFill>
              <a:latin typeface="Kulim Park"/>
              <a:ea typeface="Kulim Park"/>
              <a:cs typeface="Kulim Park"/>
              <a:sym typeface="Kulim Park"/>
            </a:endParaRPr>
          </a:p>
        </p:txBody>
      </p:sp>
      <p:sp>
        <p:nvSpPr>
          <p:cNvPr id="1226" name="Google Shape;1226;p100"/>
          <p:cNvSpPr txBox="1"/>
          <p:nvPr/>
        </p:nvSpPr>
        <p:spPr>
          <a:xfrm>
            <a:off x="6578322" y="3156775"/>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with several rings</a:t>
            </a:r>
            <a:endParaRPr>
              <a:solidFill>
                <a:schemeClr val="dk1"/>
              </a:solidFill>
              <a:latin typeface="Manrope"/>
              <a:ea typeface="Manrope"/>
              <a:cs typeface="Manrope"/>
              <a:sym typeface="Manrope"/>
            </a:endParaRPr>
          </a:p>
        </p:txBody>
      </p:sp>
      <p:grpSp>
        <p:nvGrpSpPr>
          <p:cNvPr id="1227" name="Google Shape;1227;p100"/>
          <p:cNvGrpSpPr/>
          <p:nvPr/>
        </p:nvGrpSpPr>
        <p:grpSpPr>
          <a:xfrm rot="978523">
            <a:off x="4360091" y="2382128"/>
            <a:ext cx="423316" cy="481620"/>
            <a:chOff x="4050488" y="2865563"/>
            <a:chExt cx="299729" cy="340965"/>
          </a:xfrm>
        </p:grpSpPr>
        <p:sp>
          <p:nvSpPr>
            <p:cNvPr id="1228" name="Google Shape;1228;p100"/>
            <p:cNvSpPr/>
            <p:nvPr/>
          </p:nvSpPr>
          <p:spPr>
            <a:xfrm>
              <a:off x="4050488" y="2865563"/>
              <a:ext cx="299729" cy="340965"/>
            </a:xfrm>
            <a:custGeom>
              <a:rect b="b" l="l" r="r" t="t"/>
              <a:pathLst>
                <a:path extrusionOk="0" h="10617" w="9333">
                  <a:moveTo>
                    <a:pt x="6227" y="607"/>
                  </a:moveTo>
                  <a:lnTo>
                    <a:pt x="6227" y="1285"/>
                  </a:lnTo>
                  <a:lnTo>
                    <a:pt x="3123" y="1285"/>
                  </a:lnTo>
                  <a:lnTo>
                    <a:pt x="3123" y="607"/>
                  </a:lnTo>
                  <a:close/>
                  <a:moveTo>
                    <a:pt x="6459" y="1892"/>
                  </a:moveTo>
                  <a:cubicBezTo>
                    <a:pt x="7209" y="2177"/>
                    <a:pt x="7780" y="2587"/>
                    <a:pt x="8155" y="3141"/>
                  </a:cubicBezTo>
                  <a:lnTo>
                    <a:pt x="1178" y="3141"/>
                  </a:lnTo>
                  <a:cubicBezTo>
                    <a:pt x="1553" y="2587"/>
                    <a:pt x="2124" y="2177"/>
                    <a:pt x="2855" y="1892"/>
                  </a:cubicBezTo>
                  <a:close/>
                  <a:moveTo>
                    <a:pt x="8494" y="3765"/>
                  </a:moveTo>
                  <a:cubicBezTo>
                    <a:pt x="8636" y="4140"/>
                    <a:pt x="8725" y="4568"/>
                    <a:pt x="8725" y="5014"/>
                  </a:cubicBezTo>
                  <a:cubicBezTo>
                    <a:pt x="8725" y="5781"/>
                    <a:pt x="8315" y="7102"/>
                    <a:pt x="7566" y="8101"/>
                  </a:cubicBezTo>
                  <a:cubicBezTo>
                    <a:pt x="7566" y="8119"/>
                    <a:pt x="7566" y="8119"/>
                    <a:pt x="7548" y="8119"/>
                  </a:cubicBezTo>
                  <a:lnTo>
                    <a:pt x="1785" y="8119"/>
                  </a:lnTo>
                  <a:cubicBezTo>
                    <a:pt x="1785" y="8119"/>
                    <a:pt x="1785" y="8119"/>
                    <a:pt x="1785" y="8101"/>
                  </a:cubicBezTo>
                  <a:cubicBezTo>
                    <a:pt x="1017" y="7102"/>
                    <a:pt x="625" y="5781"/>
                    <a:pt x="625" y="5014"/>
                  </a:cubicBezTo>
                  <a:cubicBezTo>
                    <a:pt x="625" y="4568"/>
                    <a:pt x="696" y="4140"/>
                    <a:pt x="857" y="3765"/>
                  </a:cubicBezTo>
                  <a:close/>
                  <a:moveTo>
                    <a:pt x="7191" y="8743"/>
                  </a:moveTo>
                  <a:cubicBezTo>
                    <a:pt x="6995" y="9136"/>
                    <a:pt x="6888" y="9546"/>
                    <a:pt x="6852" y="9992"/>
                  </a:cubicBezTo>
                  <a:lnTo>
                    <a:pt x="2481" y="9992"/>
                  </a:lnTo>
                  <a:cubicBezTo>
                    <a:pt x="2445" y="9564"/>
                    <a:pt x="2338" y="9136"/>
                    <a:pt x="2159" y="8743"/>
                  </a:cubicBezTo>
                  <a:close/>
                  <a:moveTo>
                    <a:pt x="1874" y="0"/>
                  </a:moveTo>
                  <a:lnTo>
                    <a:pt x="1874" y="607"/>
                  </a:lnTo>
                  <a:lnTo>
                    <a:pt x="2498" y="607"/>
                  </a:lnTo>
                  <a:lnTo>
                    <a:pt x="2498" y="1374"/>
                  </a:lnTo>
                  <a:cubicBezTo>
                    <a:pt x="1785" y="1660"/>
                    <a:pt x="1196" y="2106"/>
                    <a:pt x="768" y="2659"/>
                  </a:cubicBezTo>
                  <a:cubicBezTo>
                    <a:pt x="268" y="3319"/>
                    <a:pt x="0" y="4104"/>
                    <a:pt x="0" y="5014"/>
                  </a:cubicBezTo>
                  <a:cubicBezTo>
                    <a:pt x="0" y="6049"/>
                    <a:pt x="536" y="7476"/>
                    <a:pt x="1285" y="8476"/>
                  </a:cubicBezTo>
                  <a:cubicBezTo>
                    <a:pt x="1660" y="8993"/>
                    <a:pt x="1874" y="9617"/>
                    <a:pt x="1874" y="10260"/>
                  </a:cubicBezTo>
                  <a:lnTo>
                    <a:pt x="1874" y="10617"/>
                  </a:lnTo>
                  <a:lnTo>
                    <a:pt x="7476" y="10617"/>
                  </a:lnTo>
                  <a:lnTo>
                    <a:pt x="7476" y="10260"/>
                  </a:lnTo>
                  <a:cubicBezTo>
                    <a:pt x="7476" y="9617"/>
                    <a:pt x="7673" y="8993"/>
                    <a:pt x="8065" y="8476"/>
                  </a:cubicBezTo>
                  <a:cubicBezTo>
                    <a:pt x="8815" y="7476"/>
                    <a:pt x="9332" y="6049"/>
                    <a:pt x="9332" y="5014"/>
                  </a:cubicBezTo>
                  <a:cubicBezTo>
                    <a:pt x="9332" y="3337"/>
                    <a:pt x="8440" y="2034"/>
                    <a:pt x="6852" y="1392"/>
                  </a:cubicBezTo>
                  <a:lnTo>
                    <a:pt x="6852" y="607"/>
                  </a:lnTo>
                  <a:lnTo>
                    <a:pt x="7476" y="607"/>
                  </a:lnTo>
                  <a:lnTo>
                    <a:pt x="7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00"/>
            <p:cNvSpPr/>
            <p:nvPr/>
          </p:nvSpPr>
          <p:spPr>
            <a:xfrm>
              <a:off x="4150751" y="3006515"/>
              <a:ext cx="99749" cy="99749"/>
            </a:xfrm>
            <a:custGeom>
              <a:rect b="b" l="l" r="r" t="t"/>
              <a:pathLst>
                <a:path extrusionOk="0" h="3106" w="3106">
                  <a:moveTo>
                    <a:pt x="1553" y="625"/>
                  </a:moveTo>
                  <a:cubicBezTo>
                    <a:pt x="2071" y="625"/>
                    <a:pt x="2481" y="1035"/>
                    <a:pt x="2481" y="1553"/>
                  </a:cubicBezTo>
                  <a:cubicBezTo>
                    <a:pt x="2481" y="1731"/>
                    <a:pt x="2338" y="1874"/>
                    <a:pt x="2178" y="1874"/>
                  </a:cubicBezTo>
                  <a:cubicBezTo>
                    <a:pt x="1999" y="1874"/>
                    <a:pt x="1857" y="1731"/>
                    <a:pt x="1857" y="1553"/>
                  </a:cubicBezTo>
                  <a:cubicBezTo>
                    <a:pt x="1857" y="1143"/>
                    <a:pt x="1607" y="804"/>
                    <a:pt x="1232" y="679"/>
                  </a:cubicBezTo>
                  <a:cubicBezTo>
                    <a:pt x="1339" y="643"/>
                    <a:pt x="1446" y="625"/>
                    <a:pt x="1553" y="625"/>
                  </a:cubicBezTo>
                  <a:close/>
                  <a:moveTo>
                    <a:pt x="929" y="1250"/>
                  </a:moveTo>
                  <a:cubicBezTo>
                    <a:pt x="1107" y="1250"/>
                    <a:pt x="1232" y="1374"/>
                    <a:pt x="1232" y="1553"/>
                  </a:cubicBezTo>
                  <a:cubicBezTo>
                    <a:pt x="1232" y="1963"/>
                    <a:pt x="1500" y="2302"/>
                    <a:pt x="1857" y="2427"/>
                  </a:cubicBezTo>
                  <a:cubicBezTo>
                    <a:pt x="1767" y="2463"/>
                    <a:pt x="1660" y="2481"/>
                    <a:pt x="1553" y="2481"/>
                  </a:cubicBezTo>
                  <a:cubicBezTo>
                    <a:pt x="1036" y="2481"/>
                    <a:pt x="625" y="2070"/>
                    <a:pt x="625" y="1553"/>
                  </a:cubicBezTo>
                  <a:cubicBezTo>
                    <a:pt x="625" y="1374"/>
                    <a:pt x="750" y="1250"/>
                    <a:pt x="929" y="1250"/>
                  </a:cubicBezTo>
                  <a:close/>
                  <a:moveTo>
                    <a:pt x="1553" y="1"/>
                  </a:moveTo>
                  <a:cubicBezTo>
                    <a:pt x="697" y="1"/>
                    <a:pt x="1" y="696"/>
                    <a:pt x="1" y="1553"/>
                  </a:cubicBezTo>
                  <a:cubicBezTo>
                    <a:pt x="1" y="2409"/>
                    <a:pt x="697" y="3105"/>
                    <a:pt x="1553" y="3105"/>
                  </a:cubicBezTo>
                  <a:cubicBezTo>
                    <a:pt x="2410" y="3105"/>
                    <a:pt x="3105" y="2409"/>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 name="Google Shape;1230;p100"/>
          <p:cNvSpPr/>
          <p:nvPr/>
        </p:nvSpPr>
        <p:spPr>
          <a:xfrm rot="10800000">
            <a:off x="5861186" y="3031354"/>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00"/>
          <p:cNvSpPr/>
          <p:nvPr/>
        </p:nvSpPr>
        <p:spPr>
          <a:xfrm flipH="1">
            <a:off x="5947702" y="1852452"/>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00"/>
          <p:cNvSpPr/>
          <p:nvPr/>
        </p:nvSpPr>
        <p:spPr>
          <a:xfrm flipH="1">
            <a:off x="2683161" y="3031354"/>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00"/>
          <p:cNvSpPr/>
          <p:nvPr/>
        </p:nvSpPr>
        <p:spPr>
          <a:xfrm>
            <a:off x="2769677" y="1852452"/>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27"/>
                                        </p:tgtEl>
                                        <p:attrNameLst>
                                          <p:attrName>style.visibility</p:attrName>
                                        </p:attrNameLst>
                                      </p:cBhvr>
                                      <p:to>
                                        <p:strVal val="visible"/>
                                      </p:to>
                                    </p:set>
                                    <p:animEffect filter="fade" transition="in">
                                      <p:cBhvr>
                                        <p:cTn dur="1000"/>
                                        <p:tgtEl>
                                          <p:spTgt spid="12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 name="Shape 1237"/>
        <p:cNvGrpSpPr/>
        <p:nvPr/>
      </p:nvGrpSpPr>
      <p:grpSpPr>
        <a:xfrm>
          <a:off x="0" y="0"/>
          <a:ext cx="0" cy="0"/>
          <a:chOff x="0" y="0"/>
          <a:chExt cx="0" cy="0"/>
        </a:xfrm>
      </p:grpSpPr>
      <p:sp>
        <p:nvSpPr>
          <p:cNvPr id="1238" name="Google Shape;1238;p101"/>
          <p:cNvSpPr/>
          <p:nvPr/>
        </p:nvSpPr>
        <p:spPr>
          <a:xfrm flipH="1">
            <a:off x="7614182" y="1995254"/>
            <a:ext cx="694806" cy="61743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0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OUR TARGET</a:t>
            </a:r>
            <a:endParaRPr/>
          </a:p>
        </p:txBody>
      </p:sp>
      <p:sp>
        <p:nvSpPr>
          <p:cNvPr id="1240" name="Google Shape;1240;p101"/>
          <p:cNvSpPr txBox="1"/>
          <p:nvPr/>
        </p:nvSpPr>
        <p:spPr>
          <a:xfrm>
            <a:off x="2648501" y="1746962"/>
            <a:ext cx="9234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Original</a:t>
            </a:r>
            <a:endParaRPr>
              <a:solidFill>
                <a:schemeClr val="dk1"/>
              </a:solidFill>
              <a:latin typeface="Manrope"/>
              <a:ea typeface="Manrope"/>
              <a:cs typeface="Manrope"/>
              <a:sym typeface="Manrope"/>
            </a:endParaRPr>
          </a:p>
        </p:txBody>
      </p:sp>
      <p:sp>
        <p:nvSpPr>
          <p:cNvPr id="1241" name="Google Shape;1241;p101"/>
          <p:cNvSpPr txBox="1"/>
          <p:nvPr/>
        </p:nvSpPr>
        <p:spPr>
          <a:xfrm>
            <a:off x="719275" y="1223000"/>
            <a:ext cx="2944200" cy="44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PERSONALITY</a:t>
            </a:r>
            <a:endParaRPr sz="2000">
              <a:solidFill>
                <a:schemeClr val="dk1"/>
              </a:solidFill>
              <a:latin typeface="Kulim Park"/>
              <a:ea typeface="Kulim Park"/>
              <a:cs typeface="Kulim Park"/>
              <a:sym typeface="Kulim Park"/>
            </a:endParaRPr>
          </a:p>
        </p:txBody>
      </p:sp>
      <p:sp>
        <p:nvSpPr>
          <p:cNvPr id="1242" name="Google Shape;1242;p101"/>
          <p:cNvSpPr txBox="1"/>
          <p:nvPr/>
        </p:nvSpPr>
        <p:spPr>
          <a:xfrm>
            <a:off x="1619412" y="1746950"/>
            <a:ext cx="11589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Creative</a:t>
            </a:r>
            <a:endParaRPr>
              <a:solidFill>
                <a:schemeClr val="dk1"/>
              </a:solidFill>
              <a:latin typeface="Manrope"/>
              <a:ea typeface="Manrope"/>
              <a:cs typeface="Manrope"/>
              <a:sym typeface="Manrope"/>
            </a:endParaRPr>
          </a:p>
        </p:txBody>
      </p:sp>
      <p:sp>
        <p:nvSpPr>
          <p:cNvPr id="1243" name="Google Shape;1243;p101"/>
          <p:cNvSpPr txBox="1"/>
          <p:nvPr/>
        </p:nvSpPr>
        <p:spPr>
          <a:xfrm>
            <a:off x="795825" y="1746962"/>
            <a:ext cx="9534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Funny</a:t>
            </a:r>
            <a:endParaRPr>
              <a:solidFill>
                <a:schemeClr val="dk1"/>
              </a:solidFill>
              <a:latin typeface="Manrope"/>
              <a:ea typeface="Manrope"/>
              <a:cs typeface="Manrope"/>
              <a:sym typeface="Manrope"/>
            </a:endParaRPr>
          </a:p>
        </p:txBody>
      </p:sp>
      <p:sp>
        <p:nvSpPr>
          <p:cNvPr id="1244" name="Google Shape;1244;p101"/>
          <p:cNvSpPr txBox="1"/>
          <p:nvPr/>
        </p:nvSpPr>
        <p:spPr>
          <a:xfrm>
            <a:off x="896775"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25</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5" name="Google Shape;1245;p101"/>
          <p:cNvSpPr txBox="1"/>
          <p:nvPr/>
        </p:nvSpPr>
        <p:spPr>
          <a:xfrm>
            <a:off x="1815623"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60</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6" name="Google Shape;1246;p101"/>
          <p:cNvSpPr txBox="1"/>
          <p:nvPr/>
        </p:nvSpPr>
        <p:spPr>
          <a:xfrm>
            <a:off x="2734472"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45</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7" name="Google Shape;1247;p101"/>
          <p:cNvSpPr txBox="1"/>
          <p:nvPr/>
        </p:nvSpPr>
        <p:spPr>
          <a:xfrm>
            <a:off x="4644075" y="3197850"/>
            <a:ext cx="3780300" cy="4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HOUSEHOLD INCOME</a:t>
            </a:r>
            <a:endParaRPr sz="2000">
              <a:solidFill>
                <a:schemeClr val="dk1"/>
              </a:solidFill>
              <a:latin typeface="Kulim Park"/>
              <a:ea typeface="Kulim Park"/>
              <a:cs typeface="Kulim Park"/>
              <a:sym typeface="Kulim Park"/>
            </a:endParaRPr>
          </a:p>
        </p:txBody>
      </p:sp>
      <p:sp>
        <p:nvSpPr>
          <p:cNvPr id="1248" name="Google Shape;1248;p101"/>
          <p:cNvSpPr txBox="1"/>
          <p:nvPr/>
        </p:nvSpPr>
        <p:spPr>
          <a:xfrm>
            <a:off x="7141276" y="3740250"/>
            <a:ext cx="1283100" cy="37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Kulim Park"/>
                <a:ea typeface="Kulim Park"/>
                <a:cs typeface="Kulim Park"/>
                <a:sym typeface="Kulim Park"/>
              </a:rPr>
              <a:t>$</a:t>
            </a:r>
            <a:r>
              <a:rPr lang="en" sz="1600">
                <a:solidFill>
                  <a:schemeClr val="dk1"/>
                </a:solidFill>
                <a:latin typeface="Kulim Park"/>
                <a:ea typeface="Kulim Park"/>
                <a:cs typeface="Kulim Park"/>
                <a:sym typeface="Kulim Park"/>
              </a:rPr>
              <a:t>45,000+</a:t>
            </a:r>
            <a:endParaRPr sz="1600">
              <a:solidFill>
                <a:schemeClr val="dk1"/>
              </a:solidFill>
              <a:latin typeface="Kulim Park"/>
              <a:ea typeface="Kulim Park"/>
              <a:cs typeface="Kulim Park"/>
              <a:sym typeface="Kulim Park"/>
            </a:endParaRPr>
          </a:p>
        </p:txBody>
      </p:sp>
      <p:sp>
        <p:nvSpPr>
          <p:cNvPr id="1249" name="Google Shape;1249;p101"/>
          <p:cNvSpPr txBox="1"/>
          <p:nvPr/>
        </p:nvSpPr>
        <p:spPr>
          <a:xfrm>
            <a:off x="5062125" y="1223000"/>
            <a:ext cx="2944200" cy="44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GENDER</a:t>
            </a:r>
            <a:endParaRPr sz="2000">
              <a:solidFill>
                <a:schemeClr val="dk1"/>
              </a:solidFill>
              <a:latin typeface="Kulim Park"/>
              <a:ea typeface="Kulim Park"/>
              <a:cs typeface="Kulim Park"/>
              <a:sym typeface="Kulim Park"/>
            </a:endParaRPr>
          </a:p>
        </p:txBody>
      </p:sp>
      <p:sp>
        <p:nvSpPr>
          <p:cNvPr id="1250" name="Google Shape;1250;p101"/>
          <p:cNvSpPr txBox="1"/>
          <p:nvPr/>
        </p:nvSpPr>
        <p:spPr>
          <a:xfrm>
            <a:off x="7141276" y="4115988"/>
            <a:ext cx="1283100" cy="37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Kulim Park"/>
                <a:ea typeface="Kulim Park"/>
                <a:cs typeface="Kulim Park"/>
                <a:sym typeface="Kulim Park"/>
              </a:rPr>
              <a:t>$3</a:t>
            </a:r>
            <a:r>
              <a:rPr lang="en" sz="1600">
                <a:solidFill>
                  <a:schemeClr val="dk1"/>
                </a:solidFill>
                <a:latin typeface="Kulim Park"/>
                <a:ea typeface="Kulim Park"/>
                <a:cs typeface="Kulim Park"/>
                <a:sym typeface="Kulim Park"/>
              </a:rPr>
              <a:t>0,000+</a:t>
            </a:r>
            <a:endParaRPr sz="1600">
              <a:solidFill>
                <a:schemeClr val="dk1"/>
              </a:solidFill>
              <a:latin typeface="Kulim Park"/>
              <a:ea typeface="Kulim Park"/>
              <a:cs typeface="Kulim Park"/>
              <a:sym typeface="Kulim Park"/>
            </a:endParaRPr>
          </a:p>
        </p:txBody>
      </p:sp>
      <p:sp>
        <p:nvSpPr>
          <p:cNvPr id="1251" name="Google Shape;1251;p101"/>
          <p:cNvSpPr txBox="1"/>
          <p:nvPr/>
        </p:nvSpPr>
        <p:spPr>
          <a:xfrm>
            <a:off x="4759463" y="2053325"/>
            <a:ext cx="694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34%</a:t>
            </a:r>
            <a:endParaRPr sz="2000">
              <a:solidFill>
                <a:schemeClr val="dk1"/>
              </a:solidFill>
              <a:latin typeface="Kulim Park"/>
              <a:ea typeface="Kulim Park"/>
              <a:cs typeface="Kulim Park"/>
              <a:sym typeface="Kulim Park"/>
            </a:endParaRPr>
          </a:p>
        </p:txBody>
      </p:sp>
      <p:sp>
        <p:nvSpPr>
          <p:cNvPr id="1252" name="Google Shape;1252;p101"/>
          <p:cNvSpPr txBox="1"/>
          <p:nvPr/>
        </p:nvSpPr>
        <p:spPr>
          <a:xfrm>
            <a:off x="4759463" y="2586725"/>
            <a:ext cx="694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66%</a:t>
            </a:r>
            <a:endParaRPr sz="2000">
              <a:solidFill>
                <a:schemeClr val="dk1"/>
              </a:solidFill>
              <a:latin typeface="Kulim Park"/>
              <a:ea typeface="Kulim Park"/>
              <a:cs typeface="Kulim Park"/>
              <a:sym typeface="Kulim Park"/>
            </a:endParaRPr>
          </a:p>
        </p:txBody>
      </p:sp>
      <p:sp>
        <p:nvSpPr>
          <p:cNvPr id="1253" name="Google Shape;1253;p101"/>
          <p:cNvSpPr txBox="1"/>
          <p:nvPr/>
        </p:nvSpPr>
        <p:spPr>
          <a:xfrm>
            <a:off x="6114960" y="2079275"/>
            <a:ext cx="923400" cy="31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Male</a:t>
            </a:r>
            <a:endParaRPr>
              <a:solidFill>
                <a:schemeClr val="dk1"/>
              </a:solidFill>
              <a:latin typeface="Manrope"/>
              <a:ea typeface="Manrope"/>
              <a:cs typeface="Manrope"/>
              <a:sym typeface="Manrope"/>
            </a:endParaRPr>
          </a:p>
        </p:txBody>
      </p:sp>
      <p:sp>
        <p:nvSpPr>
          <p:cNvPr id="1254" name="Google Shape;1254;p101"/>
          <p:cNvSpPr txBox="1"/>
          <p:nvPr/>
        </p:nvSpPr>
        <p:spPr>
          <a:xfrm>
            <a:off x="6114960" y="2612675"/>
            <a:ext cx="923400" cy="31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Female</a:t>
            </a:r>
            <a:endParaRPr>
              <a:solidFill>
                <a:schemeClr val="dk1"/>
              </a:solidFill>
              <a:latin typeface="Manrope"/>
              <a:ea typeface="Manrope"/>
              <a:cs typeface="Manrope"/>
              <a:sym typeface="Manrope"/>
            </a:endParaRPr>
          </a:p>
        </p:txBody>
      </p:sp>
      <p:sp>
        <p:nvSpPr>
          <p:cNvPr id="1255" name="Google Shape;1255;p101"/>
          <p:cNvSpPr/>
          <p:nvPr/>
        </p:nvSpPr>
        <p:spPr>
          <a:xfrm flipH="1">
            <a:off x="5634684" y="2079285"/>
            <a:ext cx="353165" cy="31383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01"/>
          <p:cNvSpPr/>
          <p:nvPr/>
        </p:nvSpPr>
        <p:spPr>
          <a:xfrm>
            <a:off x="5634684" y="2638572"/>
            <a:ext cx="353165" cy="31383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01"/>
          <p:cNvSpPr/>
          <p:nvPr/>
        </p:nvSpPr>
        <p:spPr>
          <a:xfrm>
            <a:off x="7212676" y="2203425"/>
            <a:ext cx="828872" cy="73663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01"/>
          <p:cNvSpPr/>
          <p:nvPr/>
        </p:nvSpPr>
        <p:spPr>
          <a:xfrm>
            <a:off x="4728451"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01"/>
          <p:cNvSpPr/>
          <p:nvPr/>
        </p:nvSpPr>
        <p:spPr>
          <a:xfrm>
            <a:off x="5046663"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01"/>
          <p:cNvSpPr/>
          <p:nvPr/>
        </p:nvSpPr>
        <p:spPr>
          <a:xfrm>
            <a:off x="5364876"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01"/>
          <p:cNvSpPr/>
          <p:nvPr/>
        </p:nvSpPr>
        <p:spPr>
          <a:xfrm>
            <a:off x="5683088"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01"/>
          <p:cNvSpPr/>
          <p:nvPr/>
        </p:nvSpPr>
        <p:spPr>
          <a:xfrm>
            <a:off x="6001301"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01"/>
          <p:cNvSpPr/>
          <p:nvPr/>
        </p:nvSpPr>
        <p:spPr>
          <a:xfrm>
            <a:off x="6319513"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01"/>
          <p:cNvSpPr/>
          <p:nvPr/>
        </p:nvSpPr>
        <p:spPr>
          <a:xfrm>
            <a:off x="6637726"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101"/>
          <p:cNvSpPr/>
          <p:nvPr/>
        </p:nvSpPr>
        <p:spPr>
          <a:xfrm rot="10800000">
            <a:off x="6637726"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01"/>
          <p:cNvSpPr/>
          <p:nvPr/>
        </p:nvSpPr>
        <p:spPr>
          <a:xfrm rot="10800000">
            <a:off x="6319513"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01"/>
          <p:cNvSpPr/>
          <p:nvPr/>
        </p:nvSpPr>
        <p:spPr>
          <a:xfrm rot="10800000">
            <a:off x="6001301"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01"/>
          <p:cNvSpPr/>
          <p:nvPr/>
        </p:nvSpPr>
        <p:spPr>
          <a:xfrm rot="10800000">
            <a:off x="5683088"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01"/>
          <p:cNvSpPr/>
          <p:nvPr/>
        </p:nvSpPr>
        <p:spPr>
          <a:xfrm rot="10800000">
            <a:off x="5364876"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01"/>
          <p:cNvSpPr/>
          <p:nvPr/>
        </p:nvSpPr>
        <p:spPr>
          <a:xfrm rot="10800000">
            <a:off x="5046663"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01"/>
          <p:cNvSpPr/>
          <p:nvPr/>
        </p:nvSpPr>
        <p:spPr>
          <a:xfrm rot="10800000">
            <a:off x="4728451"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01"/>
          <p:cNvSpPr/>
          <p:nvPr/>
        </p:nvSpPr>
        <p:spPr>
          <a:xfrm rot="-189165">
            <a:off x="961031"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01"/>
          <p:cNvSpPr/>
          <p:nvPr/>
        </p:nvSpPr>
        <p:spPr>
          <a:xfrm flipH="1" rot="-10610835">
            <a:off x="1874206"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01"/>
          <p:cNvSpPr/>
          <p:nvPr/>
        </p:nvSpPr>
        <p:spPr>
          <a:xfrm flipH="1" rot="189165">
            <a:off x="2787381"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01"/>
          <p:cNvSpPr/>
          <p:nvPr/>
        </p:nvSpPr>
        <p:spPr>
          <a:xfrm rot="-189165">
            <a:off x="1001971" y="3492226"/>
            <a:ext cx="634336" cy="58590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01"/>
          <p:cNvSpPr/>
          <p:nvPr/>
        </p:nvSpPr>
        <p:spPr>
          <a:xfrm flipH="1" rot="-10610835">
            <a:off x="1863315" y="2670735"/>
            <a:ext cx="634336" cy="140804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01"/>
          <p:cNvSpPr/>
          <p:nvPr/>
        </p:nvSpPr>
        <p:spPr>
          <a:xfrm flipH="1" rot="189165">
            <a:off x="2759894" y="3272710"/>
            <a:ext cx="634336" cy="80558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1" name="Shape 1281"/>
        <p:cNvGrpSpPr/>
        <p:nvPr/>
      </p:nvGrpSpPr>
      <p:grpSpPr>
        <a:xfrm>
          <a:off x="0" y="0"/>
          <a:ext cx="0" cy="0"/>
          <a:chOff x="0" y="0"/>
          <a:chExt cx="0" cy="0"/>
        </a:xfrm>
      </p:grpSpPr>
      <p:pic>
        <p:nvPicPr>
          <p:cNvPr id="1282" name="Google Shape;1282;p102"/>
          <p:cNvPicPr preferRelativeResize="0"/>
          <p:nvPr/>
        </p:nvPicPr>
        <p:blipFill rotWithShape="1">
          <a:blip r:embed="rId3">
            <a:alphaModFix/>
          </a:blip>
          <a:srcRect b="7856" l="52823" r="7502" t="7848"/>
          <a:stretch/>
        </p:blipFill>
        <p:spPr>
          <a:xfrm>
            <a:off x="5763046" y="457985"/>
            <a:ext cx="3207603" cy="4548952"/>
          </a:xfrm>
          <a:prstGeom prst="rect">
            <a:avLst/>
          </a:prstGeom>
          <a:noFill/>
          <a:ln>
            <a:noFill/>
          </a:ln>
        </p:spPr>
      </p:pic>
      <p:sp>
        <p:nvSpPr>
          <p:cNvPr id="1283" name="Google Shape;1283;p102"/>
          <p:cNvSpPr/>
          <p:nvPr/>
        </p:nvSpPr>
        <p:spPr>
          <a:xfrm rot="-5399797">
            <a:off x="4892606" y="600663"/>
            <a:ext cx="5193277" cy="3951233"/>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02"/>
          <p:cNvSpPr/>
          <p:nvPr/>
        </p:nvSpPr>
        <p:spPr>
          <a:xfrm>
            <a:off x="709700" y="3156699"/>
            <a:ext cx="1876817" cy="135206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02"/>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TARGET PROFILE</a:t>
            </a:r>
            <a:endParaRPr/>
          </a:p>
        </p:txBody>
      </p:sp>
      <p:sp>
        <p:nvSpPr>
          <p:cNvPr id="1286" name="Google Shape;1286;p102"/>
          <p:cNvSpPr txBox="1"/>
          <p:nvPr/>
        </p:nvSpPr>
        <p:spPr>
          <a:xfrm>
            <a:off x="1813299" y="1801991"/>
            <a:ext cx="993300" cy="33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Kulim Park"/>
                <a:ea typeface="Kulim Park"/>
                <a:cs typeface="Kulim Park"/>
                <a:sym typeface="Kulim Park"/>
              </a:rPr>
              <a:t>75%</a:t>
            </a:r>
            <a:endParaRPr sz="3000">
              <a:solidFill>
                <a:schemeClr val="dk1"/>
              </a:solidFill>
              <a:latin typeface="Kulim Park"/>
              <a:ea typeface="Kulim Park"/>
              <a:cs typeface="Kulim Park"/>
              <a:sym typeface="Kulim Park"/>
            </a:endParaRPr>
          </a:p>
        </p:txBody>
      </p:sp>
      <p:sp>
        <p:nvSpPr>
          <p:cNvPr id="1287" name="Google Shape;1287;p102"/>
          <p:cNvSpPr txBox="1"/>
          <p:nvPr/>
        </p:nvSpPr>
        <p:spPr>
          <a:xfrm>
            <a:off x="1813299" y="2139449"/>
            <a:ext cx="949800" cy="54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Young women</a:t>
            </a:r>
            <a:endParaRPr>
              <a:solidFill>
                <a:schemeClr val="dk1"/>
              </a:solidFill>
              <a:latin typeface="Manrope"/>
              <a:ea typeface="Manrope"/>
              <a:cs typeface="Manrope"/>
              <a:sym typeface="Manrope"/>
            </a:endParaRPr>
          </a:p>
        </p:txBody>
      </p:sp>
      <p:sp>
        <p:nvSpPr>
          <p:cNvPr id="1288" name="Google Shape;1288;p102"/>
          <p:cNvSpPr txBox="1"/>
          <p:nvPr/>
        </p:nvSpPr>
        <p:spPr>
          <a:xfrm>
            <a:off x="4344675" y="1778158"/>
            <a:ext cx="993300" cy="33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Kulim Park"/>
                <a:ea typeface="Kulim Park"/>
                <a:cs typeface="Kulim Park"/>
                <a:sym typeface="Kulim Park"/>
              </a:rPr>
              <a:t>55%</a:t>
            </a:r>
            <a:endParaRPr sz="3000">
              <a:solidFill>
                <a:schemeClr val="dk1"/>
              </a:solidFill>
              <a:latin typeface="Kulim Park"/>
              <a:ea typeface="Kulim Park"/>
              <a:cs typeface="Kulim Park"/>
              <a:sym typeface="Kulim Park"/>
            </a:endParaRPr>
          </a:p>
        </p:txBody>
      </p:sp>
      <p:sp>
        <p:nvSpPr>
          <p:cNvPr id="1289" name="Google Shape;1289;p102"/>
          <p:cNvSpPr txBox="1"/>
          <p:nvPr/>
        </p:nvSpPr>
        <p:spPr>
          <a:xfrm>
            <a:off x="4344675" y="2115616"/>
            <a:ext cx="949800" cy="54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Retired people</a:t>
            </a:r>
            <a:endParaRPr>
              <a:solidFill>
                <a:schemeClr val="dk1"/>
              </a:solidFill>
              <a:latin typeface="Manrope"/>
              <a:ea typeface="Manrope"/>
              <a:cs typeface="Manrope"/>
              <a:sym typeface="Manrope"/>
            </a:endParaRPr>
          </a:p>
        </p:txBody>
      </p:sp>
      <p:sp>
        <p:nvSpPr>
          <p:cNvPr id="1290" name="Google Shape;1290;p102"/>
          <p:cNvSpPr txBox="1"/>
          <p:nvPr/>
        </p:nvSpPr>
        <p:spPr>
          <a:xfrm>
            <a:off x="993100" y="3418225"/>
            <a:ext cx="1125000" cy="33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Kulim Park"/>
                <a:ea typeface="Kulim Park"/>
                <a:cs typeface="Kulim Park"/>
                <a:sym typeface="Kulim Park"/>
              </a:rPr>
              <a:t>85%</a:t>
            </a:r>
            <a:endParaRPr sz="3000">
              <a:solidFill>
                <a:schemeClr val="dk1"/>
              </a:solidFill>
              <a:latin typeface="Kulim Park"/>
              <a:ea typeface="Kulim Park"/>
              <a:cs typeface="Kulim Park"/>
              <a:sym typeface="Kulim Park"/>
            </a:endParaRPr>
          </a:p>
        </p:txBody>
      </p:sp>
      <p:sp>
        <p:nvSpPr>
          <p:cNvPr id="1291" name="Google Shape;1291;p102"/>
          <p:cNvSpPr txBox="1"/>
          <p:nvPr/>
        </p:nvSpPr>
        <p:spPr>
          <a:xfrm>
            <a:off x="787300" y="3899850"/>
            <a:ext cx="1536600" cy="33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292" name="Google Shape;1292;p102"/>
          <p:cNvSpPr/>
          <p:nvPr/>
        </p:nvSpPr>
        <p:spPr>
          <a:xfrm>
            <a:off x="792331" y="1787194"/>
            <a:ext cx="939900" cy="9399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02"/>
          <p:cNvSpPr/>
          <p:nvPr/>
        </p:nvSpPr>
        <p:spPr>
          <a:xfrm flipH="1">
            <a:off x="787288" y="1782013"/>
            <a:ext cx="949800" cy="949800"/>
          </a:xfrm>
          <a:prstGeom prst="blockArc">
            <a:avLst>
              <a:gd fmla="val 21585372" name="adj1"/>
              <a:gd fmla="val 16256715" name="adj2"/>
              <a:gd fmla="val 12710"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02"/>
          <p:cNvSpPr/>
          <p:nvPr/>
        </p:nvSpPr>
        <p:spPr>
          <a:xfrm>
            <a:off x="3323706" y="1787194"/>
            <a:ext cx="939900" cy="9399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02"/>
          <p:cNvSpPr/>
          <p:nvPr/>
        </p:nvSpPr>
        <p:spPr>
          <a:xfrm flipH="1">
            <a:off x="3318663" y="1782013"/>
            <a:ext cx="949800" cy="949800"/>
          </a:xfrm>
          <a:prstGeom prst="blockArc">
            <a:avLst>
              <a:gd fmla="val 4615306" name="adj1"/>
              <a:gd fmla="val 16256715" name="adj2"/>
              <a:gd fmla="val 12710"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02"/>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02"/>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02"/>
          <p:cNvSpPr/>
          <p:nvPr/>
        </p:nvSpPr>
        <p:spPr>
          <a:xfrm rot="3952094">
            <a:off x="497883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02"/>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02"/>
          <p:cNvSpPr txBox="1"/>
          <p:nvPr/>
        </p:nvSpPr>
        <p:spPr>
          <a:xfrm>
            <a:off x="3027800" y="3258900"/>
            <a:ext cx="2088600" cy="102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rgbClr val="434343"/>
              </a:buClr>
              <a:buFont typeface="Arial"/>
              <a:buNone/>
            </a:pPr>
            <a:r>
              <a:rPr lang="en">
                <a:solidFill>
                  <a:schemeClr val="dk1"/>
                </a:solidFill>
                <a:latin typeface="Manrope"/>
                <a:ea typeface="Manrope"/>
                <a:cs typeface="Manrope"/>
                <a:sym typeface="Manrope"/>
              </a:rPr>
              <a:t>Mercury is the smallest one in the Solar System—it’s only a bit larger than the Moon</a:t>
            </a:r>
            <a:endParaRPr>
              <a:solidFill>
                <a:schemeClr val="dk1"/>
              </a:solidFill>
              <a:latin typeface="Manrope"/>
              <a:ea typeface="Manrope"/>
              <a:cs typeface="Manrope"/>
              <a:sym typeface="Manrop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86"/>
                                        </p:tgtEl>
                                        <p:attrNameLst>
                                          <p:attrName>style.visibility</p:attrName>
                                        </p:attrNameLst>
                                      </p:cBhvr>
                                      <p:to>
                                        <p:strVal val="visible"/>
                                      </p:to>
                                    </p:set>
                                    <p:animEffect filter="fade" transition="in">
                                      <p:cBhvr>
                                        <p:cTn dur="1000"/>
                                        <p:tgtEl>
                                          <p:spTgt spid="1286"/>
                                        </p:tgtEl>
                                      </p:cBhvr>
                                    </p:animEffect>
                                  </p:childTnLst>
                                </p:cTn>
                              </p:par>
                              <p:par>
                                <p:cTn fill="hold" nodeType="withEffect" presetClass="entr" presetID="10" presetSubtype="0">
                                  <p:stCondLst>
                                    <p:cond delay="0"/>
                                  </p:stCondLst>
                                  <p:childTnLst>
                                    <p:set>
                                      <p:cBhvr>
                                        <p:cTn dur="1" fill="hold">
                                          <p:stCondLst>
                                            <p:cond delay="0"/>
                                          </p:stCondLst>
                                        </p:cTn>
                                        <p:tgtEl>
                                          <p:spTgt spid="1288"/>
                                        </p:tgtEl>
                                        <p:attrNameLst>
                                          <p:attrName>style.visibility</p:attrName>
                                        </p:attrNameLst>
                                      </p:cBhvr>
                                      <p:to>
                                        <p:strVal val="visible"/>
                                      </p:to>
                                    </p:set>
                                    <p:animEffect filter="fade" transition="in">
                                      <p:cBhvr>
                                        <p:cTn dur="1000"/>
                                        <p:tgtEl>
                                          <p:spTgt spid="1288"/>
                                        </p:tgtEl>
                                      </p:cBhvr>
                                    </p:animEffect>
                                  </p:childTnLst>
                                </p:cTn>
                              </p:par>
                              <p:par>
                                <p:cTn fill="hold" nodeType="withEffect" presetClass="entr" presetID="10" presetSubtype="0">
                                  <p:stCondLst>
                                    <p:cond delay="0"/>
                                  </p:stCondLst>
                                  <p:childTnLst>
                                    <p:set>
                                      <p:cBhvr>
                                        <p:cTn dur="1" fill="hold">
                                          <p:stCondLst>
                                            <p:cond delay="0"/>
                                          </p:stCondLst>
                                        </p:cTn>
                                        <p:tgtEl>
                                          <p:spTgt spid="1290"/>
                                        </p:tgtEl>
                                        <p:attrNameLst>
                                          <p:attrName>style.visibility</p:attrName>
                                        </p:attrNameLst>
                                      </p:cBhvr>
                                      <p:to>
                                        <p:strVal val="visible"/>
                                      </p:to>
                                    </p:set>
                                    <p:animEffect filter="fade" transition="in">
                                      <p:cBhvr>
                                        <p:cTn dur="1000"/>
                                        <p:tgtEl>
                                          <p:spTgt spid="12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 name="Shape 1304"/>
        <p:cNvGrpSpPr/>
        <p:nvPr/>
      </p:nvGrpSpPr>
      <p:grpSpPr>
        <a:xfrm>
          <a:off x="0" y="0"/>
          <a:ext cx="0" cy="0"/>
          <a:chOff x="0" y="0"/>
          <a:chExt cx="0" cy="0"/>
        </a:xfrm>
      </p:grpSpPr>
      <p:sp>
        <p:nvSpPr>
          <p:cNvPr id="1305" name="Google Shape;1305;p103"/>
          <p:cNvSpPr txBox="1"/>
          <p:nvPr>
            <p:ph idx="2" type="title"/>
          </p:nvPr>
        </p:nvSpPr>
        <p:spPr>
          <a:xfrm>
            <a:off x="1465625" y="2665450"/>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306" name="Google Shape;1306;p103"/>
          <p:cNvSpPr txBox="1"/>
          <p:nvPr>
            <p:ph type="title"/>
          </p:nvPr>
        </p:nvSpPr>
        <p:spPr>
          <a:xfrm>
            <a:off x="1465625" y="162742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307" name="Google Shape;1307;p103"/>
          <p:cNvSpPr txBox="1"/>
          <p:nvPr>
            <p:ph idx="1" type="subTitle"/>
          </p:nvPr>
        </p:nvSpPr>
        <p:spPr>
          <a:xfrm>
            <a:off x="1465675" y="208760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actually a cold place</a:t>
            </a:r>
            <a:endParaRPr/>
          </a:p>
        </p:txBody>
      </p:sp>
      <p:sp>
        <p:nvSpPr>
          <p:cNvPr id="1308" name="Google Shape;1308;p103"/>
          <p:cNvSpPr txBox="1"/>
          <p:nvPr>
            <p:ph idx="3" type="subTitle"/>
          </p:nvPr>
        </p:nvSpPr>
        <p:spPr>
          <a:xfrm>
            <a:off x="1465675" y="3124625"/>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far away from Earth</a:t>
            </a:r>
            <a:endParaRPr/>
          </a:p>
        </p:txBody>
      </p:sp>
      <p:sp>
        <p:nvSpPr>
          <p:cNvPr id="1309" name="Google Shape;1309;p103"/>
          <p:cNvSpPr txBox="1"/>
          <p:nvPr>
            <p:ph idx="4" type="title"/>
          </p:nvPr>
        </p:nvSpPr>
        <p:spPr>
          <a:xfrm>
            <a:off x="1465625" y="370347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310" name="Google Shape;1310;p103"/>
          <p:cNvSpPr txBox="1"/>
          <p:nvPr>
            <p:ph idx="5" type="subTitle"/>
          </p:nvPr>
        </p:nvSpPr>
        <p:spPr>
          <a:xfrm>
            <a:off x="1465675" y="416265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a:t>
            </a:r>
            <a:endParaRPr/>
          </a:p>
        </p:txBody>
      </p:sp>
      <p:sp>
        <p:nvSpPr>
          <p:cNvPr id="1311" name="Google Shape;1311;p103"/>
          <p:cNvSpPr txBox="1"/>
          <p:nvPr>
            <p:ph idx="6" type="title"/>
          </p:nvPr>
        </p:nvSpPr>
        <p:spPr>
          <a:xfrm>
            <a:off x="5348850" y="162742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312" name="Google Shape;1312;p103"/>
          <p:cNvSpPr txBox="1"/>
          <p:nvPr>
            <p:ph idx="7" type="subTitle"/>
          </p:nvPr>
        </p:nvSpPr>
        <p:spPr>
          <a:xfrm>
            <a:off x="5348900" y="208760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smallest planet</a:t>
            </a:r>
            <a:endParaRPr/>
          </a:p>
        </p:txBody>
      </p:sp>
      <p:sp>
        <p:nvSpPr>
          <p:cNvPr id="1313" name="Google Shape;1313;p103"/>
          <p:cNvSpPr txBox="1"/>
          <p:nvPr>
            <p:ph idx="8" type="title"/>
          </p:nvPr>
        </p:nvSpPr>
        <p:spPr>
          <a:xfrm>
            <a:off x="5348850" y="2665450"/>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314" name="Google Shape;1314;p103"/>
          <p:cNvSpPr txBox="1"/>
          <p:nvPr>
            <p:ph idx="9" type="subTitle"/>
          </p:nvPr>
        </p:nvSpPr>
        <p:spPr>
          <a:xfrm>
            <a:off x="5348900" y="3124625"/>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a:t>
            </a:r>
            <a:endParaRPr/>
          </a:p>
        </p:txBody>
      </p:sp>
      <p:sp>
        <p:nvSpPr>
          <p:cNvPr id="1315" name="Google Shape;1315;p103"/>
          <p:cNvSpPr txBox="1"/>
          <p:nvPr>
            <p:ph idx="13" type="title"/>
          </p:nvPr>
        </p:nvSpPr>
        <p:spPr>
          <a:xfrm>
            <a:off x="5348850" y="370347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316" name="Google Shape;1316;p103"/>
          <p:cNvSpPr txBox="1"/>
          <p:nvPr>
            <p:ph idx="14" type="subTitle"/>
          </p:nvPr>
        </p:nvSpPr>
        <p:spPr>
          <a:xfrm>
            <a:off x="5348900" y="416265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a:t>
            </a:r>
            <a:endParaRPr/>
          </a:p>
        </p:txBody>
      </p:sp>
      <p:sp>
        <p:nvSpPr>
          <p:cNvPr id="1317" name="Google Shape;1317;p103"/>
          <p:cNvSpPr txBox="1"/>
          <p:nvPr>
            <p:ph idx="15"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COMPETITORS</a:t>
            </a:r>
            <a:endParaRPr/>
          </a:p>
        </p:txBody>
      </p:sp>
      <p:sp>
        <p:nvSpPr>
          <p:cNvPr id="1318" name="Google Shape;1318;p103"/>
          <p:cNvSpPr/>
          <p:nvPr/>
        </p:nvSpPr>
        <p:spPr>
          <a:xfrm rot="-764138">
            <a:off x="4804227" y="1837748"/>
            <a:ext cx="441025" cy="441066"/>
          </a:xfrm>
          <a:custGeom>
            <a:rect b="b" l="l" r="r" t="t"/>
            <a:pathLst>
              <a:path extrusionOk="0" h="10618" w="10617">
                <a:moveTo>
                  <a:pt x="6959" y="625"/>
                </a:moveTo>
                <a:lnTo>
                  <a:pt x="7244" y="1393"/>
                </a:lnTo>
                <a:lnTo>
                  <a:pt x="7994" y="1874"/>
                </a:lnTo>
                <a:lnTo>
                  <a:pt x="2641" y="1874"/>
                </a:lnTo>
                <a:lnTo>
                  <a:pt x="3390" y="1393"/>
                </a:lnTo>
                <a:lnTo>
                  <a:pt x="3676" y="625"/>
                </a:lnTo>
                <a:close/>
                <a:moveTo>
                  <a:pt x="3765" y="2499"/>
                </a:moveTo>
                <a:lnTo>
                  <a:pt x="3765" y="3766"/>
                </a:lnTo>
                <a:lnTo>
                  <a:pt x="2516" y="3766"/>
                </a:lnTo>
                <a:lnTo>
                  <a:pt x="2516" y="2499"/>
                </a:lnTo>
                <a:close/>
                <a:moveTo>
                  <a:pt x="6245" y="2499"/>
                </a:moveTo>
                <a:lnTo>
                  <a:pt x="6245" y="3766"/>
                </a:lnTo>
                <a:lnTo>
                  <a:pt x="4390" y="3766"/>
                </a:lnTo>
                <a:lnTo>
                  <a:pt x="4390" y="2499"/>
                </a:lnTo>
                <a:close/>
                <a:moveTo>
                  <a:pt x="8119" y="2499"/>
                </a:moveTo>
                <a:lnTo>
                  <a:pt x="8119" y="3766"/>
                </a:lnTo>
                <a:lnTo>
                  <a:pt x="6870" y="3766"/>
                </a:lnTo>
                <a:lnTo>
                  <a:pt x="6870" y="2499"/>
                </a:lnTo>
                <a:close/>
                <a:moveTo>
                  <a:pt x="8315" y="4372"/>
                </a:moveTo>
                <a:lnTo>
                  <a:pt x="9029" y="5015"/>
                </a:lnTo>
                <a:lnTo>
                  <a:pt x="1624" y="4997"/>
                </a:lnTo>
                <a:lnTo>
                  <a:pt x="2320" y="4372"/>
                </a:lnTo>
                <a:close/>
                <a:moveTo>
                  <a:pt x="3141" y="5621"/>
                </a:moveTo>
                <a:lnTo>
                  <a:pt x="3141" y="6246"/>
                </a:lnTo>
                <a:lnTo>
                  <a:pt x="1892" y="6246"/>
                </a:lnTo>
                <a:lnTo>
                  <a:pt x="1892" y="5621"/>
                </a:lnTo>
                <a:close/>
                <a:moveTo>
                  <a:pt x="3765" y="5621"/>
                </a:moveTo>
                <a:lnTo>
                  <a:pt x="6870" y="5639"/>
                </a:lnTo>
                <a:lnTo>
                  <a:pt x="6870" y="6246"/>
                </a:lnTo>
                <a:lnTo>
                  <a:pt x="3765" y="6246"/>
                </a:lnTo>
                <a:lnTo>
                  <a:pt x="3765" y="5621"/>
                </a:lnTo>
                <a:close/>
                <a:moveTo>
                  <a:pt x="8743" y="5639"/>
                </a:moveTo>
                <a:lnTo>
                  <a:pt x="8743" y="6246"/>
                </a:lnTo>
                <a:lnTo>
                  <a:pt x="7494" y="6246"/>
                </a:lnTo>
                <a:lnTo>
                  <a:pt x="7494" y="5639"/>
                </a:lnTo>
                <a:close/>
                <a:moveTo>
                  <a:pt x="3141" y="6870"/>
                </a:moveTo>
                <a:lnTo>
                  <a:pt x="3141" y="8137"/>
                </a:lnTo>
                <a:lnTo>
                  <a:pt x="1892" y="8137"/>
                </a:lnTo>
                <a:lnTo>
                  <a:pt x="1892" y="6870"/>
                </a:lnTo>
                <a:close/>
                <a:moveTo>
                  <a:pt x="6870" y="6870"/>
                </a:moveTo>
                <a:lnTo>
                  <a:pt x="6870" y="8137"/>
                </a:lnTo>
                <a:lnTo>
                  <a:pt x="3765" y="8137"/>
                </a:lnTo>
                <a:lnTo>
                  <a:pt x="3765" y="6870"/>
                </a:lnTo>
                <a:close/>
                <a:moveTo>
                  <a:pt x="8743" y="6870"/>
                </a:moveTo>
                <a:lnTo>
                  <a:pt x="8743" y="8137"/>
                </a:lnTo>
                <a:lnTo>
                  <a:pt x="7494" y="8137"/>
                </a:lnTo>
                <a:lnTo>
                  <a:pt x="7494" y="6870"/>
                </a:lnTo>
                <a:close/>
                <a:moveTo>
                  <a:pt x="4265" y="8762"/>
                </a:moveTo>
                <a:lnTo>
                  <a:pt x="3854" y="9993"/>
                </a:lnTo>
                <a:lnTo>
                  <a:pt x="625" y="9993"/>
                </a:lnTo>
                <a:lnTo>
                  <a:pt x="625" y="9368"/>
                </a:lnTo>
                <a:lnTo>
                  <a:pt x="1267" y="9368"/>
                </a:lnTo>
                <a:lnTo>
                  <a:pt x="1267" y="8762"/>
                </a:lnTo>
                <a:close/>
                <a:moveTo>
                  <a:pt x="5710" y="8762"/>
                </a:moveTo>
                <a:lnTo>
                  <a:pt x="6138" y="9993"/>
                </a:lnTo>
                <a:lnTo>
                  <a:pt x="4497" y="9993"/>
                </a:lnTo>
                <a:lnTo>
                  <a:pt x="4925" y="8762"/>
                </a:lnTo>
                <a:close/>
                <a:moveTo>
                  <a:pt x="9368" y="8762"/>
                </a:moveTo>
                <a:lnTo>
                  <a:pt x="9368" y="9368"/>
                </a:lnTo>
                <a:lnTo>
                  <a:pt x="10010" y="9368"/>
                </a:lnTo>
                <a:lnTo>
                  <a:pt x="10010" y="9993"/>
                </a:lnTo>
                <a:lnTo>
                  <a:pt x="6781" y="9993"/>
                </a:lnTo>
                <a:lnTo>
                  <a:pt x="6370" y="8762"/>
                </a:lnTo>
                <a:close/>
                <a:moveTo>
                  <a:pt x="3230" y="1"/>
                </a:moveTo>
                <a:lnTo>
                  <a:pt x="2891" y="982"/>
                </a:lnTo>
                <a:lnTo>
                  <a:pt x="518" y="2499"/>
                </a:lnTo>
                <a:lnTo>
                  <a:pt x="1892" y="2499"/>
                </a:lnTo>
                <a:lnTo>
                  <a:pt x="1892" y="3926"/>
                </a:lnTo>
                <a:lnTo>
                  <a:pt x="0" y="5621"/>
                </a:lnTo>
                <a:lnTo>
                  <a:pt x="1267" y="5621"/>
                </a:lnTo>
                <a:lnTo>
                  <a:pt x="1267" y="8137"/>
                </a:lnTo>
                <a:lnTo>
                  <a:pt x="661" y="8137"/>
                </a:lnTo>
                <a:lnTo>
                  <a:pt x="661" y="8762"/>
                </a:lnTo>
                <a:lnTo>
                  <a:pt x="0" y="8762"/>
                </a:lnTo>
                <a:lnTo>
                  <a:pt x="0" y="10617"/>
                </a:lnTo>
                <a:lnTo>
                  <a:pt x="10617" y="10617"/>
                </a:lnTo>
                <a:lnTo>
                  <a:pt x="10617" y="8762"/>
                </a:lnTo>
                <a:lnTo>
                  <a:pt x="9974" y="8762"/>
                </a:lnTo>
                <a:lnTo>
                  <a:pt x="9974" y="8137"/>
                </a:lnTo>
                <a:lnTo>
                  <a:pt x="9368" y="8137"/>
                </a:lnTo>
                <a:lnTo>
                  <a:pt x="9368" y="5639"/>
                </a:lnTo>
                <a:lnTo>
                  <a:pt x="10617" y="5639"/>
                </a:lnTo>
                <a:lnTo>
                  <a:pt x="8743" y="3926"/>
                </a:lnTo>
                <a:lnTo>
                  <a:pt x="8743" y="2499"/>
                </a:lnTo>
                <a:lnTo>
                  <a:pt x="10117" y="2499"/>
                </a:lnTo>
                <a:lnTo>
                  <a:pt x="7744" y="982"/>
                </a:lnTo>
                <a:lnTo>
                  <a:pt x="7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 name="Google Shape;1319;p103"/>
          <p:cNvGrpSpPr/>
          <p:nvPr/>
        </p:nvGrpSpPr>
        <p:grpSpPr>
          <a:xfrm rot="536105">
            <a:off x="4882292" y="3905581"/>
            <a:ext cx="284678" cy="441079"/>
            <a:chOff x="6318481" y="3413348"/>
            <a:chExt cx="220084" cy="340997"/>
          </a:xfrm>
        </p:grpSpPr>
        <p:sp>
          <p:nvSpPr>
            <p:cNvPr id="1320" name="Google Shape;1320;p103"/>
            <p:cNvSpPr/>
            <p:nvPr/>
          </p:nvSpPr>
          <p:spPr>
            <a:xfrm>
              <a:off x="6318481" y="3413348"/>
              <a:ext cx="139861" cy="340997"/>
            </a:xfrm>
            <a:custGeom>
              <a:rect b="b" l="l" r="r" t="t"/>
              <a:pathLst>
                <a:path extrusionOk="0" h="10618" w="4355">
                  <a:moveTo>
                    <a:pt x="1250" y="4372"/>
                  </a:moveTo>
                  <a:lnTo>
                    <a:pt x="1250" y="4997"/>
                  </a:lnTo>
                  <a:lnTo>
                    <a:pt x="625" y="4997"/>
                  </a:lnTo>
                  <a:lnTo>
                    <a:pt x="625" y="4372"/>
                  </a:lnTo>
                  <a:close/>
                  <a:moveTo>
                    <a:pt x="2499" y="4372"/>
                  </a:moveTo>
                  <a:lnTo>
                    <a:pt x="2499" y="4997"/>
                  </a:lnTo>
                  <a:lnTo>
                    <a:pt x="1874" y="4997"/>
                  </a:lnTo>
                  <a:lnTo>
                    <a:pt x="1874" y="4372"/>
                  </a:lnTo>
                  <a:close/>
                  <a:moveTo>
                    <a:pt x="3730" y="4372"/>
                  </a:moveTo>
                  <a:lnTo>
                    <a:pt x="3730" y="4997"/>
                  </a:lnTo>
                  <a:lnTo>
                    <a:pt x="3123" y="4997"/>
                  </a:lnTo>
                  <a:lnTo>
                    <a:pt x="3123" y="4372"/>
                  </a:lnTo>
                  <a:close/>
                  <a:moveTo>
                    <a:pt x="1250" y="1"/>
                  </a:moveTo>
                  <a:lnTo>
                    <a:pt x="1250" y="3766"/>
                  </a:lnTo>
                  <a:lnTo>
                    <a:pt x="1" y="3766"/>
                  </a:lnTo>
                  <a:lnTo>
                    <a:pt x="1" y="5621"/>
                  </a:lnTo>
                  <a:lnTo>
                    <a:pt x="1250" y="5621"/>
                  </a:lnTo>
                  <a:lnTo>
                    <a:pt x="1250" y="10617"/>
                  </a:lnTo>
                  <a:lnTo>
                    <a:pt x="1874" y="10617"/>
                  </a:lnTo>
                  <a:lnTo>
                    <a:pt x="1874" y="5621"/>
                  </a:lnTo>
                  <a:lnTo>
                    <a:pt x="2499" y="5621"/>
                  </a:lnTo>
                  <a:lnTo>
                    <a:pt x="2499" y="10617"/>
                  </a:lnTo>
                  <a:lnTo>
                    <a:pt x="3123" y="10617"/>
                  </a:lnTo>
                  <a:lnTo>
                    <a:pt x="3123" y="5621"/>
                  </a:lnTo>
                  <a:lnTo>
                    <a:pt x="4354" y="5621"/>
                  </a:lnTo>
                  <a:lnTo>
                    <a:pt x="4354" y="3766"/>
                  </a:lnTo>
                  <a:lnTo>
                    <a:pt x="3123" y="3766"/>
                  </a:lnTo>
                  <a:lnTo>
                    <a:pt x="3123" y="1"/>
                  </a:lnTo>
                  <a:lnTo>
                    <a:pt x="2499" y="1"/>
                  </a:lnTo>
                  <a:lnTo>
                    <a:pt x="2499" y="3766"/>
                  </a:lnTo>
                  <a:lnTo>
                    <a:pt x="1874" y="3766"/>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03"/>
            <p:cNvSpPr/>
            <p:nvPr/>
          </p:nvSpPr>
          <p:spPr>
            <a:xfrm>
              <a:off x="6438238" y="3413348"/>
              <a:ext cx="100327" cy="340997"/>
            </a:xfrm>
            <a:custGeom>
              <a:rect b="b" l="l" r="r" t="t"/>
              <a:pathLst>
                <a:path extrusionOk="0" h="10618" w="3124">
                  <a:moveTo>
                    <a:pt x="1571" y="625"/>
                  </a:moveTo>
                  <a:cubicBezTo>
                    <a:pt x="2070" y="625"/>
                    <a:pt x="2499" y="1178"/>
                    <a:pt x="2499" y="1874"/>
                  </a:cubicBezTo>
                  <a:cubicBezTo>
                    <a:pt x="2499" y="2552"/>
                    <a:pt x="2070" y="3123"/>
                    <a:pt x="1571" y="3123"/>
                  </a:cubicBezTo>
                  <a:cubicBezTo>
                    <a:pt x="1053" y="3123"/>
                    <a:pt x="625" y="2552"/>
                    <a:pt x="625" y="1874"/>
                  </a:cubicBezTo>
                  <a:cubicBezTo>
                    <a:pt x="625" y="1178"/>
                    <a:pt x="1053" y="625"/>
                    <a:pt x="1571" y="625"/>
                  </a:cubicBezTo>
                  <a:close/>
                  <a:moveTo>
                    <a:pt x="1571" y="1"/>
                  </a:moveTo>
                  <a:cubicBezTo>
                    <a:pt x="643" y="1"/>
                    <a:pt x="1" y="911"/>
                    <a:pt x="1" y="1874"/>
                  </a:cubicBezTo>
                  <a:cubicBezTo>
                    <a:pt x="1" y="2713"/>
                    <a:pt x="500" y="3516"/>
                    <a:pt x="1250" y="3694"/>
                  </a:cubicBezTo>
                  <a:lnTo>
                    <a:pt x="1250" y="10617"/>
                  </a:lnTo>
                  <a:lnTo>
                    <a:pt x="1874" y="10617"/>
                  </a:lnTo>
                  <a:lnTo>
                    <a:pt x="1874" y="3694"/>
                  </a:lnTo>
                  <a:cubicBezTo>
                    <a:pt x="2641" y="3516"/>
                    <a:pt x="3123" y="2713"/>
                    <a:pt x="3123" y="1874"/>
                  </a:cubicBezTo>
                  <a:cubicBezTo>
                    <a:pt x="3123" y="893"/>
                    <a:pt x="2481" y="1"/>
                    <a:pt x="1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 name="Google Shape;1322;p103"/>
          <p:cNvSpPr/>
          <p:nvPr/>
        </p:nvSpPr>
        <p:spPr>
          <a:xfrm rot="-806847">
            <a:off x="989839" y="3932215"/>
            <a:ext cx="441018" cy="387640"/>
          </a:xfrm>
          <a:custGeom>
            <a:rect b="b" l="l" r="r" t="t"/>
            <a:pathLst>
              <a:path extrusionOk="0" h="9332" w="10617">
                <a:moveTo>
                  <a:pt x="2802" y="750"/>
                </a:moveTo>
                <a:lnTo>
                  <a:pt x="4550" y="2498"/>
                </a:lnTo>
                <a:lnTo>
                  <a:pt x="1071" y="2498"/>
                </a:lnTo>
                <a:lnTo>
                  <a:pt x="2802" y="750"/>
                </a:lnTo>
                <a:close/>
                <a:moveTo>
                  <a:pt x="4978" y="3123"/>
                </a:moveTo>
                <a:lnTo>
                  <a:pt x="4978" y="5603"/>
                </a:lnTo>
                <a:lnTo>
                  <a:pt x="625" y="5603"/>
                </a:lnTo>
                <a:lnTo>
                  <a:pt x="625" y="3123"/>
                </a:lnTo>
                <a:close/>
                <a:moveTo>
                  <a:pt x="4978" y="6227"/>
                </a:moveTo>
                <a:lnTo>
                  <a:pt x="4978" y="8707"/>
                </a:lnTo>
                <a:lnTo>
                  <a:pt x="625" y="8707"/>
                </a:lnTo>
                <a:lnTo>
                  <a:pt x="625" y="6227"/>
                </a:lnTo>
                <a:close/>
                <a:moveTo>
                  <a:pt x="1249" y="0"/>
                </a:moveTo>
                <a:lnTo>
                  <a:pt x="1249" y="625"/>
                </a:lnTo>
                <a:lnTo>
                  <a:pt x="2052" y="625"/>
                </a:lnTo>
                <a:lnTo>
                  <a:pt x="0" y="2677"/>
                </a:lnTo>
                <a:lnTo>
                  <a:pt x="0" y="9332"/>
                </a:lnTo>
                <a:lnTo>
                  <a:pt x="5603" y="9332"/>
                </a:lnTo>
                <a:lnTo>
                  <a:pt x="5603" y="2677"/>
                </a:lnTo>
                <a:lnTo>
                  <a:pt x="3551" y="625"/>
                </a:lnTo>
                <a:lnTo>
                  <a:pt x="10617" y="625"/>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 name="Google Shape;1323;p103"/>
          <p:cNvGrpSpPr/>
          <p:nvPr/>
        </p:nvGrpSpPr>
        <p:grpSpPr>
          <a:xfrm rot="571104">
            <a:off x="990181" y="2884622"/>
            <a:ext cx="284681" cy="441083"/>
            <a:chOff x="4833226" y="3413348"/>
            <a:chExt cx="220084" cy="340997"/>
          </a:xfrm>
        </p:grpSpPr>
        <p:sp>
          <p:nvSpPr>
            <p:cNvPr id="1324" name="Google Shape;1324;p103"/>
            <p:cNvSpPr/>
            <p:nvPr/>
          </p:nvSpPr>
          <p:spPr>
            <a:xfrm>
              <a:off x="4833226" y="3493571"/>
              <a:ext cx="220084" cy="260774"/>
            </a:xfrm>
            <a:custGeom>
              <a:rect b="b" l="l" r="r" t="t"/>
              <a:pathLst>
                <a:path extrusionOk="0" h="8120" w="6853">
                  <a:moveTo>
                    <a:pt x="5603" y="3766"/>
                  </a:moveTo>
                  <a:lnTo>
                    <a:pt x="5603" y="4087"/>
                  </a:lnTo>
                  <a:cubicBezTo>
                    <a:pt x="5603" y="4247"/>
                    <a:pt x="5460" y="4390"/>
                    <a:pt x="5300" y="4390"/>
                  </a:cubicBezTo>
                  <a:lnTo>
                    <a:pt x="1553" y="4390"/>
                  </a:lnTo>
                  <a:cubicBezTo>
                    <a:pt x="1392" y="4390"/>
                    <a:pt x="1249" y="4247"/>
                    <a:pt x="1249" y="4087"/>
                  </a:cubicBezTo>
                  <a:lnTo>
                    <a:pt x="1249" y="3766"/>
                  </a:lnTo>
                  <a:close/>
                  <a:moveTo>
                    <a:pt x="5300" y="5015"/>
                  </a:moveTo>
                  <a:cubicBezTo>
                    <a:pt x="5799" y="5015"/>
                    <a:pt x="6228" y="5568"/>
                    <a:pt x="6228" y="6264"/>
                  </a:cubicBezTo>
                  <a:cubicBezTo>
                    <a:pt x="6228" y="6942"/>
                    <a:pt x="5799" y="7495"/>
                    <a:pt x="5300" y="7495"/>
                  </a:cubicBezTo>
                  <a:lnTo>
                    <a:pt x="1553" y="7495"/>
                  </a:lnTo>
                  <a:cubicBezTo>
                    <a:pt x="1035" y="7495"/>
                    <a:pt x="625" y="6942"/>
                    <a:pt x="625" y="6264"/>
                  </a:cubicBezTo>
                  <a:cubicBezTo>
                    <a:pt x="625" y="5568"/>
                    <a:pt x="1035" y="5015"/>
                    <a:pt x="1553" y="5015"/>
                  </a:cubicBezTo>
                  <a:close/>
                  <a:moveTo>
                    <a:pt x="1874" y="1"/>
                  </a:moveTo>
                  <a:lnTo>
                    <a:pt x="1874" y="3141"/>
                  </a:lnTo>
                  <a:lnTo>
                    <a:pt x="625" y="3141"/>
                  </a:lnTo>
                  <a:lnTo>
                    <a:pt x="625" y="4087"/>
                  </a:lnTo>
                  <a:cubicBezTo>
                    <a:pt x="625" y="4283"/>
                    <a:pt x="696" y="4479"/>
                    <a:pt x="803" y="4622"/>
                  </a:cubicBezTo>
                  <a:cubicBezTo>
                    <a:pt x="661" y="4711"/>
                    <a:pt x="554" y="4818"/>
                    <a:pt x="429" y="4961"/>
                  </a:cubicBezTo>
                  <a:cubicBezTo>
                    <a:pt x="161" y="5318"/>
                    <a:pt x="0" y="5764"/>
                    <a:pt x="0" y="6264"/>
                  </a:cubicBezTo>
                  <a:cubicBezTo>
                    <a:pt x="0" y="6745"/>
                    <a:pt x="161" y="7209"/>
                    <a:pt x="429" y="7548"/>
                  </a:cubicBezTo>
                  <a:cubicBezTo>
                    <a:pt x="732" y="7923"/>
                    <a:pt x="1125" y="8119"/>
                    <a:pt x="1553" y="8119"/>
                  </a:cubicBezTo>
                  <a:lnTo>
                    <a:pt x="5300" y="8119"/>
                  </a:lnTo>
                  <a:cubicBezTo>
                    <a:pt x="5728" y="8119"/>
                    <a:pt x="6120" y="7923"/>
                    <a:pt x="6406" y="7548"/>
                  </a:cubicBezTo>
                  <a:cubicBezTo>
                    <a:pt x="6691" y="7209"/>
                    <a:pt x="6852" y="6745"/>
                    <a:pt x="6852" y="6264"/>
                  </a:cubicBezTo>
                  <a:cubicBezTo>
                    <a:pt x="6852" y="5764"/>
                    <a:pt x="6691" y="5318"/>
                    <a:pt x="6406" y="4961"/>
                  </a:cubicBezTo>
                  <a:cubicBezTo>
                    <a:pt x="6299" y="4818"/>
                    <a:pt x="6174" y="4711"/>
                    <a:pt x="6049" y="4622"/>
                  </a:cubicBezTo>
                  <a:cubicBezTo>
                    <a:pt x="6156" y="4479"/>
                    <a:pt x="6228" y="4283"/>
                    <a:pt x="6228" y="4087"/>
                  </a:cubicBezTo>
                  <a:lnTo>
                    <a:pt x="6228" y="3141"/>
                  </a:lnTo>
                  <a:lnTo>
                    <a:pt x="4979" y="3141"/>
                  </a:lnTo>
                  <a:lnTo>
                    <a:pt x="4979" y="1"/>
                  </a:lnTo>
                  <a:lnTo>
                    <a:pt x="4354" y="1"/>
                  </a:lnTo>
                  <a:lnTo>
                    <a:pt x="4354" y="3141"/>
                  </a:lnTo>
                  <a:lnTo>
                    <a:pt x="3730" y="3141"/>
                  </a:lnTo>
                  <a:lnTo>
                    <a:pt x="3730" y="1"/>
                  </a:lnTo>
                  <a:lnTo>
                    <a:pt x="3105" y="1"/>
                  </a:lnTo>
                  <a:lnTo>
                    <a:pt x="3105" y="3141"/>
                  </a:lnTo>
                  <a:lnTo>
                    <a:pt x="2498" y="3141"/>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03"/>
            <p:cNvSpPr/>
            <p:nvPr/>
          </p:nvSpPr>
          <p:spPr>
            <a:xfrm>
              <a:off x="4932944" y="3413348"/>
              <a:ext cx="20072" cy="60216"/>
            </a:xfrm>
            <a:custGeom>
              <a:rect b="b" l="l" r="r" t="t"/>
              <a:pathLst>
                <a:path extrusionOk="0" h="1875" w="625">
                  <a:moveTo>
                    <a:pt x="0" y="1"/>
                  </a:moveTo>
                  <a:lnTo>
                    <a:pt x="0" y="1874"/>
                  </a:lnTo>
                  <a:lnTo>
                    <a:pt x="625" y="187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03"/>
            <p:cNvSpPr/>
            <p:nvPr/>
          </p:nvSpPr>
          <p:spPr>
            <a:xfrm>
              <a:off x="4973055" y="3413348"/>
              <a:ext cx="80255" cy="60216"/>
            </a:xfrm>
            <a:custGeom>
              <a:rect b="b" l="l" r="r" t="t"/>
              <a:pathLst>
                <a:path extrusionOk="0" h="1875" w="2499">
                  <a:moveTo>
                    <a:pt x="1874" y="1"/>
                  </a:moveTo>
                  <a:cubicBezTo>
                    <a:pt x="1874" y="340"/>
                    <a:pt x="1588" y="625"/>
                    <a:pt x="1249" y="625"/>
                  </a:cubicBezTo>
                  <a:cubicBezTo>
                    <a:pt x="553" y="625"/>
                    <a:pt x="0" y="1178"/>
                    <a:pt x="0" y="1874"/>
                  </a:cubicBezTo>
                  <a:lnTo>
                    <a:pt x="625" y="1874"/>
                  </a:lnTo>
                  <a:cubicBezTo>
                    <a:pt x="625" y="1535"/>
                    <a:pt x="910" y="1250"/>
                    <a:pt x="1249" y="1250"/>
                  </a:cubicBezTo>
                  <a:cubicBezTo>
                    <a:pt x="1927" y="1250"/>
                    <a:pt x="2498" y="697"/>
                    <a:pt x="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03"/>
            <p:cNvSpPr/>
            <p:nvPr/>
          </p:nvSpPr>
          <p:spPr>
            <a:xfrm>
              <a:off x="4833226" y="3413348"/>
              <a:ext cx="80255" cy="60216"/>
            </a:xfrm>
            <a:custGeom>
              <a:rect b="b" l="l" r="r" t="t"/>
              <a:pathLst>
                <a:path extrusionOk="0" h="1875" w="2499">
                  <a:moveTo>
                    <a:pt x="0" y="1"/>
                  </a:moveTo>
                  <a:cubicBezTo>
                    <a:pt x="0" y="697"/>
                    <a:pt x="554" y="1250"/>
                    <a:pt x="1249" y="1250"/>
                  </a:cubicBezTo>
                  <a:cubicBezTo>
                    <a:pt x="1588" y="1250"/>
                    <a:pt x="1874" y="1535"/>
                    <a:pt x="1874" y="1874"/>
                  </a:cubicBezTo>
                  <a:lnTo>
                    <a:pt x="2498" y="1874"/>
                  </a:lnTo>
                  <a:cubicBezTo>
                    <a:pt x="2498" y="1178"/>
                    <a:pt x="1927" y="625"/>
                    <a:pt x="1249" y="625"/>
                  </a:cubicBezTo>
                  <a:cubicBezTo>
                    <a:pt x="910" y="625"/>
                    <a:pt x="625" y="340"/>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 name="Google Shape;1328;p103"/>
          <p:cNvSpPr/>
          <p:nvPr/>
        </p:nvSpPr>
        <p:spPr>
          <a:xfrm rot="722622">
            <a:off x="989862" y="1837751"/>
            <a:ext cx="284628" cy="441065"/>
          </a:xfrm>
          <a:custGeom>
            <a:rect b="b" l="l" r="r" t="t"/>
            <a:pathLst>
              <a:path extrusionOk="0" h="10618" w="6852">
                <a:moveTo>
                  <a:pt x="3426" y="625"/>
                </a:moveTo>
                <a:cubicBezTo>
                  <a:pt x="3605" y="625"/>
                  <a:pt x="3730" y="768"/>
                  <a:pt x="3730" y="929"/>
                </a:cubicBezTo>
                <a:cubicBezTo>
                  <a:pt x="3730" y="1107"/>
                  <a:pt x="3605" y="1250"/>
                  <a:pt x="3426" y="1250"/>
                </a:cubicBezTo>
                <a:cubicBezTo>
                  <a:pt x="3248" y="1250"/>
                  <a:pt x="3105" y="1107"/>
                  <a:pt x="3105" y="929"/>
                </a:cubicBezTo>
                <a:cubicBezTo>
                  <a:pt x="3105" y="768"/>
                  <a:pt x="3248" y="625"/>
                  <a:pt x="3426" y="625"/>
                </a:cubicBezTo>
                <a:close/>
                <a:moveTo>
                  <a:pt x="3426" y="1874"/>
                </a:moveTo>
                <a:cubicBezTo>
                  <a:pt x="4176" y="1874"/>
                  <a:pt x="4800" y="2410"/>
                  <a:pt x="4943" y="3123"/>
                </a:cubicBezTo>
                <a:lnTo>
                  <a:pt x="1892" y="3123"/>
                </a:lnTo>
                <a:cubicBezTo>
                  <a:pt x="2052" y="2410"/>
                  <a:pt x="2677" y="1874"/>
                  <a:pt x="3426" y="1874"/>
                </a:cubicBezTo>
                <a:close/>
                <a:moveTo>
                  <a:pt x="4978" y="3730"/>
                </a:moveTo>
                <a:lnTo>
                  <a:pt x="4978" y="4979"/>
                </a:lnTo>
                <a:lnTo>
                  <a:pt x="1874" y="4979"/>
                </a:lnTo>
                <a:lnTo>
                  <a:pt x="1874" y="3730"/>
                </a:lnTo>
                <a:close/>
                <a:moveTo>
                  <a:pt x="4978" y="5603"/>
                </a:moveTo>
                <a:lnTo>
                  <a:pt x="4978" y="5907"/>
                </a:lnTo>
                <a:cubicBezTo>
                  <a:pt x="4978" y="6264"/>
                  <a:pt x="5103" y="6585"/>
                  <a:pt x="5300" y="6852"/>
                </a:cubicBezTo>
                <a:lnTo>
                  <a:pt x="1553" y="6852"/>
                </a:lnTo>
                <a:cubicBezTo>
                  <a:pt x="1749" y="6585"/>
                  <a:pt x="1874" y="6264"/>
                  <a:pt x="1874" y="5907"/>
                </a:cubicBezTo>
                <a:lnTo>
                  <a:pt x="1874" y="5603"/>
                </a:lnTo>
                <a:close/>
                <a:moveTo>
                  <a:pt x="5906" y="8994"/>
                </a:moveTo>
                <a:lnTo>
                  <a:pt x="5906" y="9689"/>
                </a:lnTo>
                <a:cubicBezTo>
                  <a:pt x="5728" y="9600"/>
                  <a:pt x="5567" y="9475"/>
                  <a:pt x="5442" y="9368"/>
                </a:cubicBezTo>
                <a:cubicBezTo>
                  <a:pt x="5567" y="9243"/>
                  <a:pt x="5746" y="9118"/>
                  <a:pt x="5906" y="8994"/>
                </a:cubicBezTo>
                <a:close/>
                <a:moveTo>
                  <a:pt x="3426" y="8762"/>
                </a:moveTo>
                <a:cubicBezTo>
                  <a:pt x="3747" y="8762"/>
                  <a:pt x="4211" y="9083"/>
                  <a:pt x="4532" y="9368"/>
                </a:cubicBezTo>
                <a:cubicBezTo>
                  <a:pt x="4211" y="9672"/>
                  <a:pt x="3747" y="9993"/>
                  <a:pt x="3426" y="9993"/>
                </a:cubicBezTo>
                <a:cubicBezTo>
                  <a:pt x="3105" y="9993"/>
                  <a:pt x="2641" y="9672"/>
                  <a:pt x="2320" y="9368"/>
                </a:cubicBezTo>
                <a:cubicBezTo>
                  <a:pt x="2641" y="9083"/>
                  <a:pt x="3105" y="8762"/>
                  <a:pt x="3426" y="8762"/>
                </a:cubicBezTo>
                <a:close/>
                <a:moveTo>
                  <a:pt x="3426" y="1"/>
                </a:moveTo>
                <a:cubicBezTo>
                  <a:pt x="2909" y="1"/>
                  <a:pt x="2498" y="429"/>
                  <a:pt x="2498" y="929"/>
                </a:cubicBezTo>
                <a:cubicBezTo>
                  <a:pt x="2498" y="1107"/>
                  <a:pt x="2534" y="1268"/>
                  <a:pt x="2623" y="1410"/>
                </a:cubicBezTo>
                <a:cubicBezTo>
                  <a:pt x="1910" y="1696"/>
                  <a:pt x="1374" y="2338"/>
                  <a:pt x="1267" y="3123"/>
                </a:cubicBezTo>
                <a:lnTo>
                  <a:pt x="625" y="3123"/>
                </a:lnTo>
                <a:lnTo>
                  <a:pt x="625" y="3730"/>
                </a:lnTo>
                <a:lnTo>
                  <a:pt x="1249" y="3730"/>
                </a:lnTo>
                <a:lnTo>
                  <a:pt x="1249" y="4979"/>
                </a:lnTo>
                <a:lnTo>
                  <a:pt x="625" y="4979"/>
                </a:lnTo>
                <a:lnTo>
                  <a:pt x="625" y="5603"/>
                </a:lnTo>
                <a:lnTo>
                  <a:pt x="1249" y="5603"/>
                </a:lnTo>
                <a:lnTo>
                  <a:pt x="1249" y="5907"/>
                </a:lnTo>
                <a:cubicBezTo>
                  <a:pt x="1249" y="6424"/>
                  <a:pt x="821" y="6852"/>
                  <a:pt x="322" y="6852"/>
                </a:cubicBezTo>
                <a:lnTo>
                  <a:pt x="0" y="6852"/>
                </a:lnTo>
                <a:lnTo>
                  <a:pt x="0" y="7477"/>
                </a:lnTo>
                <a:lnTo>
                  <a:pt x="3105" y="7477"/>
                </a:lnTo>
                <a:lnTo>
                  <a:pt x="3105" y="8173"/>
                </a:lnTo>
                <a:cubicBezTo>
                  <a:pt x="2409" y="8351"/>
                  <a:pt x="1731" y="9065"/>
                  <a:pt x="1642" y="9172"/>
                </a:cubicBezTo>
                <a:lnTo>
                  <a:pt x="1446" y="9368"/>
                </a:lnTo>
                <a:lnTo>
                  <a:pt x="1642" y="9582"/>
                </a:lnTo>
                <a:cubicBezTo>
                  <a:pt x="1731" y="9689"/>
                  <a:pt x="2623" y="10617"/>
                  <a:pt x="3426" y="10617"/>
                </a:cubicBezTo>
                <a:cubicBezTo>
                  <a:pt x="4015" y="10617"/>
                  <a:pt x="4657" y="10100"/>
                  <a:pt x="4996" y="9796"/>
                </a:cubicBezTo>
                <a:cubicBezTo>
                  <a:pt x="5246" y="10011"/>
                  <a:pt x="5692" y="10350"/>
                  <a:pt x="6120" y="10492"/>
                </a:cubicBezTo>
                <a:lnTo>
                  <a:pt x="6531" y="10617"/>
                </a:lnTo>
                <a:lnTo>
                  <a:pt x="6531" y="8066"/>
                </a:lnTo>
                <a:lnTo>
                  <a:pt x="6120" y="8208"/>
                </a:lnTo>
                <a:cubicBezTo>
                  <a:pt x="5674" y="8351"/>
                  <a:pt x="5246" y="8708"/>
                  <a:pt x="4978" y="8940"/>
                </a:cubicBezTo>
                <a:cubicBezTo>
                  <a:pt x="4711" y="8690"/>
                  <a:pt x="4229" y="8298"/>
                  <a:pt x="3730" y="8173"/>
                </a:cubicBezTo>
                <a:lnTo>
                  <a:pt x="3730" y="7477"/>
                </a:lnTo>
                <a:lnTo>
                  <a:pt x="6852" y="7477"/>
                </a:lnTo>
                <a:lnTo>
                  <a:pt x="6852" y="6852"/>
                </a:lnTo>
                <a:lnTo>
                  <a:pt x="6531" y="6852"/>
                </a:lnTo>
                <a:cubicBezTo>
                  <a:pt x="6013" y="6852"/>
                  <a:pt x="5603" y="6424"/>
                  <a:pt x="5603" y="5907"/>
                </a:cubicBezTo>
                <a:lnTo>
                  <a:pt x="5603" y="5603"/>
                </a:lnTo>
                <a:lnTo>
                  <a:pt x="6227" y="5603"/>
                </a:lnTo>
                <a:lnTo>
                  <a:pt x="6227" y="4979"/>
                </a:lnTo>
                <a:lnTo>
                  <a:pt x="5603" y="4979"/>
                </a:lnTo>
                <a:lnTo>
                  <a:pt x="5603" y="3730"/>
                </a:lnTo>
                <a:lnTo>
                  <a:pt x="6227" y="3730"/>
                </a:lnTo>
                <a:lnTo>
                  <a:pt x="6227" y="3123"/>
                </a:lnTo>
                <a:lnTo>
                  <a:pt x="5585" y="3123"/>
                </a:lnTo>
                <a:cubicBezTo>
                  <a:pt x="5460" y="2338"/>
                  <a:pt x="4943" y="1696"/>
                  <a:pt x="4229" y="1410"/>
                </a:cubicBezTo>
                <a:cubicBezTo>
                  <a:pt x="4318" y="1268"/>
                  <a:pt x="4354" y="1107"/>
                  <a:pt x="4354" y="929"/>
                </a:cubicBezTo>
                <a:cubicBezTo>
                  <a:pt x="4354" y="429"/>
                  <a:pt x="3944"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 name="Google Shape;1329;p103"/>
          <p:cNvGrpSpPr/>
          <p:nvPr/>
        </p:nvGrpSpPr>
        <p:grpSpPr>
          <a:xfrm rot="-879690">
            <a:off x="4804045" y="2884785"/>
            <a:ext cx="441793" cy="441086"/>
            <a:chOff x="7743006" y="3413348"/>
            <a:chExt cx="341543" cy="340997"/>
          </a:xfrm>
        </p:grpSpPr>
        <p:sp>
          <p:nvSpPr>
            <p:cNvPr id="1330" name="Google Shape;1330;p103"/>
            <p:cNvSpPr/>
            <p:nvPr/>
          </p:nvSpPr>
          <p:spPr>
            <a:xfrm>
              <a:off x="7743006" y="3413348"/>
              <a:ext cx="341543" cy="340997"/>
            </a:xfrm>
            <a:custGeom>
              <a:rect b="b" l="l" r="r" t="t"/>
              <a:pathLst>
                <a:path extrusionOk="0" h="10618" w="10635">
                  <a:moveTo>
                    <a:pt x="2980" y="625"/>
                  </a:moveTo>
                  <a:cubicBezTo>
                    <a:pt x="3266" y="964"/>
                    <a:pt x="3426" y="1178"/>
                    <a:pt x="3426" y="1553"/>
                  </a:cubicBezTo>
                  <a:cubicBezTo>
                    <a:pt x="3426" y="1714"/>
                    <a:pt x="3355" y="1803"/>
                    <a:pt x="3194" y="1981"/>
                  </a:cubicBezTo>
                  <a:cubicBezTo>
                    <a:pt x="3016" y="2178"/>
                    <a:pt x="2802" y="2410"/>
                    <a:pt x="2802" y="2802"/>
                  </a:cubicBezTo>
                  <a:cubicBezTo>
                    <a:pt x="2802" y="3195"/>
                    <a:pt x="3016" y="3444"/>
                    <a:pt x="3194" y="3641"/>
                  </a:cubicBezTo>
                  <a:cubicBezTo>
                    <a:pt x="3355" y="3801"/>
                    <a:pt x="3426" y="3908"/>
                    <a:pt x="3426" y="4051"/>
                  </a:cubicBezTo>
                  <a:cubicBezTo>
                    <a:pt x="3426" y="4426"/>
                    <a:pt x="3266" y="4640"/>
                    <a:pt x="2980" y="4979"/>
                  </a:cubicBezTo>
                  <a:lnTo>
                    <a:pt x="2213" y="4979"/>
                  </a:lnTo>
                  <a:cubicBezTo>
                    <a:pt x="2391" y="4729"/>
                    <a:pt x="2498" y="4444"/>
                    <a:pt x="2498" y="4051"/>
                  </a:cubicBezTo>
                  <a:cubicBezTo>
                    <a:pt x="2498" y="3659"/>
                    <a:pt x="2284" y="3409"/>
                    <a:pt x="2106" y="3213"/>
                  </a:cubicBezTo>
                  <a:cubicBezTo>
                    <a:pt x="1963" y="3052"/>
                    <a:pt x="1874" y="2945"/>
                    <a:pt x="1874" y="2802"/>
                  </a:cubicBezTo>
                  <a:cubicBezTo>
                    <a:pt x="1874" y="2659"/>
                    <a:pt x="1963" y="2552"/>
                    <a:pt x="2106" y="2392"/>
                  </a:cubicBezTo>
                  <a:cubicBezTo>
                    <a:pt x="2284" y="2195"/>
                    <a:pt x="2498" y="1946"/>
                    <a:pt x="2498" y="1553"/>
                  </a:cubicBezTo>
                  <a:cubicBezTo>
                    <a:pt x="2498" y="1178"/>
                    <a:pt x="2391" y="875"/>
                    <a:pt x="2213" y="625"/>
                  </a:cubicBezTo>
                  <a:close/>
                  <a:moveTo>
                    <a:pt x="4532" y="625"/>
                  </a:moveTo>
                  <a:cubicBezTo>
                    <a:pt x="4818" y="964"/>
                    <a:pt x="4979" y="1178"/>
                    <a:pt x="4979" y="1553"/>
                  </a:cubicBezTo>
                  <a:cubicBezTo>
                    <a:pt x="4979" y="1714"/>
                    <a:pt x="4907" y="1803"/>
                    <a:pt x="4747" y="1981"/>
                  </a:cubicBezTo>
                  <a:cubicBezTo>
                    <a:pt x="4586" y="2178"/>
                    <a:pt x="4372" y="2410"/>
                    <a:pt x="4372" y="2802"/>
                  </a:cubicBezTo>
                  <a:cubicBezTo>
                    <a:pt x="4372" y="3195"/>
                    <a:pt x="4586" y="3444"/>
                    <a:pt x="4747" y="3641"/>
                  </a:cubicBezTo>
                  <a:cubicBezTo>
                    <a:pt x="4907" y="3801"/>
                    <a:pt x="4979" y="3908"/>
                    <a:pt x="4979" y="4051"/>
                  </a:cubicBezTo>
                  <a:cubicBezTo>
                    <a:pt x="4979" y="4426"/>
                    <a:pt x="4818" y="4640"/>
                    <a:pt x="4532" y="4979"/>
                  </a:cubicBezTo>
                  <a:lnTo>
                    <a:pt x="3765" y="4979"/>
                  </a:lnTo>
                  <a:cubicBezTo>
                    <a:pt x="3944" y="4729"/>
                    <a:pt x="4051" y="4444"/>
                    <a:pt x="4051" y="4051"/>
                  </a:cubicBezTo>
                  <a:cubicBezTo>
                    <a:pt x="4051" y="3659"/>
                    <a:pt x="3837" y="3409"/>
                    <a:pt x="3658" y="3213"/>
                  </a:cubicBezTo>
                  <a:cubicBezTo>
                    <a:pt x="3515" y="3052"/>
                    <a:pt x="3426" y="2945"/>
                    <a:pt x="3426" y="2802"/>
                  </a:cubicBezTo>
                  <a:cubicBezTo>
                    <a:pt x="3426" y="2659"/>
                    <a:pt x="3515" y="2552"/>
                    <a:pt x="3658" y="2392"/>
                  </a:cubicBezTo>
                  <a:cubicBezTo>
                    <a:pt x="3837" y="2195"/>
                    <a:pt x="4051" y="1946"/>
                    <a:pt x="4051" y="1553"/>
                  </a:cubicBezTo>
                  <a:cubicBezTo>
                    <a:pt x="4051" y="1178"/>
                    <a:pt x="3944" y="875"/>
                    <a:pt x="3765" y="625"/>
                  </a:cubicBezTo>
                  <a:close/>
                  <a:moveTo>
                    <a:pt x="7477" y="5603"/>
                  </a:moveTo>
                  <a:lnTo>
                    <a:pt x="7477" y="7745"/>
                  </a:lnTo>
                  <a:cubicBezTo>
                    <a:pt x="7477" y="8405"/>
                    <a:pt x="7048" y="8994"/>
                    <a:pt x="6406" y="9190"/>
                  </a:cubicBezTo>
                  <a:cubicBezTo>
                    <a:pt x="6031" y="9315"/>
                    <a:pt x="5746" y="9636"/>
                    <a:pt x="5657" y="9993"/>
                  </a:cubicBezTo>
                  <a:lnTo>
                    <a:pt x="2463" y="9993"/>
                  </a:lnTo>
                  <a:cubicBezTo>
                    <a:pt x="2356" y="9636"/>
                    <a:pt x="2070" y="9315"/>
                    <a:pt x="1695" y="9190"/>
                  </a:cubicBezTo>
                  <a:cubicBezTo>
                    <a:pt x="1053" y="8976"/>
                    <a:pt x="625" y="8387"/>
                    <a:pt x="625" y="7727"/>
                  </a:cubicBezTo>
                  <a:lnTo>
                    <a:pt x="625" y="5603"/>
                  </a:lnTo>
                  <a:close/>
                  <a:moveTo>
                    <a:pt x="0" y="1"/>
                  </a:moveTo>
                  <a:lnTo>
                    <a:pt x="0" y="625"/>
                  </a:lnTo>
                  <a:lnTo>
                    <a:pt x="1428" y="625"/>
                  </a:lnTo>
                  <a:cubicBezTo>
                    <a:pt x="1624" y="857"/>
                    <a:pt x="1767" y="1036"/>
                    <a:pt x="1838" y="1250"/>
                  </a:cubicBezTo>
                  <a:lnTo>
                    <a:pt x="0" y="1250"/>
                  </a:lnTo>
                  <a:lnTo>
                    <a:pt x="0" y="1874"/>
                  </a:lnTo>
                  <a:lnTo>
                    <a:pt x="1731" y="1874"/>
                  </a:lnTo>
                  <a:cubicBezTo>
                    <a:pt x="1713" y="1910"/>
                    <a:pt x="1678" y="1946"/>
                    <a:pt x="1642" y="1981"/>
                  </a:cubicBezTo>
                  <a:cubicBezTo>
                    <a:pt x="1464" y="2178"/>
                    <a:pt x="1249" y="2410"/>
                    <a:pt x="1249" y="2802"/>
                  </a:cubicBezTo>
                  <a:cubicBezTo>
                    <a:pt x="1249" y="3195"/>
                    <a:pt x="1464" y="3444"/>
                    <a:pt x="1642" y="3641"/>
                  </a:cubicBezTo>
                  <a:cubicBezTo>
                    <a:pt x="1785" y="3801"/>
                    <a:pt x="1874" y="3908"/>
                    <a:pt x="1874" y="4051"/>
                  </a:cubicBezTo>
                  <a:cubicBezTo>
                    <a:pt x="1874" y="4426"/>
                    <a:pt x="1713" y="4640"/>
                    <a:pt x="1428" y="4979"/>
                  </a:cubicBezTo>
                  <a:lnTo>
                    <a:pt x="0" y="4979"/>
                  </a:lnTo>
                  <a:lnTo>
                    <a:pt x="0" y="7727"/>
                  </a:lnTo>
                  <a:cubicBezTo>
                    <a:pt x="0" y="8655"/>
                    <a:pt x="607" y="9493"/>
                    <a:pt x="1499" y="9779"/>
                  </a:cubicBezTo>
                  <a:cubicBezTo>
                    <a:pt x="1731" y="9868"/>
                    <a:pt x="1874" y="10064"/>
                    <a:pt x="1874" y="10314"/>
                  </a:cubicBezTo>
                  <a:lnTo>
                    <a:pt x="1874" y="10617"/>
                  </a:lnTo>
                  <a:lnTo>
                    <a:pt x="6228" y="10617"/>
                  </a:lnTo>
                  <a:lnTo>
                    <a:pt x="6228" y="10314"/>
                  </a:lnTo>
                  <a:cubicBezTo>
                    <a:pt x="6228" y="10064"/>
                    <a:pt x="6388" y="9868"/>
                    <a:pt x="6602" y="9779"/>
                  </a:cubicBezTo>
                  <a:cubicBezTo>
                    <a:pt x="7494" y="9493"/>
                    <a:pt x="8101" y="8655"/>
                    <a:pt x="8101" y="7727"/>
                  </a:cubicBezTo>
                  <a:lnTo>
                    <a:pt x="8101" y="4979"/>
                  </a:lnTo>
                  <a:lnTo>
                    <a:pt x="5318" y="4979"/>
                  </a:lnTo>
                  <a:cubicBezTo>
                    <a:pt x="5496" y="4729"/>
                    <a:pt x="5603" y="4444"/>
                    <a:pt x="5603" y="4051"/>
                  </a:cubicBezTo>
                  <a:cubicBezTo>
                    <a:pt x="5603" y="3659"/>
                    <a:pt x="5389" y="3409"/>
                    <a:pt x="5210" y="3213"/>
                  </a:cubicBezTo>
                  <a:cubicBezTo>
                    <a:pt x="5068" y="3052"/>
                    <a:pt x="4979" y="2945"/>
                    <a:pt x="4979" y="2802"/>
                  </a:cubicBezTo>
                  <a:cubicBezTo>
                    <a:pt x="4979" y="2659"/>
                    <a:pt x="5068" y="2552"/>
                    <a:pt x="5210" y="2392"/>
                  </a:cubicBezTo>
                  <a:cubicBezTo>
                    <a:pt x="5335" y="2249"/>
                    <a:pt x="5478" y="2088"/>
                    <a:pt x="5549" y="1874"/>
                  </a:cubicBezTo>
                  <a:lnTo>
                    <a:pt x="10635" y="1874"/>
                  </a:lnTo>
                  <a:lnTo>
                    <a:pt x="10635" y="1250"/>
                  </a:lnTo>
                  <a:lnTo>
                    <a:pt x="5585" y="1250"/>
                  </a:lnTo>
                  <a:cubicBezTo>
                    <a:pt x="5532" y="1000"/>
                    <a:pt x="5442" y="804"/>
                    <a:pt x="5318" y="625"/>
                  </a:cubicBezTo>
                  <a:lnTo>
                    <a:pt x="10635" y="625"/>
                  </a:lnTo>
                  <a:lnTo>
                    <a:pt x="10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03"/>
            <p:cNvSpPr/>
            <p:nvPr/>
          </p:nvSpPr>
          <p:spPr>
            <a:xfrm>
              <a:off x="7823229" y="3614484"/>
              <a:ext cx="101451" cy="99749"/>
            </a:xfrm>
            <a:custGeom>
              <a:rect b="b" l="l" r="r" t="t"/>
              <a:pathLst>
                <a:path extrusionOk="0" h="3106" w="3159">
                  <a:moveTo>
                    <a:pt x="1553" y="625"/>
                  </a:moveTo>
                  <a:cubicBezTo>
                    <a:pt x="2070" y="625"/>
                    <a:pt x="2481" y="1035"/>
                    <a:pt x="2481" y="1553"/>
                  </a:cubicBezTo>
                  <a:cubicBezTo>
                    <a:pt x="2481" y="1731"/>
                    <a:pt x="2356" y="1874"/>
                    <a:pt x="2177" y="1874"/>
                  </a:cubicBezTo>
                  <a:cubicBezTo>
                    <a:pt x="1999" y="1874"/>
                    <a:pt x="1874" y="1731"/>
                    <a:pt x="1874" y="1553"/>
                  </a:cubicBezTo>
                  <a:cubicBezTo>
                    <a:pt x="1874" y="1160"/>
                    <a:pt x="1606" y="804"/>
                    <a:pt x="1249" y="679"/>
                  </a:cubicBezTo>
                  <a:cubicBezTo>
                    <a:pt x="1339" y="643"/>
                    <a:pt x="1446" y="625"/>
                    <a:pt x="1553" y="625"/>
                  </a:cubicBezTo>
                  <a:close/>
                  <a:moveTo>
                    <a:pt x="928" y="1250"/>
                  </a:moveTo>
                  <a:cubicBezTo>
                    <a:pt x="1107" y="1250"/>
                    <a:pt x="1249" y="1392"/>
                    <a:pt x="1249" y="1553"/>
                  </a:cubicBezTo>
                  <a:cubicBezTo>
                    <a:pt x="1249" y="1963"/>
                    <a:pt x="1499" y="2302"/>
                    <a:pt x="1874" y="2445"/>
                  </a:cubicBezTo>
                  <a:cubicBezTo>
                    <a:pt x="1767" y="2481"/>
                    <a:pt x="1660" y="2499"/>
                    <a:pt x="1553" y="2499"/>
                  </a:cubicBezTo>
                  <a:cubicBezTo>
                    <a:pt x="1035" y="2499"/>
                    <a:pt x="625" y="2070"/>
                    <a:pt x="625" y="1553"/>
                  </a:cubicBezTo>
                  <a:cubicBezTo>
                    <a:pt x="625" y="1392"/>
                    <a:pt x="768" y="1250"/>
                    <a:pt x="928" y="1250"/>
                  </a:cubicBezTo>
                  <a:close/>
                  <a:moveTo>
                    <a:pt x="1553" y="1"/>
                  </a:moveTo>
                  <a:cubicBezTo>
                    <a:pt x="696" y="1"/>
                    <a:pt x="0" y="714"/>
                    <a:pt x="0" y="1553"/>
                  </a:cubicBezTo>
                  <a:cubicBezTo>
                    <a:pt x="0" y="2409"/>
                    <a:pt x="696" y="3105"/>
                    <a:pt x="1553" y="3105"/>
                  </a:cubicBezTo>
                  <a:cubicBezTo>
                    <a:pt x="2391" y="3105"/>
                    <a:pt x="3087" y="2445"/>
                    <a:pt x="3105" y="1606"/>
                  </a:cubicBezTo>
                  <a:cubicBezTo>
                    <a:pt x="3159" y="786"/>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305"/>
                                        </p:tgtEl>
                                        <p:attrNameLst>
                                          <p:attrName>style.visibility</p:attrName>
                                        </p:attrNameLst>
                                      </p:cBhvr>
                                      <p:to>
                                        <p:strVal val="visible"/>
                                      </p:to>
                                    </p:set>
                                    <p:anim calcmode="lin" valueType="num">
                                      <p:cBhvr additive="base">
                                        <p:cTn dur="1000"/>
                                        <p:tgtEl>
                                          <p:spTgt spid="130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306"/>
                                        </p:tgtEl>
                                        <p:attrNameLst>
                                          <p:attrName>style.visibility</p:attrName>
                                        </p:attrNameLst>
                                      </p:cBhvr>
                                      <p:to>
                                        <p:strVal val="visible"/>
                                      </p:to>
                                    </p:set>
                                    <p:anim calcmode="lin" valueType="num">
                                      <p:cBhvr additive="base">
                                        <p:cTn dur="1000"/>
                                        <p:tgtEl>
                                          <p:spTgt spid="130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309"/>
                                        </p:tgtEl>
                                        <p:attrNameLst>
                                          <p:attrName>style.visibility</p:attrName>
                                        </p:attrNameLst>
                                      </p:cBhvr>
                                      <p:to>
                                        <p:strVal val="visible"/>
                                      </p:to>
                                    </p:set>
                                    <p:anim calcmode="lin" valueType="num">
                                      <p:cBhvr additive="base">
                                        <p:cTn dur="1000"/>
                                        <p:tgtEl>
                                          <p:spTgt spid="130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11"/>
                                        </p:tgtEl>
                                        <p:attrNameLst>
                                          <p:attrName>style.visibility</p:attrName>
                                        </p:attrNameLst>
                                      </p:cBhvr>
                                      <p:to>
                                        <p:strVal val="visible"/>
                                      </p:to>
                                    </p:set>
                                    <p:anim calcmode="lin" valueType="num">
                                      <p:cBhvr additive="base">
                                        <p:cTn dur="1000"/>
                                        <p:tgtEl>
                                          <p:spTgt spid="131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313"/>
                                        </p:tgtEl>
                                        <p:attrNameLst>
                                          <p:attrName>style.visibility</p:attrName>
                                        </p:attrNameLst>
                                      </p:cBhvr>
                                      <p:to>
                                        <p:strVal val="visible"/>
                                      </p:to>
                                    </p:set>
                                    <p:anim calcmode="lin" valueType="num">
                                      <p:cBhvr additive="base">
                                        <p:cTn dur="1000"/>
                                        <p:tgtEl>
                                          <p:spTgt spid="131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315"/>
                                        </p:tgtEl>
                                        <p:attrNameLst>
                                          <p:attrName>style.visibility</p:attrName>
                                        </p:attrNameLst>
                                      </p:cBhvr>
                                      <p:to>
                                        <p:strVal val="visible"/>
                                      </p:to>
                                    </p:set>
                                    <p:anim calcmode="lin" valueType="num">
                                      <p:cBhvr additive="base">
                                        <p:cTn dur="1000"/>
                                        <p:tgtEl>
                                          <p:spTgt spid="131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5" name="Shape 1335"/>
        <p:cNvGrpSpPr/>
        <p:nvPr/>
      </p:nvGrpSpPr>
      <p:grpSpPr>
        <a:xfrm>
          <a:off x="0" y="0"/>
          <a:ext cx="0" cy="0"/>
          <a:chOff x="0" y="0"/>
          <a:chExt cx="0" cy="0"/>
        </a:xfrm>
      </p:grpSpPr>
      <p:cxnSp>
        <p:nvCxnSpPr>
          <p:cNvPr id="1336" name="Google Shape;1336;p104"/>
          <p:cNvCxnSpPr/>
          <p:nvPr/>
        </p:nvCxnSpPr>
        <p:spPr>
          <a:xfrm flipH="1" rot="10800000">
            <a:off x="1698000" y="2193375"/>
            <a:ext cx="1966800" cy="1315800"/>
          </a:xfrm>
          <a:prstGeom prst="straightConnector1">
            <a:avLst/>
          </a:prstGeom>
          <a:noFill/>
          <a:ln cap="flat" cmpd="sng" w="28575">
            <a:solidFill>
              <a:schemeClr val="dk2"/>
            </a:solidFill>
            <a:prstDash val="solid"/>
            <a:round/>
            <a:headEnd len="med" w="med" type="none"/>
            <a:tailEnd len="med" w="med" type="none"/>
          </a:ln>
        </p:spPr>
      </p:cxnSp>
      <p:cxnSp>
        <p:nvCxnSpPr>
          <p:cNvPr id="1337" name="Google Shape;1337;p104"/>
          <p:cNvCxnSpPr/>
          <p:nvPr/>
        </p:nvCxnSpPr>
        <p:spPr>
          <a:xfrm>
            <a:off x="3664825" y="2207400"/>
            <a:ext cx="1999800" cy="1154400"/>
          </a:xfrm>
          <a:prstGeom prst="straightConnector1">
            <a:avLst/>
          </a:prstGeom>
          <a:noFill/>
          <a:ln cap="flat" cmpd="sng" w="28575">
            <a:solidFill>
              <a:schemeClr val="dk2"/>
            </a:solidFill>
            <a:prstDash val="solid"/>
            <a:round/>
            <a:headEnd len="med" w="med" type="none"/>
            <a:tailEnd len="med" w="med" type="none"/>
          </a:ln>
        </p:spPr>
      </p:cxnSp>
      <p:cxnSp>
        <p:nvCxnSpPr>
          <p:cNvPr id="1338" name="Google Shape;1338;p104"/>
          <p:cNvCxnSpPr/>
          <p:nvPr/>
        </p:nvCxnSpPr>
        <p:spPr>
          <a:xfrm flipH="1" rot="10800000">
            <a:off x="5405300" y="2193375"/>
            <a:ext cx="1966800" cy="1315800"/>
          </a:xfrm>
          <a:prstGeom prst="straightConnector1">
            <a:avLst/>
          </a:prstGeom>
          <a:noFill/>
          <a:ln cap="flat" cmpd="sng" w="28575">
            <a:solidFill>
              <a:schemeClr val="dk2"/>
            </a:solidFill>
            <a:prstDash val="solid"/>
            <a:round/>
            <a:headEnd len="med" w="med" type="none"/>
            <a:tailEnd len="med" w="med" type="none"/>
          </a:ln>
        </p:spPr>
      </p:cxnSp>
      <p:sp>
        <p:nvSpPr>
          <p:cNvPr id="1339" name="Google Shape;1339;p104"/>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OUR </a:t>
            </a:r>
            <a:r>
              <a:rPr lang="en"/>
              <a:t>TIMING</a:t>
            </a:r>
            <a:endParaRPr/>
          </a:p>
        </p:txBody>
      </p:sp>
      <p:sp>
        <p:nvSpPr>
          <p:cNvPr id="1340" name="Google Shape;1340;p104"/>
          <p:cNvSpPr txBox="1"/>
          <p:nvPr/>
        </p:nvSpPr>
        <p:spPr>
          <a:xfrm flipH="1">
            <a:off x="893925" y="17363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a:t>
            </a:r>
            <a:r>
              <a:rPr lang="en" sz="2000">
                <a:solidFill>
                  <a:schemeClr val="dk1"/>
                </a:solidFill>
                <a:latin typeface="Kulim Park"/>
                <a:ea typeface="Kulim Park"/>
                <a:cs typeface="Kulim Park"/>
                <a:sym typeface="Kulim Park"/>
              </a:rPr>
              <a:t> </a:t>
            </a:r>
            <a:r>
              <a:rPr lang="en" sz="2000">
                <a:solidFill>
                  <a:schemeClr val="dk1"/>
                </a:solidFill>
                <a:latin typeface="Kulim Park"/>
                <a:ea typeface="Kulim Park"/>
                <a:cs typeface="Kulim Park"/>
                <a:sym typeface="Kulim Park"/>
              </a:rPr>
              <a:t>1</a:t>
            </a:r>
            <a:endParaRPr sz="2000">
              <a:solidFill>
                <a:schemeClr val="dk1"/>
              </a:solidFill>
              <a:latin typeface="Kulim Park"/>
              <a:ea typeface="Kulim Park"/>
              <a:cs typeface="Kulim Park"/>
              <a:sym typeface="Kulim Park"/>
            </a:endParaRPr>
          </a:p>
        </p:txBody>
      </p:sp>
      <p:sp>
        <p:nvSpPr>
          <p:cNvPr id="1341" name="Google Shape;1341;p104"/>
          <p:cNvSpPr txBox="1"/>
          <p:nvPr/>
        </p:nvSpPr>
        <p:spPr>
          <a:xfrm flipH="1">
            <a:off x="893919" y="2013774"/>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342" name="Google Shape;1342;p104"/>
          <p:cNvSpPr txBox="1"/>
          <p:nvPr/>
        </p:nvSpPr>
        <p:spPr>
          <a:xfrm flipH="1">
            <a:off x="2732950" y="31079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2</a:t>
            </a:r>
            <a:endParaRPr sz="2000">
              <a:solidFill>
                <a:schemeClr val="dk1"/>
              </a:solidFill>
              <a:latin typeface="Kulim Park"/>
              <a:ea typeface="Kulim Park"/>
              <a:cs typeface="Kulim Park"/>
              <a:sym typeface="Kulim Park"/>
            </a:endParaRPr>
          </a:p>
        </p:txBody>
      </p:sp>
      <p:sp>
        <p:nvSpPr>
          <p:cNvPr id="1343" name="Google Shape;1343;p104"/>
          <p:cNvSpPr txBox="1"/>
          <p:nvPr/>
        </p:nvSpPr>
        <p:spPr>
          <a:xfrm flipH="1">
            <a:off x="2732944" y="3385375"/>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p:txBody>
      </p:sp>
      <p:sp>
        <p:nvSpPr>
          <p:cNvPr id="1344" name="Google Shape;1344;p104"/>
          <p:cNvSpPr txBox="1"/>
          <p:nvPr/>
        </p:nvSpPr>
        <p:spPr>
          <a:xfrm>
            <a:off x="4571925" y="17363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3</a:t>
            </a:r>
            <a:endParaRPr sz="2000">
              <a:solidFill>
                <a:schemeClr val="dk1"/>
              </a:solidFill>
              <a:latin typeface="Kulim Park"/>
              <a:ea typeface="Kulim Park"/>
              <a:cs typeface="Kulim Park"/>
              <a:sym typeface="Kulim Park"/>
            </a:endParaRPr>
          </a:p>
        </p:txBody>
      </p:sp>
      <p:sp>
        <p:nvSpPr>
          <p:cNvPr id="1345" name="Google Shape;1345;p104"/>
          <p:cNvSpPr txBox="1"/>
          <p:nvPr/>
        </p:nvSpPr>
        <p:spPr>
          <a:xfrm>
            <a:off x="4571931" y="2013774"/>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Saturn is a gas giant with several rings</a:t>
            </a:r>
            <a:endParaRPr>
              <a:solidFill>
                <a:schemeClr val="dk1"/>
              </a:solidFill>
              <a:latin typeface="Manrope"/>
              <a:ea typeface="Manrope"/>
              <a:cs typeface="Manrope"/>
              <a:sym typeface="Manrope"/>
            </a:endParaRPr>
          </a:p>
        </p:txBody>
      </p:sp>
      <p:sp>
        <p:nvSpPr>
          <p:cNvPr id="1346" name="Google Shape;1346;p104"/>
          <p:cNvSpPr txBox="1"/>
          <p:nvPr/>
        </p:nvSpPr>
        <p:spPr>
          <a:xfrm>
            <a:off x="6410925" y="31079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4</a:t>
            </a:r>
            <a:endParaRPr sz="2000">
              <a:solidFill>
                <a:schemeClr val="dk1"/>
              </a:solidFill>
              <a:latin typeface="Kulim Park"/>
              <a:ea typeface="Kulim Park"/>
              <a:cs typeface="Kulim Park"/>
              <a:sym typeface="Kulim Park"/>
            </a:endParaRPr>
          </a:p>
        </p:txBody>
      </p:sp>
      <p:sp>
        <p:nvSpPr>
          <p:cNvPr id="1347" name="Google Shape;1347;p104"/>
          <p:cNvSpPr txBox="1"/>
          <p:nvPr/>
        </p:nvSpPr>
        <p:spPr>
          <a:xfrm>
            <a:off x="6410931" y="3385375"/>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cold</a:t>
            </a:r>
            <a:endParaRPr>
              <a:solidFill>
                <a:schemeClr val="dk1"/>
              </a:solidFill>
              <a:latin typeface="Manrope"/>
              <a:ea typeface="Manrope"/>
              <a:cs typeface="Manrope"/>
              <a:sym typeface="Manrope"/>
            </a:endParaRPr>
          </a:p>
        </p:txBody>
      </p:sp>
      <p:sp>
        <p:nvSpPr>
          <p:cNvPr id="1348" name="Google Shape;1348;p104"/>
          <p:cNvSpPr/>
          <p:nvPr/>
        </p:nvSpPr>
        <p:spPr>
          <a:xfrm>
            <a:off x="1240579" y="3016297"/>
            <a:ext cx="1184360" cy="85318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04"/>
          <p:cNvSpPr/>
          <p:nvPr/>
        </p:nvSpPr>
        <p:spPr>
          <a:xfrm flipH="1">
            <a:off x="4865571" y="3016227"/>
            <a:ext cx="1184360" cy="85331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04"/>
          <p:cNvSpPr/>
          <p:nvPr/>
        </p:nvSpPr>
        <p:spPr>
          <a:xfrm flipH="1">
            <a:off x="6819408" y="1778805"/>
            <a:ext cx="960236" cy="85330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04"/>
          <p:cNvSpPr/>
          <p:nvPr/>
        </p:nvSpPr>
        <p:spPr>
          <a:xfrm>
            <a:off x="3127012" y="1751302"/>
            <a:ext cx="960236" cy="85330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 name="Google Shape;1352;p104"/>
          <p:cNvGrpSpPr/>
          <p:nvPr/>
        </p:nvGrpSpPr>
        <p:grpSpPr>
          <a:xfrm rot="-672679">
            <a:off x="1502127" y="3215026"/>
            <a:ext cx="490580" cy="487536"/>
            <a:chOff x="-61354075" y="1940500"/>
            <a:chExt cx="314275" cy="312325"/>
          </a:xfrm>
        </p:grpSpPr>
        <p:sp>
          <p:nvSpPr>
            <p:cNvPr id="1353" name="Google Shape;1353;p104"/>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04"/>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04"/>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04"/>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 name="Google Shape;1357;p104"/>
          <p:cNvSpPr/>
          <p:nvPr/>
        </p:nvSpPr>
        <p:spPr>
          <a:xfrm>
            <a:off x="3358118" y="1931953"/>
            <a:ext cx="497998" cy="491988"/>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 name="Google Shape;1358;p104"/>
          <p:cNvGrpSpPr/>
          <p:nvPr/>
        </p:nvGrpSpPr>
        <p:grpSpPr>
          <a:xfrm rot="640372">
            <a:off x="5355565" y="3197054"/>
            <a:ext cx="418076" cy="493043"/>
            <a:chOff x="-60597975" y="1939525"/>
            <a:chExt cx="267825" cy="315850"/>
          </a:xfrm>
        </p:grpSpPr>
        <p:sp>
          <p:nvSpPr>
            <p:cNvPr id="1359" name="Google Shape;1359;p104"/>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04"/>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104"/>
          <p:cNvGrpSpPr/>
          <p:nvPr/>
        </p:nvGrpSpPr>
        <p:grpSpPr>
          <a:xfrm rot="-555611">
            <a:off x="7048718" y="1954686"/>
            <a:ext cx="495514" cy="497856"/>
            <a:chOff x="-60254550" y="1938025"/>
            <a:chExt cx="317425" cy="318925"/>
          </a:xfrm>
        </p:grpSpPr>
        <p:sp>
          <p:nvSpPr>
            <p:cNvPr id="1362" name="Google Shape;1362;p104"/>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04"/>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04"/>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04"/>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9" name="Shape 1369"/>
        <p:cNvGrpSpPr/>
        <p:nvPr/>
      </p:nvGrpSpPr>
      <p:grpSpPr>
        <a:xfrm>
          <a:off x="0" y="0"/>
          <a:ext cx="0" cy="0"/>
          <a:chOff x="0" y="0"/>
          <a:chExt cx="0" cy="0"/>
        </a:xfrm>
      </p:grpSpPr>
      <p:sp>
        <p:nvSpPr>
          <p:cNvPr id="1370" name="Google Shape;1370;p105"/>
          <p:cNvSpPr/>
          <p:nvPr/>
        </p:nvSpPr>
        <p:spPr>
          <a:xfrm>
            <a:off x="1211986" y="1542966"/>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05"/>
          <p:cNvSpPr/>
          <p:nvPr/>
        </p:nvSpPr>
        <p:spPr>
          <a:xfrm flipH="1">
            <a:off x="4728444" y="154297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05"/>
          <p:cNvSpPr/>
          <p:nvPr/>
        </p:nvSpPr>
        <p:spPr>
          <a:xfrm flipH="1">
            <a:off x="6828895" y="1513148"/>
            <a:ext cx="1185692" cy="103281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05"/>
          <p:cNvSpPr/>
          <p:nvPr/>
        </p:nvSpPr>
        <p:spPr>
          <a:xfrm>
            <a:off x="3049462" y="1542973"/>
            <a:ext cx="1155176"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0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a:t>
            </a:r>
            <a:r>
              <a:rPr lang="en">
                <a:solidFill>
                  <a:schemeClr val="lt1"/>
                </a:solidFill>
              </a:rPr>
              <a:t>TIMELINE</a:t>
            </a:r>
            <a:endParaRPr>
              <a:solidFill>
                <a:schemeClr val="lt1"/>
              </a:solidFill>
            </a:endParaRPr>
          </a:p>
        </p:txBody>
      </p:sp>
      <p:sp>
        <p:nvSpPr>
          <p:cNvPr id="1375" name="Google Shape;1375;p105"/>
          <p:cNvSpPr txBox="1"/>
          <p:nvPr/>
        </p:nvSpPr>
        <p:spPr>
          <a:xfrm>
            <a:off x="837163"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01</a:t>
            </a:r>
            <a:endParaRPr sz="2500">
              <a:solidFill>
                <a:schemeClr val="dk1"/>
              </a:solidFill>
              <a:latin typeface="Kulim Park"/>
              <a:ea typeface="Kulim Park"/>
              <a:cs typeface="Kulim Park"/>
              <a:sym typeface="Kulim Park"/>
            </a:endParaRPr>
          </a:p>
        </p:txBody>
      </p:sp>
      <p:sp>
        <p:nvSpPr>
          <p:cNvPr id="1376" name="Google Shape;1376;p105"/>
          <p:cNvSpPr txBox="1"/>
          <p:nvPr/>
        </p:nvSpPr>
        <p:spPr>
          <a:xfrm>
            <a:off x="837163" y="3549900"/>
            <a:ext cx="1800300" cy="87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nice name, but it's terribly hot</a:t>
            </a:r>
            <a:endParaRPr>
              <a:solidFill>
                <a:schemeClr val="dk1"/>
              </a:solidFill>
              <a:latin typeface="Manrope"/>
              <a:ea typeface="Manrope"/>
              <a:cs typeface="Manrope"/>
              <a:sym typeface="Manrope"/>
            </a:endParaRPr>
          </a:p>
        </p:txBody>
      </p:sp>
      <p:sp>
        <p:nvSpPr>
          <p:cNvPr id="1377" name="Google Shape;1377;p105"/>
          <p:cNvSpPr txBox="1"/>
          <p:nvPr/>
        </p:nvSpPr>
        <p:spPr>
          <a:xfrm>
            <a:off x="2726888"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02</a:t>
            </a:r>
            <a:endParaRPr sz="2500">
              <a:solidFill>
                <a:schemeClr val="dk1"/>
              </a:solidFill>
              <a:latin typeface="Kulim Park"/>
              <a:ea typeface="Kulim Park"/>
              <a:cs typeface="Kulim Park"/>
              <a:sym typeface="Kulim Park"/>
            </a:endParaRPr>
          </a:p>
        </p:txBody>
      </p:sp>
      <p:sp>
        <p:nvSpPr>
          <p:cNvPr id="1378" name="Google Shape;1378;p105"/>
          <p:cNvSpPr txBox="1"/>
          <p:nvPr/>
        </p:nvSpPr>
        <p:spPr>
          <a:xfrm>
            <a:off x="2726888" y="3549900"/>
            <a:ext cx="1800300" cy="87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closest planet to the Sun</a:t>
            </a:r>
            <a:endParaRPr>
              <a:solidFill>
                <a:schemeClr val="dk1"/>
              </a:solidFill>
              <a:latin typeface="Manrope"/>
              <a:ea typeface="Manrope"/>
              <a:cs typeface="Manrope"/>
              <a:sym typeface="Manrope"/>
            </a:endParaRPr>
          </a:p>
        </p:txBody>
      </p:sp>
      <p:sp>
        <p:nvSpPr>
          <p:cNvPr id="1379" name="Google Shape;1379;p105"/>
          <p:cNvSpPr txBox="1"/>
          <p:nvPr/>
        </p:nvSpPr>
        <p:spPr>
          <a:xfrm>
            <a:off x="4616613"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03</a:t>
            </a:r>
            <a:endParaRPr sz="2500">
              <a:solidFill>
                <a:schemeClr val="dk1"/>
              </a:solidFill>
              <a:latin typeface="Kulim Park"/>
              <a:ea typeface="Kulim Park"/>
              <a:cs typeface="Kulim Park"/>
              <a:sym typeface="Kulim Park"/>
            </a:endParaRPr>
          </a:p>
        </p:txBody>
      </p:sp>
      <p:sp>
        <p:nvSpPr>
          <p:cNvPr id="1380" name="Google Shape;1380;p105"/>
          <p:cNvSpPr txBox="1"/>
          <p:nvPr/>
        </p:nvSpPr>
        <p:spPr>
          <a:xfrm>
            <a:off x="4616636" y="3549900"/>
            <a:ext cx="1800300" cy="87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It’s actually a cold place. It’s full of iron oxide dust</a:t>
            </a:r>
            <a:endParaRPr>
              <a:solidFill>
                <a:schemeClr val="dk1"/>
              </a:solidFill>
              <a:latin typeface="Manrope"/>
              <a:ea typeface="Manrope"/>
              <a:cs typeface="Manrope"/>
              <a:sym typeface="Manrope"/>
            </a:endParaRPr>
          </a:p>
        </p:txBody>
      </p:sp>
      <p:sp>
        <p:nvSpPr>
          <p:cNvPr id="1381" name="Google Shape;1381;p105"/>
          <p:cNvSpPr txBox="1"/>
          <p:nvPr/>
        </p:nvSpPr>
        <p:spPr>
          <a:xfrm>
            <a:off x="6506338" y="16998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04</a:t>
            </a:r>
            <a:endParaRPr sz="2500">
              <a:solidFill>
                <a:schemeClr val="dk1"/>
              </a:solidFill>
              <a:latin typeface="Kulim Park"/>
              <a:ea typeface="Kulim Park"/>
              <a:cs typeface="Kulim Park"/>
              <a:sym typeface="Kulim Park"/>
            </a:endParaRPr>
          </a:p>
        </p:txBody>
      </p:sp>
      <p:sp>
        <p:nvSpPr>
          <p:cNvPr id="1382" name="Google Shape;1382;p105"/>
          <p:cNvSpPr txBox="1"/>
          <p:nvPr/>
        </p:nvSpPr>
        <p:spPr>
          <a:xfrm>
            <a:off x="6506338" y="3550081"/>
            <a:ext cx="1800300" cy="87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p:txBody>
      </p:sp>
      <p:sp>
        <p:nvSpPr>
          <p:cNvPr id="1383" name="Google Shape;1383;p105"/>
          <p:cNvSpPr txBox="1"/>
          <p:nvPr/>
        </p:nvSpPr>
        <p:spPr>
          <a:xfrm>
            <a:off x="837150"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VENUS</a:t>
            </a:r>
            <a:endParaRPr sz="2200">
              <a:solidFill>
                <a:schemeClr val="dk1"/>
              </a:solidFill>
              <a:latin typeface="Kulim Park"/>
              <a:ea typeface="Kulim Park"/>
              <a:cs typeface="Kulim Park"/>
              <a:sym typeface="Kulim Park"/>
            </a:endParaRPr>
          </a:p>
        </p:txBody>
      </p:sp>
      <p:sp>
        <p:nvSpPr>
          <p:cNvPr id="1384" name="Google Shape;1384;p105"/>
          <p:cNvSpPr txBox="1"/>
          <p:nvPr/>
        </p:nvSpPr>
        <p:spPr>
          <a:xfrm>
            <a:off x="272688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MERCURY</a:t>
            </a:r>
            <a:endParaRPr sz="2200">
              <a:solidFill>
                <a:schemeClr val="dk1"/>
              </a:solidFill>
              <a:latin typeface="Kulim Park"/>
              <a:ea typeface="Kulim Park"/>
              <a:cs typeface="Kulim Park"/>
              <a:sym typeface="Kulim Park"/>
            </a:endParaRPr>
          </a:p>
        </p:txBody>
      </p:sp>
      <p:sp>
        <p:nvSpPr>
          <p:cNvPr id="1385" name="Google Shape;1385;p105"/>
          <p:cNvSpPr txBox="1"/>
          <p:nvPr/>
        </p:nvSpPr>
        <p:spPr>
          <a:xfrm>
            <a:off x="650638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JUPITER</a:t>
            </a:r>
            <a:endParaRPr sz="2200">
              <a:solidFill>
                <a:schemeClr val="dk1"/>
              </a:solidFill>
              <a:latin typeface="Kulim Park"/>
              <a:ea typeface="Kulim Park"/>
              <a:cs typeface="Kulim Park"/>
              <a:sym typeface="Kulim Park"/>
            </a:endParaRPr>
          </a:p>
        </p:txBody>
      </p:sp>
      <p:sp>
        <p:nvSpPr>
          <p:cNvPr id="1386" name="Google Shape;1386;p105"/>
          <p:cNvSpPr txBox="1"/>
          <p:nvPr/>
        </p:nvSpPr>
        <p:spPr>
          <a:xfrm>
            <a:off x="461663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MARS</a:t>
            </a:r>
            <a:endParaRPr sz="2200">
              <a:solidFill>
                <a:schemeClr val="dk1"/>
              </a:solidFill>
              <a:latin typeface="Kulim Park"/>
              <a:ea typeface="Kulim Park"/>
              <a:cs typeface="Kulim Park"/>
              <a:sym typeface="Kulim Park"/>
            </a:endParaRPr>
          </a:p>
        </p:txBody>
      </p:sp>
      <p:cxnSp>
        <p:nvCxnSpPr>
          <p:cNvPr id="1387" name="Google Shape;1387;p105"/>
          <p:cNvCxnSpPr/>
          <p:nvPr/>
        </p:nvCxnSpPr>
        <p:spPr>
          <a:xfrm flipH="1" rot="10800000">
            <a:off x="1715250" y="2795125"/>
            <a:ext cx="5715900" cy="780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75"/>
                                        </p:tgtEl>
                                        <p:attrNameLst>
                                          <p:attrName>style.visibility</p:attrName>
                                        </p:attrNameLst>
                                      </p:cBhvr>
                                      <p:to>
                                        <p:strVal val="visible"/>
                                      </p:to>
                                    </p:set>
                                    <p:animEffect filter="fade" transition="in">
                                      <p:cBhvr>
                                        <p:cTn dur="1000"/>
                                        <p:tgtEl>
                                          <p:spTgt spid="1375"/>
                                        </p:tgtEl>
                                      </p:cBhvr>
                                    </p:animEffect>
                                  </p:childTnLst>
                                </p:cTn>
                              </p:par>
                              <p:par>
                                <p:cTn fill="hold" nodeType="withEffect" presetClass="entr" presetID="10" presetSubtype="0">
                                  <p:stCondLst>
                                    <p:cond delay="0"/>
                                  </p:stCondLst>
                                  <p:childTnLst>
                                    <p:set>
                                      <p:cBhvr>
                                        <p:cTn dur="1" fill="hold">
                                          <p:stCondLst>
                                            <p:cond delay="0"/>
                                          </p:stCondLst>
                                        </p:cTn>
                                        <p:tgtEl>
                                          <p:spTgt spid="1377"/>
                                        </p:tgtEl>
                                        <p:attrNameLst>
                                          <p:attrName>style.visibility</p:attrName>
                                        </p:attrNameLst>
                                      </p:cBhvr>
                                      <p:to>
                                        <p:strVal val="visible"/>
                                      </p:to>
                                    </p:set>
                                    <p:animEffect filter="fade" transition="in">
                                      <p:cBhvr>
                                        <p:cTn dur="1000"/>
                                        <p:tgtEl>
                                          <p:spTgt spid="1377"/>
                                        </p:tgtEl>
                                      </p:cBhvr>
                                    </p:animEffect>
                                  </p:childTnLst>
                                </p:cTn>
                              </p:par>
                              <p:par>
                                <p:cTn fill="hold" nodeType="withEffect" presetClass="entr" presetID="10" presetSubtype="0">
                                  <p:stCondLst>
                                    <p:cond delay="0"/>
                                  </p:stCondLst>
                                  <p:childTnLst>
                                    <p:set>
                                      <p:cBhvr>
                                        <p:cTn dur="1" fill="hold">
                                          <p:stCondLst>
                                            <p:cond delay="0"/>
                                          </p:stCondLst>
                                        </p:cTn>
                                        <p:tgtEl>
                                          <p:spTgt spid="1379"/>
                                        </p:tgtEl>
                                        <p:attrNameLst>
                                          <p:attrName>style.visibility</p:attrName>
                                        </p:attrNameLst>
                                      </p:cBhvr>
                                      <p:to>
                                        <p:strVal val="visible"/>
                                      </p:to>
                                    </p:set>
                                    <p:animEffect filter="fade" transition="in">
                                      <p:cBhvr>
                                        <p:cTn dur="1000"/>
                                        <p:tgtEl>
                                          <p:spTgt spid="1379"/>
                                        </p:tgtEl>
                                      </p:cBhvr>
                                    </p:animEffect>
                                  </p:childTnLst>
                                </p:cTn>
                              </p:par>
                              <p:par>
                                <p:cTn fill="hold" nodeType="withEffect" presetClass="entr" presetID="10" presetSubtype="0">
                                  <p:stCondLst>
                                    <p:cond delay="0"/>
                                  </p:stCondLst>
                                  <p:childTnLst>
                                    <p:set>
                                      <p:cBhvr>
                                        <p:cTn dur="1" fill="hold">
                                          <p:stCondLst>
                                            <p:cond delay="0"/>
                                          </p:stCondLst>
                                        </p:cTn>
                                        <p:tgtEl>
                                          <p:spTgt spid="1381"/>
                                        </p:tgtEl>
                                        <p:attrNameLst>
                                          <p:attrName>style.visibility</p:attrName>
                                        </p:attrNameLst>
                                      </p:cBhvr>
                                      <p:to>
                                        <p:strVal val="visible"/>
                                      </p:to>
                                    </p:set>
                                    <p:animEffect filter="fade" transition="in">
                                      <p:cBhvr>
                                        <p:cTn dur="1000"/>
                                        <p:tgtEl>
                                          <p:spTgt spid="138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1" name="Shape 1391"/>
        <p:cNvGrpSpPr/>
        <p:nvPr/>
      </p:nvGrpSpPr>
      <p:grpSpPr>
        <a:xfrm>
          <a:off x="0" y="0"/>
          <a:ext cx="0" cy="0"/>
          <a:chOff x="0" y="0"/>
          <a:chExt cx="0" cy="0"/>
        </a:xfrm>
      </p:grpSpPr>
      <p:sp>
        <p:nvSpPr>
          <p:cNvPr id="1392" name="Google Shape;1392;p10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PREDICTED GROWTH</a:t>
            </a:r>
            <a:endParaRPr/>
          </a:p>
        </p:txBody>
      </p:sp>
      <p:sp>
        <p:nvSpPr>
          <p:cNvPr id="1393" name="Google Shape;1393;p106"/>
          <p:cNvSpPr txBox="1"/>
          <p:nvPr/>
        </p:nvSpPr>
        <p:spPr>
          <a:xfrm>
            <a:off x="5928825" y="1376750"/>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394" name="Google Shape;1394;p106"/>
          <p:cNvSpPr txBox="1"/>
          <p:nvPr/>
        </p:nvSpPr>
        <p:spPr>
          <a:xfrm>
            <a:off x="5928885" y="1760720"/>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smallest planet</a:t>
            </a:r>
            <a:endParaRPr>
              <a:solidFill>
                <a:schemeClr val="dk1"/>
              </a:solidFill>
              <a:latin typeface="Manrope"/>
              <a:ea typeface="Manrope"/>
              <a:cs typeface="Manrope"/>
              <a:sym typeface="Manrope"/>
            </a:endParaRPr>
          </a:p>
        </p:txBody>
      </p:sp>
      <p:sp>
        <p:nvSpPr>
          <p:cNvPr id="1395" name="Google Shape;1395;p106"/>
          <p:cNvSpPr txBox="1"/>
          <p:nvPr/>
        </p:nvSpPr>
        <p:spPr>
          <a:xfrm>
            <a:off x="5928825" y="2226927"/>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a:t>
            </a:r>
            <a:endParaRPr sz="2000">
              <a:solidFill>
                <a:schemeClr val="dk1"/>
              </a:solidFill>
              <a:latin typeface="Kulim Park"/>
              <a:ea typeface="Kulim Park"/>
              <a:cs typeface="Kulim Park"/>
              <a:sym typeface="Kulim Park"/>
            </a:endParaRPr>
          </a:p>
        </p:txBody>
      </p:sp>
      <p:sp>
        <p:nvSpPr>
          <p:cNvPr id="1396" name="Google Shape;1396;p106"/>
          <p:cNvSpPr txBox="1"/>
          <p:nvPr/>
        </p:nvSpPr>
        <p:spPr>
          <a:xfrm>
            <a:off x="5928885" y="2582598"/>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the ringed planet</a:t>
            </a:r>
            <a:endParaRPr>
              <a:solidFill>
                <a:schemeClr val="dk1"/>
              </a:solidFill>
              <a:latin typeface="Manrope"/>
              <a:ea typeface="Manrope"/>
              <a:cs typeface="Manrope"/>
              <a:sym typeface="Manrope"/>
            </a:endParaRPr>
          </a:p>
        </p:txBody>
      </p:sp>
      <p:sp>
        <p:nvSpPr>
          <p:cNvPr id="1397" name="Google Shape;1397;p106"/>
          <p:cNvSpPr txBox="1"/>
          <p:nvPr/>
        </p:nvSpPr>
        <p:spPr>
          <a:xfrm>
            <a:off x="5928825" y="3071780"/>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398" name="Google Shape;1398;p106"/>
          <p:cNvSpPr txBox="1"/>
          <p:nvPr/>
        </p:nvSpPr>
        <p:spPr>
          <a:xfrm>
            <a:off x="5928885" y="3427450"/>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p:txBody>
      </p:sp>
      <p:sp>
        <p:nvSpPr>
          <p:cNvPr id="1399" name="Google Shape;1399;p106"/>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400" name="Google Shape;1400;p106" title="Chart">
            <a:hlinkClick r:id="rId4"/>
          </p:cNvPr>
          <p:cNvPicPr preferRelativeResize="0"/>
          <p:nvPr/>
        </p:nvPicPr>
        <p:blipFill>
          <a:blip r:embed="rId5">
            <a:alphaModFix/>
          </a:blip>
          <a:stretch>
            <a:fillRect/>
          </a:stretch>
        </p:blipFill>
        <p:spPr>
          <a:xfrm>
            <a:off x="592575" y="1348450"/>
            <a:ext cx="4351425" cy="2690600"/>
          </a:xfrm>
          <a:prstGeom prst="rect">
            <a:avLst/>
          </a:prstGeom>
          <a:noFill/>
          <a:ln>
            <a:noFill/>
          </a:ln>
        </p:spPr>
      </p:pic>
      <p:sp>
        <p:nvSpPr>
          <p:cNvPr id="1401" name="Google Shape;1401;p106"/>
          <p:cNvSpPr/>
          <p:nvPr/>
        </p:nvSpPr>
        <p:spPr>
          <a:xfrm>
            <a:off x="5198575" y="1574426"/>
            <a:ext cx="465138" cy="41333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06"/>
          <p:cNvSpPr/>
          <p:nvPr/>
        </p:nvSpPr>
        <p:spPr>
          <a:xfrm flipH="1">
            <a:off x="5102194" y="2482286"/>
            <a:ext cx="570882" cy="41126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06"/>
          <p:cNvSpPr/>
          <p:nvPr/>
        </p:nvSpPr>
        <p:spPr>
          <a:xfrm flipH="1">
            <a:off x="5109441" y="3309249"/>
            <a:ext cx="556385" cy="40082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00"/>
                                        </p:tgtEl>
                                        <p:attrNameLst>
                                          <p:attrName>style.visibility</p:attrName>
                                        </p:attrNameLst>
                                      </p:cBhvr>
                                      <p:to>
                                        <p:strVal val="visible"/>
                                      </p:to>
                                    </p:set>
                                    <p:anim calcmode="lin" valueType="num">
                                      <p:cBhvr additive="base">
                                        <p:cTn dur="1000"/>
                                        <p:tgtEl>
                                          <p:spTgt spid="1400"/>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7" name="Shape 1407"/>
        <p:cNvGrpSpPr/>
        <p:nvPr/>
      </p:nvGrpSpPr>
      <p:grpSpPr>
        <a:xfrm>
          <a:off x="0" y="0"/>
          <a:ext cx="0" cy="0"/>
          <a:chOff x="0" y="0"/>
          <a:chExt cx="0" cy="0"/>
        </a:xfrm>
      </p:grpSpPr>
      <p:sp>
        <p:nvSpPr>
          <p:cNvPr id="1408" name="Google Shape;1408;p107"/>
          <p:cNvSpPr/>
          <p:nvPr/>
        </p:nvSpPr>
        <p:spPr>
          <a:xfrm>
            <a:off x="760477" y="1645295"/>
            <a:ext cx="932660" cy="828796"/>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07"/>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INVESTMENT</a:t>
            </a:r>
            <a:endParaRPr/>
          </a:p>
        </p:txBody>
      </p:sp>
      <p:sp>
        <p:nvSpPr>
          <p:cNvPr id="1410" name="Google Shape;1410;p107"/>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411" name="Google Shape;1411;p107" title="Chart">
            <a:hlinkClick r:id="rId4"/>
          </p:cNvPr>
          <p:cNvPicPr preferRelativeResize="0"/>
          <p:nvPr/>
        </p:nvPicPr>
        <p:blipFill rotWithShape="1">
          <a:blip r:embed="rId5">
            <a:alphaModFix/>
          </a:blip>
          <a:srcRect b="11127" l="0" r="0" t="0"/>
          <a:stretch/>
        </p:blipFill>
        <p:spPr>
          <a:xfrm>
            <a:off x="4465450" y="1529536"/>
            <a:ext cx="4062900" cy="2232624"/>
          </a:xfrm>
          <a:prstGeom prst="rect">
            <a:avLst/>
          </a:prstGeom>
          <a:noFill/>
          <a:ln>
            <a:noFill/>
          </a:ln>
        </p:spPr>
      </p:pic>
      <p:sp>
        <p:nvSpPr>
          <p:cNvPr id="1412" name="Google Shape;1412;p107"/>
          <p:cNvSpPr txBox="1"/>
          <p:nvPr/>
        </p:nvSpPr>
        <p:spPr>
          <a:xfrm>
            <a:off x="1962863" y="1660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413" name="Google Shape;1413;p107"/>
          <p:cNvSpPr txBox="1"/>
          <p:nvPr/>
        </p:nvSpPr>
        <p:spPr>
          <a:xfrm>
            <a:off x="1962872" y="2013777"/>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p:txBody>
      </p:sp>
      <p:sp>
        <p:nvSpPr>
          <p:cNvPr id="1414" name="Google Shape;1414;p107"/>
          <p:cNvSpPr txBox="1"/>
          <p:nvPr/>
        </p:nvSpPr>
        <p:spPr>
          <a:xfrm>
            <a:off x="1962863" y="2824350"/>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415" name="Google Shape;1415;p107"/>
          <p:cNvSpPr txBox="1"/>
          <p:nvPr/>
        </p:nvSpPr>
        <p:spPr>
          <a:xfrm>
            <a:off x="1962872" y="3178000"/>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Mercury is the smallest planet</a:t>
            </a:r>
            <a:endParaRPr>
              <a:solidFill>
                <a:schemeClr val="dk1"/>
              </a:solidFill>
              <a:latin typeface="Manrope"/>
              <a:ea typeface="Manrope"/>
              <a:cs typeface="Manrope"/>
              <a:sym typeface="Manrope"/>
            </a:endParaRPr>
          </a:p>
        </p:txBody>
      </p:sp>
      <p:sp>
        <p:nvSpPr>
          <p:cNvPr id="1416" name="Google Shape;1416;p107"/>
          <p:cNvSpPr/>
          <p:nvPr/>
        </p:nvSpPr>
        <p:spPr>
          <a:xfrm flipH="1">
            <a:off x="561475" y="2824353"/>
            <a:ext cx="1189160" cy="856707"/>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107"/>
          <p:cNvGrpSpPr/>
          <p:nvPr/>
        </p:nvGrpSpPr>
        <p:grpSpPr>
          <a:xfrm rot="-750575">
            <a:off x="1021387" y="1874138"/>
            <a:ext cx="411366" cy="373716"/>
            <a:chOff x="-62518200" y="2692475"/>
            <a:chExt cx="318225" cy="289100"/>
          </a:xfrm>
        </p:grpSpPr>
        <p:sp>
          <p:nvSpPr>
            <p:cNvPr id="1418" name="Google Shape;1418;p10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0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107"/>
          <p:cNvGrpSpPr/>
          <p:nvPr/>
        </p:nvGrpSpPr>
        <p:grpSpPr>
          <a:xfrm rot="1014257">
            <a:off x="1057970" y="2983353"/>
            <a:ext cx="412390" cy="413036"/>
            <a:chOff x="-59502375" y="1904375"/>
            <a:chExt cx="319000" cy="319500"/>
          </a:xfrm>
        </p:grpSpPr>
        <p:sp>
          <p:nvSpPr>
            <p:cNvPr id="1421" name="Google Shape;1421;p10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0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0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11"/>
                                        </p:tgtEl>
                                        <p:attrNameLst>
                                          <p:attrName>style.visibility</p:attrName>
                                        </p:attrNameLst>
                                      </p:cBhvr>
                                      <p:to>
                                        <p:strVal val="visible"/>
                                      </p:to>
                                    </p:set>
                                    <p:anim calcmode="lin" valueType="num">
                                      <p:cBhvr additive="base">
                                        <p:cTn dur="1000"/>
                                        <p:tgtEl>
                                          <p:spTgt spid="1411"/>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7" name="Shape 1427"/>
        <p:cNvGrpSpPr/>
        <p:nvPr/>
      </p:nvGrpSpPr>
      <p:grpSpPr>
        <a:xfrm>
          <a:off x="0" y="0"/>
          <a:ext cx="0" cy="0"/>
          <a:chOff x="0" y="0"/>
          <a:chExt cx="0" cy="0"/>
        </a:xfrm>
      </p:grpSpPr>
      <p:sp>
        <p:nvSpPr>
          <p:cNvPr id="1428" name="Google Shape;1428;p108"/>
          <p:cNvSpPr/>
          <p:nvPr/>
        </p:nvSpPr>
        <p:spPr>
          <a:xfrm flipH="1">
            <a:off x="4201881" y="2430368"/>
            <a:ext cx="1514444" cy="1091143"/>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251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08"/>
          <p:cNvSpPr/>
          <p:nvPr/>
        </p:nvSpPr>
        <p:spPr>
          <a:xfrm>
            <a:off x="1730969" y="2052798"/>
            <a:ext cx="1514460" cy="13458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alpha val="245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08"/>
          <p:cNvSpPr/>
          <p:nvPr/>
        </p:nvSpPr>
        <p:spPr>
          <a:xfrm flipH="1">
            <a:off x="6672781" y="2120956"/>
            <a:ext cx="1514444" cy="1091143"/>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alpha val="251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08"/>
          <p:cNvSpPr/>
          <p:nvPr/>
        </p:nvSpPr>
        <p:spPr>
          <a:xfrm>
            <a:off x="6446003" y="2064896"/>
            <a:ext cx="1345800" cy="1345800"/>
          </a:xfrm>
          <a:prstGeom prst="donut">
            <a:avLst>
              <a:gd fmla="val 11930" name="adj"/>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08"/>
          <p:cNvSpPr/>
          <p:nvPr/>
        </p:nvSpPr>
        <p:spPr>
          <a:xfrm>
            <a:off x="1352390" y="2064896"/>
            <a:ext cx="1345800" cy="1345800"/>
          </a:xfrm>
          <a:prstGeom prst="donut">
            <a:avLst>
              <a:gd fmla="val 11930" name="adj"/>
            </a:avLst>
          </a:pr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08"/>
          <p:cNvSpPr/>
          <p:nvPr/>
        </p:nvSpPr>
        <p:spPr>
          <a:xfrm flipH="1">
            <a:off x="6438782" y="2057475"/>
            <a:ext cx="1360200" cy="1360200"/>
          </a:xfrm>
          <a:prstGeom prst="blockArc">
            <a:avLst>
              <a:gd fmla="val 19071203" name="adj1"/>
              <a:gd fmla="val 16256715" name="adj2"/>
              <a:gd fmla="val 1271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08"/>
          <p:cNvSpPr/>
          <p:nvPr/>
        </p:nvSpPr>
        <p:spPr>
          <a:xfrm>
            <a:off x="3899197" y="2060221"/>
            <a:ext cx="1345800" cy="13458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08"/>
          <p:cNvSpPr/>
          <p:nvPr/>
        </p:nvSpPr>
        <p:spPr>
          <a:xfrm flipH="1">
            <a:off x="3891975" y="2052800"/>
            <a:ext cx="1360200" cy="1360200"/>
          </a:xfrm>
          <a:prstGeom prst="blockArc">
            <a:avLst>
              <a:gd fmla="val 5400645"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08"/>
          <p:cNvSpPr/>
          <p:nvPr/>
        </p:nvSpPr>
        <p:spPr>
          <a:xfrm flipH="1">
            <a:off x="1345169" y="2057475"/>
            <a:ext cx="1360200" cy="1360200"/>
          </a:xfrm>
          <a:prstGeom prst="blockArc">
            <a:avLst>
              <a:gd fmla="val 10798157" name="adj1"/>
              <a:gd fmla="val 16256715" name="adj2"/>
              <a:gd fmla="val 12710" name="adj3"/>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08"/>
          <p:cNvSpPr txBox="1"/>
          <p:nvPr>
            <p:ph idx="1" type="subTitle"/>
          </p:nvPr>
        </p:nvSpPr>
        <p:spPr>
          <a:xfrm>
            <a:off x="872475" y="3674675"/>
            <a:ext cx="23052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Mercury is </a:t>
            </a:r>
            <a:r>
              <a:rPr lang="en" sz="1400"/>
              <a:t> the closest planet to the Sun and the smallest one</a:t>
            </a:r>
            <a:endParaRPr i="1" sz="1400"/>
          </a:p>
        </p:txBody>
      </p:sp>
      <p:sp>
        <p:nvSpPr>
          <p:cNvPr id="1438" name="Google Shape;1438;p108"/>
          <p:cNvSpPr txBox="1"/>
          <p:nvPr>
            <p:ph idx="2" type="title"/>
          </p:nvPr>
        </p:nvSpPr>
        <p:spPr>
          <a:xfrm>
            <a:off x="872476" y="1425413"/>
            <a:ext cx="2305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39" name="Google Shape;1439;p108"/>
          <p:cNvSpPr txBox="1"/>
          <p:nvPr>
            <p:ph idx="3" type="title"/>
          </p:nvPr>
        </p:nvSpPr>
        <p:spPr>
          <a:xfrm>
            <a:off x="3498100" y="1425413"/>
            <a:ext cx="2147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40" name="Google Shape;1440;p108"/>
          <p:cNvSpPr txBox="1"/>
          <p:nvPr>
            <p:ph idx="4" type="subTitle"/>
          </p:nvPr>
        </p:nvSpPr>
        <p:spPr>
          <a:xfrm>
            <a:off x="3498101" y="3674675"/>
            <a:ext cx="21477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Venus has a beautiful name and is the second planet from the Sun</a:t>
            </a:r>
            <a:endParaRPr sz="1400"/>
          </a:p>
        </p:txBody>
      </p:sp>
      <p:sp>
        <p:nvSpPr>
          <p:cNvPr id="1441" name="Google Shape;1441;p108"/>
          <p:cNvSpPr txBox="1"/>
          <p:nvPr>
            <p:ph idx="5" type="title"/>
          </p:nvPr>
        </p:nvSpPr>
        <p:spPr>
          <a:xfrm>
            <a:off x="5966121" y="1425413"/>
            <a:ext cx="23055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42" name="Google Shape;1442;p108"/>
          <p:cNvSpPr txBox="1"/>
          <p:nvPr>
            <p:ph idx="6" type="subTitle"/>
          </p:nvPr>
        </p:nvSpPr>
        <p:spPr>
          <a:xfrm>
            <a:off x="5966125" y="3674675"/>
            <a:ext cx="23055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Despite being red, Mars is actually a cold place. It’s full of iron oxide dust</a:t>
            </a:r>
            <a:endParaRPr sz="1400"/>
          </a:p>
        </p:txBody>
      </p:sp>
      <p:sp>
        <p:nvSpPr>
          <p:cNvPr id="1443" name="Google Shape;1443;p108"/>
          <p:cNvSpPr txBox="1"/>
          <p:nvPr>
            <p:ph idx="7" type="title"/>
          </p:nvPr>
        </p:nvSpPr>
        <p:spPr>
          <a:xfrm>
            <a:off x="1573073" y="252364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444" name="Google Shape;1444;p108"/>
          <p:cNvSpPr txBox="1"/>
          <p:nvPr>
            <p:ph idx="8" type="title"/>
          </p:nvPr>
        </p:nvSpPr>
        <p:spPr>
          <a:xfrm>
            <a:off x="4123139" y="251893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r>
              <a:rPr lang="en"/>
              <a:t>%</a:t>
            </a:r>
            <a:endParaRPr/>
          </a:p>
        </p:txBody>
      </p:sp>
      <p:sp>
        <p:nvSpPr>
          <p:cNvPr id="1445" name="Google Shape;1445;p108"/>
          <p:cNvSpPr txBox="1"/>
          <p:nvPr>
            <p:ph idx="9" type="title"/>
          </p:nvPr>
        </p:nvSpPr>
        <p:spPr>
          <a:xfrm>
            <a:off x="6672769" y="252364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85</a:t>
            </a:r>
            <a:r>
              <a:rPr lang="en"/>
              <a:t>%</a:t>
            </a:r>
            <a:endParaRPr/>
          </a:p>
        </p:txBody>
      </p:sp>
      <p:sp>
        <p:nvSpPr>
          <p:cNvPr id="1446" name="Google Shape;1446;p108"/>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MONTHLY </a:t>
            </a:r>
            <a:r>
              <a:rPr lang="en">
                <a:solidFill>
                  <a:schemeClr val="lt1"/>
                </a:solidFill>
              </a:rPr>
              <a:t>ANALYSIS</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43"/>
                                        </p:tgtEl>
                                        <p:attrNameLst>
                                          <p:attrName>style.visibility</p:attrName>
                                        </p:attrNameLst>
                                      </p:cBhvr>
                                      <p:to>
                                        <p:strVal val="visible"/>
                                      </p:to>
                                    </p:set>
                                    <p:animEffect filter="fade" transition="in">
                                      <p:cBhvr>
                                        <p:cTn dur="1000"/>
                                        <p:tgtEl>
                                          <p:spTgt spid="1443"/>
                                        </p:tgtEl>
                                      </p:cBhvr>
                                    </p:animEffect>
                                  </p:childTnLst>
                                </p:cTn>
                              </p:par>
                              <p:par>
                                <p:cTn fill="hold" nodeType="withEffect" presetClass="entr" presetID="10" presetSubtype="0">
                                  <p:stCondLst>
                                    <p:cond delay="0"/>
                                  </p:stCondLst>
                                  <p:childTnLst>
                                    <p:set>
                                      <p:cBhvr>
                                        <p:cTn dur="1" fill="hold">
                                          <p:stCondLst>
                                            <p:cond delay="0"/>
                                          </p:stCondLst>
                                        </p:cTn>
                                        <p:tgtEl>
                                          <p:spTgt spid="1444"/>
                                        </p:tgtEl>
                                        <p:attrNameLst>
                                          <p:attrName>style.visibility</p:attrName>
                                        </p:attrNameLst>
                                      </p:cBhvr>
                                      <p:to>
                                        <p:strVal val="visible"/>
                                      </p:to>
                                    </p:set>
                                    <p:animEffect filter="fade" transition="in">
                                      <p:cBhvr>
                                        <p:cTn dur="1000"/>
                                        <p:tgtEl>
                                          <p:spTgt spid="1444"/>
                                        </p:tgtEl>
                                      </p:cBhvr>
                                    </p:animEffect>
                                  </p:childTnLst>
                                </p:cTn>
                              </p:par>
                              <p:par>
                                <p:cTn fill="hold" nodeType="withEffect" presetClass="entr" presetID="10" presetSubtype="0">
                                  <p:stCondLst>
                                    <p:cond delay="0"/>
                                  </p:stCondLst>
                                  <p:childTnLst>
                                    <p:set>
                                      <p:cBhvr>
                                        <p:cTn dur="1" fill="hold">
                                          <p:stCondLst>
                                            <p:cond delay="0"/>
                                          </p:stCondLst>
                                        </p:cTn>
                                        <p:tgtEl>
                                          <p:spTgt spid="1445"/>
                                        </p:tgtEl>
                                        <p:attrNameLst>
                                          <p:attrName>style.visibility</p:attrName>
                                        </p:attrNameLst>
                                      </p:cBhvr>
                                      <p:to>
                                        <p:strVal val="visible"/>
                                      </p:to>
                                    </p:set>
                                    <p:animEffect filter="fade" transition="in">
                                      <p:cBhvr>
                                        <p:cTn dur="1000"/>
                                        <p:tgtEl>
                                          <p:spTgt spid="14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0" name="Shape 1450"/>
        <p:cNvGrpSpPr/>
        <p:nvPr/>
      </p:nvGrpSpPr>
      <p:grpSpPr>
        <a:xfrm>
          <a:off x="0" y="0"/>
          <a:ext cx="0" cy="0"/>
          <a:chOff x="0" y="0"/>
          <a:chExt cx="0" cy="0"/>
        </a:xfrm>
      </p:grpSpPr>
      <p:sp>
        <p:nvSpPr>
          <p:cNvPr id="1451" name="Google Shape;1451;p109"/>
          <p:cNvSpPr/>
          <p:nvPr/>
        </p:nvSpPr>
        <p:spPr>
          <a:xfrm>
            <a:off x="1292102" y="1145663"/>
            <a:ext cx="1721588" cy="124023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09"/>
          <p:cNvSpPr/>
          <p:nvPr/>
        </p:nvSpPr>
        <p:spPr>
          <a:xfrm flipH="1">
            <a:off x="6038512" y="1132926"/>
            <a:ext cx="1778963" cy="128160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09"/>
          <p:cNvSpPr/>
          <p:nvPr/>
        </p:nvSpPr>
        <p:spPr>
          <a:xfrm>
            <a:off x="3804961" y="1156771"/>
            <a:ext cx="1472261" cy="124022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09"/>
          <p:cNvSpPr txBox="1"/>
          <p:nvPr>
            <p:ph type="title"/>
          </p:nvPr>
        </p:nvSpPr>
        <p:spPr>
          <a:xfrm>
            <a:off x="872476" y="2613288"/>
            <a:ext cx="2305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55" name="Google Shape;1455;p109"/>
          <p:cNvSpPr txBox="1"/>
          <p:nvPr>
            <p:ph idx="1" type="subTitle"/>
          </p:nvPr>
        </p:nvSpPr>
        <p:spPr>
          <a:xfrm>
            <a:off x="872475" y="2979000"/>
            <a:ext cx="23052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sp>
        <p:nvSpPr>
          <p:cNvPr id="1456" name="Google Shape;1456;p109"/>
          <p:cNvSpPr txBox="1"/>
          <p:nvPr>
            <p:ph idx="2" type="title"/>
          </p:nvPr>
        </p:nvSpPr>
        <p:spPr>
          <a:xfrm>
            <a:off x="3498100" y="2613288"/>
            <a:ext cx="2147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57" name="Google Shape;1457;p109"/>
          <p:cNvSpPr txBox="1"/>
          <p:nvPr>
            <p:ph idx="3" type="subTitle"/>
          </p:nvPr>
        </p:nvSpPr>
        <p:spPr>
          <a:xfrm>
            <a:off x="3498101" y="2979000"/>
            <a:ext cx="21477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458" name="Google Shape;1458;p109"/>
          <p:cNvSpPr txBox="1"/>
          <p:nvPr>
            <p:ph idx="4" type="title"/>
          </p:nvPr>
        </p:nvSpPr>
        <p:spPr>
          <a:xfrm>
            <a:off x="5966121" y="2613288"/>
            <a:ext cx="23055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59" name="Google Shape;1459;p109"/>
          <p:cNvSpPr txBox="1"/>
          <p:nvPr>
            <p:ph idx="5" type="subTitle"/>
          </p:nvPr>
        </p:nvSpPr>
        <p:spPr>
          <a:xfrm>
            <a:off x="5966125" y="2979000"/>
            <a:ext cx="23055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460" name="Google Shape;1460;p109"/>
          <p:cNvSpPr txBox="1"/>
          <p:nvPr>
            <p:ph idx="6" type="title"/>
          </p:nvPr>
        </p:nvSpPr>
        <p:spPr>
          <a:xfrm>
            <a:off x="1407025" y="1529650"/>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1461" name="Google Shape;1461;p109"/>
          <p:cNvSpPr txBox="1"/>
          <p:nvPr>
            <p:ph idx="7" type="title"/>
          </p:nvPr>
        </p:nvSpPr>
        <p:spPr>
          <a:xfrm>
            <a:off x="3957087" y="1524925"/>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80%</a:t>
            </a:r>
            <a:endParaRPr/>
          </a:p>
        </p:txBody>
      </p:sp>
      <p:sp>
        <p:nvSpPr>
          <p:cNvPr id="1462" name="Google Shape;1462;p109"/>
          <p:cNvSpPr txBox="1"/>
          <p:nvPr>
            <p:ph idx="8" type="title"/>
          </p:nvPr>
        </p:nvSpPr>
        <p:spPr>
          <a:xfrm>
            <a:off x="6506727" y="1529650"/>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60"/>
                                        </p:tgtEl>
                                        <p:attrNameLst>
                                          <p:attrName>style.visibility</p:attrName>
                                        </p:attrNameLst>
                                      </p:cBhvr>
                                      <p:to>
                                        <p:strVal val="visible"/>
                                      </p:to>
                                    </p:set>
                                    <p:anim calcmode="lin" valueType="num">
                                      <p:cBhvr additive="base">
                                        <p:cTn dur="1000"/>
                                        <p:tgtEl>
                                          <p:spTgt spid="146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461"/>
                                        </p:tgtEl>
                                        <p:attrNameLst>
                                          <p:attrName>style.visibility</p:attrName>
                                        </p:attrNameLst>
                                      </p:cBhvr>
                                      <p:to>
                                        <p:strVal val="visible"/>
                                      </p:to>
                                    </p:set>
                                    <p:anim calcmode="lin" valueType="num">
                                      <p:cBhvr additive="base">
                                        <p:cTn dur="1000"/>
                                        <p:tgtEl>
                                          <p:spTgt spid="146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462"/>
                                        </p:tgtEl>
                                        <p:attrNameLst>
                                          <p:attrName>style.visibility</p:attrName>
                                        </p:attrNameLst>
                                      </p:cBhvr>
                                      <p:to>
                                        <p:strVal val="visible"/>
                                      </p:to>
                                    </p:set>
                                    <p:anim calcmode="lin" valueType="num">
                                      <p:cBhvr additive="base">
                                        <p:cTn dur="1000"/>
                                        <p:tgtEl>
                                          <p:spTgt spid="146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sp>
        <p:nvSpPr>
          <p:cNvPr id="1467" name="Google Shape;1467;p110"/>
          <p:cNvSpPr txBox="1"/>
          <p:nvPr>
            <p:ph type="title"/>
          </p:nvPr>
        </p:nvSpPr>
        <p:spPr>
          <a:xfrm>
            <a:off x="1248600" y="1528200"/>
            <a:ext cx="6646800" cy="15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300,000</a:t>
            </a:r>
            <a:endParaRPr/>
          </a:p>
        </p:txBody>
      </p:sp>
      <p:sp>
        <p:nvSpPr>
          <p:cNvPr id="1468" name="Google Shape;1468;p110"/>
          <p:cNvSpPr txBox="1"/>
          <p:nvPr>
            <p:ph idx="1" type="subTitle"/>
          </p:nvPr>
        </p:nvSpPr>
        <p:spPr>
          <a:xfrm>
            <a:off x="1248450" y="3114175"/>
            <a:ext cx="66468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67"/>
                                        </p:tgtEl>
                                        <p:attrNameLst>
                                          <p:attrName>style.visibility</p:attrName>
                                        </p:attrNameLst>
                                      </p:cBhvr>
                                      <p:to>
                                        <p:strVal val="visible"/>
                                      </p:to>
                                    </p:set>
                                    <p:anim calcmode="lin" valueType="num">
                                      <p:cBhvr additive="base">
                                        <p:cTn dur="1000"/>
                                        <p:tgtEl>
                                          <p:spTgt spid="1467"/>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2" name="Shape 1472"/>
        <p:cNvGrpSpPr/>
        <p:nvPr/>
      </p:nvGrpSpPr>
      <p:grpSpPr>
        <a:xfrm>
          <a:off x="0" y="0"/>
          <a:ext cx="0" cy="0"/>
          <a:chOff x="0" y="0"/>
          <a:chExt cx="0" cy="0"/>
        </a:xfrm>
      </p:grpSpPr>
      <p:sp>
        <p:nvSpPr>
          <p:cNvPr id="1473" name="Google Shape;1473;p11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NEXT </a:t>
            </a:r>
            <a:r>
              <a:rPr lang="en">
                <a:solidFill>
                  <a:schemeClr val="lt1"/>
                </a:solidFill>
              </a:rPr>
              <a:t>GOALS</a:t>
            </a:r>
            <a:endParaRPr>
              <a:solidFill>
                <a:schemeClr val="lt1"/>
              </a:solidFill>
            </a:endParaRPr>
          </a:p>
        </p:txBody>
      </p:sp>
      <p:cxnSp>
        <p:nvCxnSpPr>
          <p:cNvPr id="1474" name="Google Shape;1474;p111"/>
          <p:cNvCxnSpPr>
            <a:stCxn id="1475" idx="2"/>
            <a:endCxn id="1476" idx="0"/>
          </p:cNvCxnSpPr>
          <p:nvPr/>
        </p:nvCxnSpPr>
        <p:spPr>
          <a:xfrm rot="5400000">
            <a:off x="1664453"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77" name="Google Shape;1477;p111"/>
          <p:cNvCxnSpPr>
            <a:stCxn id="1475" idx="2"/>
            <a:endCxn id="1478" idx="0"/>
          </p:cNvCxnSpPr>
          <p:nvPr/>
        </p:nvCxnSpPr>
        <p:spPr>
          <a:xfrm flipH="1" rot="-5400000">
            <a:off x="2614553"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79" name="Google Shape;1479;p111"/>
          <p:cNvCxnSpPr>
            <a:stCxn id="1480" idx="2"/>
            <a:endCxn id="1481" idx="0"/>
          </p:cNvCxnSpPr>
          <p:nvPr/>
        </p:nvCxnSpPr>
        <p:spPr>
          <a:xfrm rot="5400000">
            <a:off x="5502978"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82" name="Google Shape;1482;p111"/>
          <p:cNvCxnSpPr>
            <a:stCxn id="1480" idx="2"/>
            <a:endCxn id="1483" idx="0"/>
          </p:cNvCxnSpPr>
          <p:nvPr/>
        </p:nvCxnSpPr>
        <p:spPr>
          <a:xfrm flipH="1" rot="-5400000">
            <a:off x="6453078"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sp>
        <p:nvSpPr>
          <p:cNvPr id="1476" name="Google Shape;1476;p111"/>
          <p:cNvSpPr txBox="1"/>
          <p:nvPr/>
        </p:nvSpPr>
        <p:spPr>
          <a:xfrm>
            <a:off x="819465"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01</a:t>
            </a:r>
            <a:endParaRPr sz="2000">
              <a:solidFill>
                <a:schemeClr val="dk1"/>
              </a:solidFill>
              <a:latin typeface="Kulim Park"/>
              <a:ea typeface="Kulim Park"/>
              <a:cs typeface="Kulim Park"/>
              <a:sym typeface="Kulim Park"/>
            </a:endParaRPr>
          </a:p>
        </p:txBody>
      </p:sp>
      <p:sp>
        <p:nvSpPr>
          <p:cNvPr id="1484" name="Google Shape;1484;p111"/>
          <p:cNvSpPr txBox="1"/>
          <p:nvPr/>
        </p:nvSpPr>
        <p:spPr>
          <a:xfrm>
            <a:off x="819475"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a:t>
            </a:r>
            <a:endParaRPr>
              <a:solidFill>
                <a:schemeClr val="dk1"/>
              </a:solidFill>
              <a:latin typeface="Manrope"/>
              <a:ea typeface="Manrope"/>
              <a:cs typeface="Manrope"/>
              <a:sym typeface="Manrope"/>
            </a:endParaRPr>
          </a:p>
        </p:txBody>
      </p:sp>
      <p:sp>
        <p:nvSpPr>
          <p:cNvPr id="1478" name="Google Shape;1478;p111"/>
          <p:cNvSpPr txBox="1"/>
          <p:nvPr/>
        </p:nvSpPr>
        <p:spPr>
          <a:xfrm>
            <a:off x="2719747"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02</a:t>
            </a:r>
            <a:endParaRPr sz="2000">
              <a:solidFill>
                <a:schemeClr val="dk1"/>
              </a:solidFill>
              <a:latin typeface="Kulim Park"/>
              <a:ea typeface="Kulim Park"/>
              <a:cs typeface="Kulim Park"/>
              <a:sym typeface="Kulim Park"/>
            </a:endParaRPr>
          </a:p>
        </p:txBody>
      </p:sp>
      <p:sp>
        <p:nvSpPr>
          <p:cNvPr id="1485" name="Google Shape;1485;p111"/>
          <p:cNvSpPr txBox="1"/>
          <p:nvPr/>
        </p:nvSpPr>
        <p:spPr>
          <a:xfrm>
            <a:off x="2719751"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Mars is actually a cold place</a:t>
            </a:r>
            <a:endParaRPr>
              <a:solidFill>
                <a:schemeClr val="dk1"/>
              </a:solidFill>
              <a:latin typeface="Manrope"/>
              <a:ea typeface="Manrope"/>
              <a:cs typeface="Manrope"/>
              <a:sym typeface="Manrope"/>
            </a:endParaRPr>
          </a:p>
          <a:p>
            <a:pPr indent="0" lvl="0" marL="0" rtl="0" algn="ctr">
              <a:spcBef>
                <a:spcPts val="0"/>
              </a:spcBef>
              <a:spcAft>
                <a:spcPts val="0"/>
              </a:spcAft>
              <a:buNone/>
            </a:pPr>
            <a:r>
              <a:t/>
            </a:r>
            <a:endParaRPr>
              <a:solidFill>
                <a:schemeClr val="dk1"/>
              </a:solidFill>
              <a:latin typeface="Manrope"/>
              <a:ea typeface="Manrope"/>
              <a:cs typeface="Manrope"/>
              <a:sym typeface="Manrope"/>
            </a:endParaRPr>
          </a:p>
        </p:txBody>
      </p:sp>
      <p:sp>
        <p:nvSpPr>
          <p:cNvPr id="1481" name="Google Shape;1481;p111"/>
          <p:cNvSpPr txBox="1"/>
          <p:nvPr/>
        </p:nvSpPr>
        <p:spPr>
          <a:xfrm>
            <a:off x="4657978"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03</a:t>
            </a:r>
            <a:endParaRPr sz="2000">
              <a:solidFill>
                <a:schemeClr val="dk1"/>
              </a:solidFill>
              <a:latin typeface="Kulim Park"/>
              <a:ea typeface="Kulim Park"/>
              <a:cs typeface="Kulim Park"/>
              <a:sym typeface="Kulim Park"/>
            </a:endParaRPr>
          </a:p>
        </p:txBody>
      </p:sp>
      <p:sp>
        <p:nvSpPr>
          <p:cNvPr id="1486" name="Google Shape;1486;p111"/>
          <p:cNvSpPr txBox="1"/>
          <p:nvPr/>
        </p:nvSpPr>
        <p:spPr>
          <a:xfrm>
            <a:off x="4657978"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smallest planet</a:t>
            </a:r>
            <a:endParaRPr>
              <a:solidFill>
                <a:schemeClr val="dk1"/>
              </a:solidFill>
              <a:latin typeface="Manrope"/>
              <a:ea typeface="Manrope"/>
              <a:cs typeface="Manrope"/>
              <a:sym typeface="Manrope"/>
            </a:endParaRPr>
          </a:p>
        </p:txBody>
      </p:sp>
      <p:sp>
        <p:nvSpPr>
          <p:cNvPr id="1483" name="Google Shape;1483;p111"/>
          <p:cNvSpPr txBox="1"/>
          <p:nvPr/>
        </p:nvSpPr>
        <p:spPr>
          <a:xfrm>
            <a:off x="6558260"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04</a:t>
            </a:r>
            <a:endParaRPr sz="2000">
              <a:solidFill>
                <a:schemeClr val="dk1"/>
              </a:solidFill>
              <a:latin typeface="Kulim Park"/>
              <a:ea typeface="Kulim Park"/>
              <a:cs typeface="Kulim Park"/>
              <a:sym typeface="Kulim Park"/>
            </a:endParaRPr>
          </a:p>
        </p:txBody>
      </p:sp>
      <p:sp>
        <p:nvSpPr>
          <p:cNvPr id="1487" name="Google Shape;1487;p111"/>
          <p:cNvSpPr txBox="1"/>
          <p:nvPr/>
        </p:nvSpPr>
        <p:spPr>
          <a:xfrm>
            <a:off x="6497075" y="3549679"/>
            <a:ext cx="18273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Earth is a planet that harbors life</a:t>
            </a:r>
            <a:endParaRPr>
              <a:solidFill>
                <a:schemeClr val="dk1"/>
              </a:solidFill>
              <a:latin typeface="Manrope"/>
              <a:ea typeface="Manrope"/>
              <a:cs typeface="Manrope"/>
              <a:sym typeface="Manrope"/>
            </a:endParaRPr>
          </a:p>
        </p:txBody>
      </p:sp>
      <p:sp>
        <p:nvSpPr>
          <p:cNvPr id="1475" name="Google Shape;1475;p111"/>
          <p:cNvSpPr txBox="1"/>
          <p:nvPr/>
        </p:nvSpPr>
        <p:spPr>
          <a:xfrm>
            <a:off x="1769603" y="1747785"/>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ulim Park"/>
                <a:ea typeface="Kulim Park"/>
                <a:cs typeface="Kulim Park"/>
                <a:sym typeface="Kulim Park"/>
              </a:rPr>
              <a:t>VENUS</a:t>
            </a:r>
            <a:endParaRPr sz="2500">
              <a:solidFill>
                <a:schemeClr val="lt1"/>
              </a:solidFill>
              <a:latin typeface="Kulim Park"/>
              <a:ea typeface="Kulim Park"/>
              <a:cs typeface="Kulim Park"/>
              <a:sym typeface="Kulim Park"/>
            </a:endParaRPr>
          </a:p>
        </p:txBody>
      </p:sp>
      <p:sp>
        <p:nvSpPr>
          <p:cNvPr id="1480" name="Google Shape;1480;p111"/>
          <p:cNvSpPr txBox="1"/>
          <p:nvPr/>
        </p:nvSpPr>
        <p:spPr>
          <a:xfrm>
            <a:off x="5608128" y="1747785"/>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ulim Park"/>
                <a:ea typeface="Kulim Park"/>
                <a:cs typeface="Kulim Park"/>
                <a:sym typeface="Kulim Park"/>
              </a:rPr>
              <a:t>MARS</a:t>
            </a:r>
            <a:endParaRPr sz="2500">
              <a:solidFill>
                <a:schemeClr val="lt1"/>
              </a:solidFill>
              <a:latin typeface="Kulim Park"/>
              <a:ea typeface="Kulim Park"/>
              <a:cs typeface="Kulim Park"/>
              <a:sym typeface="Kulim Park"/>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75"/>
                                        </p:tgtEl>
                                        <p:attrNameLst>
                                          <p:attrName>style.visibility</p:attrName>
                                        </p:attrNameLst>
                                      </p:cBhvr>
                                      <p:to>
                                        <p:strVal val="visible"/>
                                      </p:to>
                                    </p:set>
                                    <p:animEffect filter="fade" transition="in">
                                      <p:cBhvr>
                                        <p:cTn dur="1000"/>
                                        <p:tgtEl>
                                          <p:spTgt spid="1475"/>
                                        </p:tgtEl>
                                      </p:cBhvr>
                                    </p:animEffect>
                                  </p:childTnLst>
                                </p:cTn>
                              </p:par>
                              <p:par>
                                <p:cTn fill="hold" nodeType="withEffect" presetClass="entr" presetID="10" presetSubtype="0">
                                  <p:stCondLst>
                                    <p:cond delay="0"/>
                                  </p:stCondLst>
                                  <p:childTnLst>
                                    <p:set>
                                      <p:cBhvr>
                                        <p:cTn dur="1" fill="hold">
                                          <p:stCondLst>
                                            <p:cond delay="0"/>
                                          </p:stCondLst>
                                        </p:cTn>
                                        <p:tgtEl>
                                          <p:spTgt spid="1480"/>
                                        </p:tgtEl>
                                        <p:attrNameLst>
                                          <p:attrName>style.visibility</p:attrName>
                                        </p:attrNameLst>
                                      </p:cBhvr>
                                      <p:to>
                                        <p:strVal val="visible"/>
                                      </p:to>
                                    </p:set>
                                    <p:animEffect filter="fade" transition="in">
                                      <p:cBhvr>
                                        <p:cTn dur="1000"/>
                                        <p:tgtEl>
                                          <p:spTgt spid="14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1" name="Shape 1491"/>
        <p:cNvGrpSpPr/>
        <p:nvPr/>
      </p:nvGrpSpPr>
      <p:grpSpPr>
        <a:xfrm>
          <a:off x="0" y="0"/>
          <a:ext cx="0" cy="0"/>
          <a:chOff x="0" y="0"/>
          <a:chExt cx="0" cy="0"/>
        </a:xfrm>
      </p:grpSpPr>
      <p:sp>
        <p:nvSpPr>
          <p:cNvPr id="1492" name="Google Shape;1492;p112"/>
          <p:cNvSpPr txBox="1"/>
          <p:nvPr>
            <p:ph idx="1" type="subTitle"/>
          </p:nvPr>
        </p:nvSpPr>
        <p:spPr>
          <a:xfrm>
            <a:off x="723300" y="2038177"/>
            <a:ext cx="4696800" cy="5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t>
            </a:r>
            <a:r>
              <a:rPr lang="en"/>
              <a:t>upiter's rotation period</a:t>
            </a:r>
            <a:endParaRPr/>
          </a:p>
        </p:txBody>
      </p:sp>
      <p:sp>
        <p:nvSpPr>
          <p:cNvPr id="1493" name="Google Shape;1493;p112"/>
          <p:cNvSpPr txBox="1"/>
          <p:nvPr>
            <p:ph type="title"/>
          </p:nvPr>
        </p:nvSpPr>
        <p:spPr>
          <a:xfrm>
            <a:off x="723300" y="751975"/>
            <a:ext cx="4696800" cy="132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a:t>
            </a:r>
            <a:endParaRPr/>
          </a:p>
        </p:txBody>
      </p:sp>
      <p:sp>
        <p:nvSpPr>
          <p:cNvPr id="1494" name="Google Shape;1494;p112"/>
          <p:cNvSpPr txBox="1"/>
          <p:nvPr>
            <p:ph idx="2" type="title"/>
          </p:nvPr>
        </p:nvSpPr>
        <p:spPr>
          <a:xfrm>
            <a:off x="723300" y="2598825"/>
            <a:ext cx="4696800" cy="132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a:t>
            </a:r>
            <a:r>
              <a:rPr lang="en"/>
              <a:t>,000</a:t>
            </a:r>
            <a:endParaRPr/>
          </a:p>
        </p:txBody>
      </p:sp>
      <p:sp>
        <p:nvSpPr>
          <p:cNvPr id="1495" name="Google Shape;1495;p112"/>
          <p:cNvSpPr txBox="1"/>
          <p:nvPr>
            <p:ph idx="3" type="subTitle"/>
          </p:nvPr>
        </p:nvSpPr>
        <p:spPr>
          <a:xfrm>
            <a:off x="723300" y="3889928"/>
            <a:ext cx="4696800" cy="5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93"/>
                                        </p:tgtEl>
                                        <p:attrNameLst>
                                          <p:attrName>style.visibility</p:attrName>
                                        </p:attrNameLst>
                                      </p:cBhvr>
                                      <p:to>
                                        <p:strVal val="visible"/>
                                      </p:to>
                                    </p:set>
                                    <p:anim calcmode="lin" valueType="num">
                                      <p:cBhvr additive="base">
                                        <p:cTn dur="1000"/>
                                        <p:tgtEl>
                                          <p:spTgt spid="149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94"/>
                                        </p:tgtEl>
                                        <p:attrNameLst>
                                          <p:attrName>style.visibility</p:attrName>
                                        </p:attrNameLst>
                                      </p:cBhvr>
                                      <p:to>
                                        <p:strVal val="visible"/>
                                      </p:to>
                                    </p:set>
                                    <p:anim calcmode="lin" valueType="num">
                                      <p:cBhvr additive="base">
                                        <p:cTn dur="1000"/>
                                        <p:tgtEl>
                                          <p:spTgt spid="149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9" name="Shape 1499"/>
        <p:cNvGrpSpPr/>
        <p:nvPr/>
      </p:nvGrpSpPr>
      <p:grpSpPr>
        <a:xfrm>
          <a:off x="0" y="0"/>
          <a:ext cx="0" cy="0"/>
          <a:chOff x="0" y="0"/>
          <a:chExt cx="0" cy="0"/>
        </a:xfrm>
      </p:grpSpPr>
      <p:sp>
        <p:nvSpPr>
          <p:cNvPr id="1500" name="Google Shape;1500;p113"/>
          <p:cNvSpPr txBox="1"/>
          <p:nvPr>
            <p:ph type="title"/>
          </p:nvPr>
        </p:nvSpPr>
        <p:spPr>
          <a:xfrm>
            <a:off x="2223600" y="53950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501" name="Google Shape;1501;p113"/>
          <p:cNvSpPr txBox="1"/>
          <p:nvPr>
            <p:ph idx="1" type="subTitle"/>
          </p:nvPr>
        </p:nvSpPr>
        <p:spPr>
          <a:xfrm>
            <a:off x="2223600" y="1437838"/>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502" name="Google Shape;1502;p113"/>
          <p:cNvSpPr txBox="1"/>
          <p:nvPr>
            <p:ph idx="2" type="title"/>
          </p:nvPr>
        </p:nvSpPr>
        <p:spPr>
          <a:xfrm>
            <a:off x="2223600" y="335435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503" name="Google Shape;1503;p113"/>
          <p:cNvSpPr txBox="1"/>
          <p:nvPr>
            <p:ph idx="3" type="subTitle"/>
          </p:nvPr>
        </p:nvSpPr>
        <p:spPr>
          <a:xfrm>
            <a:off x="2223600" y="4257426"/>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Moon</a:t>
            </a:r>
            <a:endParaRPr/>
          </a:p>
        </p:txBody>
      </p:sp>
      <p:sp>
        <p:nvSpPr>
          <p:cNvPr id="1504" name="Google Shape;1504;p113"/>
          <p:cNvSpPr txBox="1"/>
          <p:nvPr>
            <p:ph idx="4" type="title"/>
          </p:nvPr>
        </p:nvSpPr>
        <p:spPr>
          <a:xfrm>
            <a:off x="2223600" y="194455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1505" name="Google Shape;1505;p113"/>
          <p:cNvSpPr txBox="1"/>
          <p:nvPr>
            <p:ph idx="5" type="subTitle"/>
          </p:nvPr>
        </p:nvSpPr>
        <p:spPr>
          <a:xfrm>
            <a:off x="2223600" y="2847626"/>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00"/>
                                        </p:tgtEl>
                                        <p:attrNameLst>
                                          <p:attrName>style.visibility</p:attrName>
                                        </p:attrNameLst>
                                      </p:cBhvr>
                                      <p:to>
                                        <p:strVal val="visible"/>
                                      </p:to>
                                    </p:set>
                                    <p:animEffect filter="fade" transition="in">
                                      <p:cBhvr>
                                        <p:cTn dur="1000"/>
                                        <p:tgtEl>
                                          <p:spTgt spid="1500"/>
                                        </p:tgtEl>
                                      </p:cBhvr>
                                    </p:animEffect>
                                  </p:childTnLst>
                                </p:cTn>
                              </p:par>
                              <p:par>
                                <p:cTn fill="hold" nodeType="withEffect" presetClass="entr" presetID="10" presetSubtype="0">
                                  <p:stCondLst>
                                    <p:cond delay="0"/>
                                  </p:stCondLst>
                                  <p:childTnLst>
                                    <p:set>
                                      <p:cBhvr>
                                        <p:cTn dur="1" fill="hold">
                                          <p:stCondLst>
                                            <p:cond delay="0"/>
                                          </p:stCondLst>
                                        </p:cTn>
                                        <p:tgtEl>
                                          <p:spTgt spid="1502"/>
                                        </p:tgtEl>
                                        <p:attrNameLst>
                                          <p:attrName>style.visibility</p:attrName>
                                        </p:attrNameLst>
                                      </p:cBhvr>
                                      <p:to>
                                        <p:strVal val="visible"/>
                                      </p:to>
                                    </p:set>
                                    <p:animEffect filter="fade" transition="in">
                                      <p:cBhvr>
                                        <p:cTn dur="1000"/>
                                        <p:tgtEl>
                                          <p:spTgt spid="1502"/>
                                        </p:tgtEl>
                                      </p:cBhvr>
                                    </p:animEffect>
                                  </p:childTnLst>
                                </p:cTn>
                              </p:par>
                              <p:par>
                                <p:cTn fill="hold" nodeType="withEffect" presetClass="entr" presetID="10" presetSubtype="0">
                                  <p:stCondLst>
                                    <p:cond delay="0"/>
                                  </p:stCondLst>
                                  <p:childTnLst>
                                    <p:set>
                                      <p:cBhvr>
                                        <p:cTn dur="1" fill="hold">
                                          <p:stCondLst>
                                            <p:cond delay="0"/>
                                          </p:stCondLst>
                                        </p:cTn>
                                        <p:tgtEl>
                                          <p:spTgt spid="1504"/>
                                        </p:tgtEl>
                                        <p:attrNameLst>
                                          <p:attrName>style.visibility</p:attrName>
                                        </p:attrNameLst>
                                      </p:cBhvr>
                                      <p:to>
                                        <p:strVal val="visible"/>
                                      </p:to>
                                    </p:set>
                                    <p:animEffect filter="fade" transition="in">
                                      <p:cBhvr>
                                        <p:cTn dur="1000"/>
                                        <p:tgtEl>
                                          <p:spTgt spid="150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9" name="Shape 1509"/>
        <p:cNvGrpSpPr/>
        <p:nvPr/>
      </p:nvGrpSpPr>
      <p:grpSpPr>
        <a:xfrm>
          <a:off x="0" y="0"/>
          <a:ext cx="0" cy="0"/>
          <a:chOff x="0" y="0"/>
          <a:chExt cx="0" cy="0"/>
        </a:xfrm>
      </p:grpSpPr>
      <p:pic>
        <p:nvPicPr>
          <p:cNvPr id="1510" name="Google Shape;1510;p114"/>
          <p:cNvPicPr preferRelativeResize="0"/>
          <p:nvPr>
            <p:ph idx="2" type="pic"/>
          </p:nvPr>
        </p:nvPicPr>
        <p:blipFill rotWithShape="1">
          <a:blip r:embed="rId3">
            <a:alphaModFix/>
          </a:blip>
          <a:srcRect b="30" l="0" r="0" t="40"/>
          <a:stretch/>
        </p:blipFill>
        <p:spPr>
          <a:xfrm>
            <a:off x="0" y="0"/>
            <a:ext cx="9144002" cy="5143500"/>
          </a:xfrm>
          <a:prstGeom prst="rect">
            <a:avLst/>
          </a:prstGeom>
        </p:spPr>
      </p:pic>
      <p:sp>
        <p:nvSpPr>
          <p:cNvPr id="1511" name="Google Shape;1511;p114"/>
          <p:cNvSpPr/>
          <p:nvPr/>
        </p:nvSpPr>
        <p:spPr>
          <a:xfrm rot="2839443">
            <a:off x="-336718" y="275298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1">
              <a:alpha val="30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4"/>
          <p:cNvSpPr/>
          <p:nvPr/>
        </p:nvSpPr>
        <p:spPr>
          <a:xfrm rot="-10285629">
            <a:off x="4072449" y="-37420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30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4"/>
          <p:cNvSpPr/>
          <p:nvPr/>
        </p:nvSpPr>
        <p:spPr>
          <a:xfrm flipH="1">
            <a:off x="74848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14"/>
          <p:cNvSpPr/>
          <p:nvPr/>
        </p:nvSpPr>
        <p:spPr>
          <a:xfrm flipH="1" rot="9555841">
            <a:off x="61417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14"/>
          <p:cNvSpPr/>
          <p:nvPr/>
        </p:nvSpPr>
        <p:spPr>
          <a:xfrm rot="-1478505">
            <a:off x="-4010126" y="-5581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14"/>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21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4"/>
          <p:cNvSpPr txBox="1"/>
          <p:nvPr>
            <p:ph type="title"/>
          </p:nvPr>
        </p:nvSpPr>
        <p:spPr>
          <a:xfrm>
            <a:off x="723300" y="1315950"/>
            <a:ext cx="2771700" cy="251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a:t>
            </a:r>
            <a:r>
              <a:rPr lang="en">
                <a:solidFill>
                  <a:schemeClr val="lt1"/>
                </a:solidFill>
              </a:rPr>
              <a:t>PICTURE</a:t>
            </a:r>
            <a:r>
              <a:rPr lang="en"/>
              <a:t>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17"/>
                                        </p:tgtEl>
                                        <p:attrNameLst>
                                          <p:attrName>style.visibility</p:attrName>
                                        </p:attrNameLst>
                                      </p:cBhvr>
                                      <p:to>
                                        <p:strVal val="visible"/>
                                      </p:to>
                                    </p:set>
                                    <p:animEffect filter="fade" transition="in">
                                      <p:cBhvr>
                                        <p:cTn dur="1000"/>
                                        <p:tgtEl>
                                          <p:spTgt spid="15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1" name="Shape 1521"/>
        <p:cNvGrpSpPr/>
        <p:nvPr/>
      </p:nvGrpSpPr>
      <p:grpSpPr>
        <a:xfrm>
          <a:off x="0" y="0"/>
          <a:ext cx="0" cy="0"/>
          <a:chOff x="0" y="0"/>
          <a:chExt cx="0" cy="0"/>
        </a:xfrm>
      </p:grpSpPr>
      <p:sp>
        <p:nvSpPr>
          <p:cNvPr id="1522" name="Google Shape;1522;p11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a:t>
            </a:r>
            <a:r>
              <a:rPr lang="en">
                <a:solidFill>
                  <a:schemeClr val="lt1"/>
                </a:solidFill>
              </a:rPr>
              <a:t>TIMELINE</a:t>
            </a:r>
            <a:r>
              <a:rPr lang="en"/>
              <a:t> ALWAYS WORKS WELL</a:t>
            </a:r>
            <a:endParaRPr/>
          </a:p>
        </p:txBody>
      </p:sp>
      <p:sp>
        <p:nvSpPr>
          <p:cNvPr id="1523" name="Google Shape;1523;p115"/>
          <p:cNvSpPr txBox="1"/>
          <p:nvPr/>
        </p:nvSpPr>
        <p:spPr>
          <a:xfrm>
            <a:off x="837987"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524" name="Google Shape;1524;p115"/>
          <p:cNvSpPr txBox="1"/>
          <p:nvPr/>
        </p:nvSpPr>
        <p:spPr>
          <a:xfrm>
            <a:off x="838050"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525" name="Google Shape;1525;p115"/>
          <p:cNvSpPr txBox="1"/>
          <p:nvPr/>
        </p:nvSpPr>
        <p:spPr>
          <a:xfrm>
            <a:off x="2767812"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526" name="Google Shape;1526;p115"/>
          <p:cNvSpPr txBox="1"/>
          <p:nvPr/>
        </p:nvSpPr>
        <p:spPr>
          <a:xfrm>
            <a:off x="2767875"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closest planet to the Sun</a:t>
            </a:r>
            <a:endParaRPr>
              <a:solidFill>
                <a:schemeClr val="dk1"/>
              </a:solidFill>
              <a:latin typeface="Manrope"/>
              <a:ea typeface="Manrope"/>
              <a:cs typeface="Manrope"/>
              <a:sym typeface="Manrope"/>
            </a:endParaRPr>
          </a:p>
        </p:txBody>
      </p:sp>
      <p:sp>
        <p:nvSpPr>
          <p:cNvPr id="1527" name="Google Shape;1527;p115"/>
          <p:cNvSpPr txBox="1"/>
          <p:nvPr/>
        </p:nvSpPr>
        <p:spPr>
          <a:xfrm>
            <a:off x="4697637"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528" name="Google Shape;1528;p115"/>
          <p:cNvSpPr txBox="1"/>
          <p:nvPr/>
        </p:nvSpPr>
        <p:spPr>
          <a:xfrm>
            <a:off x="4697700"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actually a cold place</a:t>
            </a:r>
            <a:endParaRPr>
              <a:solidFill>
                <a:schemeClr val="dk1"/>
              </a:solidFill>
              <a:latin typeface="Manrope"/>
              <a:ea typeface="Manrope"/>
              <a:cs typeface="Manrope"/>
              <a:sym typeface="Manrope"/>
            </a:endParaRPr>
          </a:p>
        </p:txBody>
      </p:sp>
      <p:sp>
        <p:nvSpPr>
          <p:cNvPr id="1529" name="Google Shape;1529;p115"/>
          <p:cNvSpPr txBox="1"/>
          <p:nvPr/>
        </p:nvSpPr>
        <p:spPr>
          <a:xfrm>
            <a:off x="6627462"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530" name="Google Shape;1530;p115"/>
          <p:cNvSpPr txBox="1"/>
          <p:nvPr/>
        </p:nvSpPr>
        <p:spPr>
          <a:xfrm>
            <a:off x="6627525"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p:txBody>
      </p:sp>
      <p:cxnSp>
        <p:nvCxnSpPr>
          <p:cNvPr id="1531" name="Google Shape;1531;p115"/>
          <p:cNvCxnSpPr/>
          <p:nvPr/>
        </p:nvCxnSpPr>
        <p:spPr>
          <a:xfrm>
            <a:off x="1713975" y="2574137"/>
            <a:ext cx="5757300" cy="0"/>
          </a:xfrm>
          <a:prstGeom prst="straightConnector1">
            <a:avLst/>
          </a:prstGeom>
          <a:noFill/>
          <a:ln cap="flat" cmpd="sng" w="28575">
            <a:solidFill>
              <a:schemeClr val="dk2"/>
            </a:solidFill>
            <a:prstDash val="solid"/>
            <a:round/>
            <a:headEnd len="med" w="med" type="none"/>
            <a:tailEnd len="med" w="med" type="none"/>
          </a:ln>
        </p:spPr>
      </p:cxnSp>
      <p:sp>
        <p:nvSpPr>
          <p:cNvPr id="1532" name="Google Shape;1532;p115"/>
          <p:cNvSpPr/>
          <p:nvPr/>
        </p:nvSpPr>
        <p:spPr>
          <a:xfrm>
            <a:off x="1418224" y="2299029"/>
            <a:ext cx="676642" cy="48745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15"/>
          <p:cNvSpPr/>
          <p:nvPr/>
        </p:nvSpPr>
        <p:spPr>
          <a:xfrm flipH="1">
            <a:off x="5119412" y="2330403"/>
            <a:ext cx="676642" cy="48748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15"/>
          <p:cNvSpPr/>
          <p:nvPr/>
        </p:nvSpPr>
        <p:spPr>
          <a:xfrm flipH="1">
            <a:off x="7199551" y="2305391"/>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15"/>
          <p:cNvSpPr/>
          <p:nvPr/>
        </p:nvSpPr>
        <p:spPr>
          <a:xfrm>
            <a:off x="3340000" y="2305405"/>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15"/>
          <p:cNvSpPr txBox="1"/>
          <p:nvPr/>
        </p:nvSpPr>
        <p:spPr>
          <a:xfrm>
            <a:off x="837987"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1996</a:t>
            </a:r>
            <a:endParaRPr sz="2000">
              <a:solidFill>
                <a:schemeClr val="dk1"/>
              </a:solidFill>
              <a:latin typeface="Kulim Park"/>
              <a:ea typeface="Kulim Park"/>
              <a:cs typeface="Kulim Park"/>
              <a:sym typeface="Kulim Park"/>
            </a:endParaRPr>
          </a:p>
        </p:txBody>
      </p:sp>
      <p:sp>
        <p:nvSpPr>
          <p:cNvPr id="1537" name="Google Shape;1537;p115"/>
          <p:cNvSpPr txBox="1"/>
          <p:nvPr/>
        </p:nvSpPr>
        <p:spPr>
          <a:xfrm>
            <a:off x="2767812"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2010</a:t>
            </a:r>
            <a:endParaRPr sz="2000">
              <a:solidFill>
                <a:schemeClr val="dk1"/>
              </a:solidFill>
              <a:latin typeface="Kulim Park"/>
              <a:ea typeface="Kulim Park"/>
              <a:cs typeface="Kulim Park"/>
              <a:sym typeface="Kulim Park"/>
            </a:endParaRPr>
          </a:p>
        </p:txBody>
      </p:sp>
      <p:sp>
        <p:nvSpPr>
          <p:cNvPr id="1538" name="Google Shape;1538;p115"/>
          <p:cNvSpPr txBox="1"/>
          <p:nvPr/>
        </p:nvSpPr>
        <p:spPr>
          <a:xfrm>
            <a:off x="4697637"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2016</a:t>
            </a:r>
            <a:endParaRPr sz="2000">
              <a:solidFill>
                <a:schemeClr val="dk1"/>
              </a:solidFill>
              <a:latin typeface="Kulim Park"/>
              <a:ea typeface="Kulim Park"/>
              <a:cs typeface="Kulim Park"/>
              <a:sym typeface="Kulim Park"/>
            </a:endParaRPr>
          </a:p>
        </p:txBody>
      </p:sp>
      <p:sp>
        <p:nvSpPr>
          <p:cNvPr id="1539" name="Google Shape;1539;p115"/>
          <p:cNvSpPr txBox="1"/>
          <p:nvPr/>
        </p:nvSpPr>
        <p:spPr>
          <a:xfrm>
            <a:off x="6627462"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2021</a:t>
            </a:r>
            <a:endParaRPr sz="2000">
              <a:solidFill>
                <a:schemeClr val="dk1"/>
              </a:solidFill>
              <a:latin typeface="Kulim Park"/>
              <a:ea typeface="Kulim Park"/>
              <a:cs typeface="Kulim Park"/>
              <a:sym typeface="Kulim Park"/>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 name="Shape 1543"/>
        <p:cNvGrpSpPr/>
        <p:nvPr/>
      </p:nvGrpSpPr>
      <p:grpSpPr>
        <a:xfrm>
          <a:off x="0" y="0"/>
          <a:ext cx="0" cy="0"/>
          <a:chOff x="0" y="0"/>
          <a:chExt cx="0" cy="0"/>
        </a:xfrm>
      </p:grpSpPr>
      <p:sp>
        <p:nvSpPr>
          <p:cNvPr id="1544" name="Google Shape;1544;p11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TIMELINE</a:t>
            </a:r>
            <a:endParaRPr/>
          </a:p>
        </p:txBody>
      </p:sp>
      <p:sp>
        <p:nvSpPr>
          <p:cNvPr id="1545" name="Google Shape;1545;p116"/>
          <p:cNvSpPr txBox="1"/>
          <p:nvPr/>
        </p:nvSpPr>
        <p:spPr>
          <a:xfrm>
            <a:off x="782812" y="1885147"/>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546" name="Google Shape;1546;p116"/>
          <p:cNvSpPr txBox="1"/>
          <p:nvPr/>
        </p:nvSpPr>
        <p:spPr>
          <a:xfrm>
            <a:off x="782875" y="2393227"/>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toxic atmosphere</a:t>
            </a:r>
            <a:endParaRPr>
              <a:solidFill>
                <a:schemeClr val="dk1"/>
              </a:solidFill>
              <a:latin typeface="Manrope"/>
              <a:ea typeface="Manrope"/>
              <a:cs typeface="Manrope"/>
              <a:sym typeface="Manrope"/>
            </a:endParaRPr>
          </a:p>
        </p:txBody>
      </p:sp>
      <p:sp>
        <p:nvSpPr>
          <p:cNvPr id="1547" name="Google Shape;1547;p116"/>
          <p:cNvSpPr txBox="1"/>
          <p:nvPr/>
        </p:nvSpPr>
        <p:spPr>
          <a:xfrm>
            <a:off x="2712637" y="3444792"/>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548" name="Google Shape;1548;p116"/>
          <p:cNvSpPr txBox="1"/>
          <p:nvPr/>
        </p:nvSpPr>
        <p:spPr>
          <a:xfrm>
            <a:off x="2712703" y="3952872"/>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a:t>
            </a:r>
            <a:r>
              <a:rPr lang="en">
                <a:solidFill>
                  <a:schemeClr val="dk1"/>
                </a:solidFill>
                <a:latin typeface="Manrope"/>
                <a:ea typeface="Manrope"/>
                <a:cs typeface="Manrope"/>
                <a:sym typeface="Manrope"/>
              </a:rPr>
              <a:t>s the closest planet to the Sun</a:t>
            </a:r>
            <a:endParaRPr>
              <a:solidFill>
                <a:schemeClr val="dk1"/>
              </a:solidFill>
              <a:latin typeface="Manrope"/>
              <a:ea typeface="Manrope"/>
              <a:cs typeface="Manrope"/>
              <a:sym typeface="Manrope"/>
            </a:endParaRPr>
          </a:p>
        </p:txBody>
      </p:sp>
      <p:sp>
        <p:nvSpPr>
          <p:cNvPr id="1549" name="Google Shape;1549;p116"/>
          <p:cNvSpPr txBox="1"/>
          <p:nvPr/>
        </p:nvSpPr>
        <p:spPr>
          <a:xfrm>
            <a:off x="4642462" y="1885147"/>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550" name="Google Shape;1550;p116"/>
          <p:cNvSpPr txBox="1"/>
          <p:nvPr/>
        </p:nvSpPr>
        <p:spPr>
          <a:xfrm>
            <a:off x="4642531" y="2393227"/>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sp>
        <p:nvSpPr>
          <p:cNvPr id="1551" name="Google Shape;1551;p116"/>
          <p:cNvSpPr txBox="1"/>
          <p:nvPr/>
        </p:nvSpPr>
        <p:spPr>
          <a:xfrm>
            <a:off x="6572225" y="3444792"/>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552" name="Google Shape;1552;p116"/>
          <p:cNvSpPr txBox="1"/>
          <p:nvPr/>
        </p:nvSpPr>
        <p:spPr>
          <a:xfrm>
            <a:off x="6572297" y="3952872"/>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a:t>
            </a:r>
            <a:r>
              <a:rPr lang="en">
                <a:solidFill>
                  <a:schemeClr val="dk1"/>
                </a:solidFill>
                <a:latin typeface="Manrope"/>
                <a:ea typeface="Manrope"/>
                <a:cs typeface="Manrope"/>
                <a:sym typeface="Manrope"/>
              </a:rPr>
              <a:t>s the biggest planet of them all</a:t>
            </a:r>
            <a:endParaRPr>
              <a:solidFill>
                <a:schemeClr val="dk1"/>
              </a:solidFill>
              <a:latin typeface="Manrope"/>
              <a:ea typeface="Manrope"/>
              <a:cs typeface="Manrope"/>
              <a:sym typeface="Manrope"/>
            </a:endParaRPr>
          </a:p>
        </p:txBody>
      </p:sp>
      <p:sp>
        <p:nvSpPr>
          <p:cNvPr id="1553" name="Google Shape;1553;p116"/>
          <p:cNvSpPr txBox="1"/>
          <p:nvPr/>
        </p:nvSpPr>
        <p:spPr>
          <a:xfrm>
            <a:off x="782812" y="1371850"/>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1996</a:t>
            </a:r>
            <a:endParaRPr sz="2000">
              <a:solidFill>
                <a:schemeClr val="dk1"/>
              </a:solidFill>
              <a:latin typeface="Kulim Park"/>
              <a:ea typeface="Kulim Park"/>
              <a:cs typeface="Kulim Park"/>
              <a:sym typeface="Kulim Park"/>
            </a:endParaRPr>
          </a:p>
        </p:txBody>
      </p:sp>
      <p:sp>
        <p:nvSpPr>
          <p:cNvPr id="1554" name="Google Shape;1554;p116"/>
          <p:cNvSpPr txBox="1"/>
          <p:nvPr/>
        </p:nvSpPr>
        <p:spPr>
          <a:xfrm>
            <a:off x="2712637" y="2931495"/>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2010</a:t>
            </a:r>
            <a:endParaRPr sz="2000">
              <a:solidFill>
                <a:schemeClr val="dk1"/>
              </a:solidFill>
              <a:latin typeface="Kulim Park"/>
              <a:ea typeface="Kulim Park"/>
              <a:cs typeface="Kulim Park"/>
              <a:sym typeface="Kulim Park"/>
            </a:endParaRPr>
          </a:p>
        </p:txBody>
      </p:sp>
      <p:sp>
        <p:nvSpPr>
          <p:cNvPr id="1555" name="Google Shape;1555;p116"/>
          <p:cNvSpPr txBox="1"/>
          <p:nvPr/>
        </p:nvSpPr>
        <p:spPr>
          <a:xfrm>
            <a:off x="4642462" y="1371850"/>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2016</a:t>
            </a:r>
            <a:endParaRPr sz="2000">
              <a:solidFill>
                <a:schemeClr val="dk1"/>
              </a:solidFill>
              <a:latin typeface="Kulim Park"/>
              <a:ea typeface="Kulim Park"/>
              <a:cs typeface="Kulim Park"/>
              <a:sym typeface="Kulim Park"/>
            </a:endParaRPr>
          </a:p>
        </p:txBody>
      </p:sp>
      <p:sp>
        <p:nvSpPr>
          <p:cNvPr id="1556" name="Google Shape;1556;p116"/>
          <p:cNvSpPr txBox="1"/>
          <p:nvPr/>
        </p:nvSpPr>
        <p:spPr>
          <a:xfrm>
            <a:off x="6572225" y="2931495"/>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2021</a:t>
            </a:r>
            <a:endParaRPr sz="2000">
              <a:solidFill>
                <a:schemeClr val="dk1"/>
              </a:solidFill>
              <a:latin typeface="Kulim Park"/>
              <a:ea typeface="Kulim Park"/>
              <a:cs typeface="Kulim Park"/>
              <a:sym typeface="Kulim Park"/>
            </a:endParaRPr>
          </a:p>
        </p:txBody>
      </p:sp>
      <p:cxnSp>
        <p:nvCxnSpPr>
          <p:cNvPr id="1557" name="Google Shape;1557;p116"/>
          <p:cNvCxnSpPr/>
          <p:nvPr/>
        </p:nvCxnSpPr>
        <p:spPr>
          <a:xfrm flipH="1" rot="10800000">
            <a:off x="1953750" y="2423400"/>
            <a:ext cx="1431000" cy="961800"/>
          </a:xfrm>
          <a:prstGeom prst="straightConnector1">
            <a:avLst/>
          </a:prstGeom>
          <a:noFill/>
          <a:ln cap="flat" cmpd="sng" w="28575">
            <a:solidFill>
              <a:schemeClr val="dk2"/>
            </a:solidFill>
            <a:prstDash val="solid"/>
            <a:round/>
            <a:headEnd len="med" w="med" type="none"/>
            <a:tailEnd len="med" w="med" type="none"/>
          </a:ln>
        </p:spPr>
      </p:cxnSp>
      <p:sp>
        <p:nvSpPr>
          <p:cNvPr id="1558" name="Google Shape;1558;p116"/>
          <p:cNvSpPr/>
          <p:nvPr/>
        </p:nvSpPr>
        <p:spPr>
          <a:xfrm>
            <a:off x="1418224" y="3285926"/>
            <a:ext cx="676642" cy="48745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16"/>
          <p:cNvSpPr/>
          <p:nvPr/>
        </p:nvSpPr>
        <p:spPr>
          <a:xfrm flipH="1">
            <a:off x="5119412" y="3283265"/>
            <a:ext cx="676642" cy="48748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16"/>
          <p:cNvSpPr/>
          <p:nvPr/>
        </p:nvSpPr>
        <p:spPr>
          <a:xfrm flipH="1">
            <a:off x="7199551" y="2192366"/>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16"/>
          <p:cNvSpPr/>
          <p:nvPr/>
        </p:nvSpPr>
        <p:spPr>
          <a:xfrm>
            <a:off x="3340000" y="2192380"/>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2" name="Google Shape;1562;p116"/>
          <p:cNvCxnSpPr/>
          <p:nvPr/>
        </p:nvCxnSpPr>
        <p:spPr>
          <a:xfrm flipH="1" rot="10800000">
            <a:off x="5706050" y="2359800"/>
            <a:ext cx="1605900" cy="1073100"/>
          </a:xfrm>
          <a:prstGeom prst="straightConnector1">
            <a:avLst/>
          </a:prstGeom>
          <a:noFill/>
          <a:ln cap="flat" cmpd="sng" w="28575">
            <a:solidFill>
              <a:schemeClr val="dk2"/>
            </a:solidFill>
            <a:prstDash val="solid"/>
            <a:round/>
            <a:headEnd len="med" w="med" type="none"/>
            <a:tailEnd len="med" w="med" type="none"/>
          </a:ln>
        </p:spPr>
      </p:cxnSp>
      <p:cxnSp>
        <p:nvCxnSpPr>
          <p:cNvPr id="1563" name="Google Shape;1563;p116"/>
          <p:cNvCxnSpPr/>
          <p:nvPr/>
        </p:nvCxnSpPr>
        <p:spPr>
          <a:xfrm>
            <a:off x="3837850" y="2431225"/>
            <a:ext cx="1462800" cy="102540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7" name="Shape 1567"/>
        <p:cNvGrpSpPr/>
        <p:nvPr/>
      </p:nvGrpSpPr>
      <p:grpSpPr>
        <a:xfrm>
          <a:off x="0" y="0"/>
          <a:ext cx="0" cy="0"/>
          <a:chOff x="0" y="0"/>
          <a:chExt cx="0" cy="0"/>
        </a:xfrm>
      </p:grpSpPr>
      <p:sp>
        <p:nvSpPr>
          <p:cNvPr id="1568" name="Google Shape;1568;p117"/>
          <p:cNvSpPr txBox="1"/>
          <p:nvPr>
            <p:ph idx="1" type="subTitle"/>
          </p:nvPr>
        </p:nvSpPr>
        <p:spPr>
          <a:xfrm>
            <a:off x="2854650" y="1652972"/>
            <a:ext cx="3434700" cy="10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 you have any questions?</a:t>
            </a:r>
            <a:endParaRPr/>
          </a:p>
          <a:p>
            <a:pPr indent="0" lvl="0" marL="0" rtl="0" algn="ctr">
              <a:spcBef>
                <a:spcPts val="0"/>
              </a:spcBef>
              <a:spcAft>
                <a:spcPts val="0"/>
              </a:spcAft>
              <a:buClr>
                <a:schemeClr val="dk1"/>
              </a:buClr>
              <a:buSzPts val="1100"/>
              <a:buFont typeface="Arial"/>
              <a:buNone/>
            </a:pPr>
            <a:r>
              <a:rPr lang="en"/>
              <a:t>addyouremail@freepik.com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1569" name="Google Shape;1569;p117"/>
          <p:cNvSpPr txBox="1"/>
          <p:nvPr>
            <p:ph type="title"/>
          </p:nvPr>
        </p:nvSpPr>
        <p:spPr>
          <a:xfrm>
            <a:off x="1276650" y="438900"/>
            <a:ext cx="6590700" cy="10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570" name="Google Shape;1570;p117"/>
          <p:cNvSpPr txBox="1"/>
          <p:nvPr/>
        </p:nvSpPr>
        <p:spPr>
          <a:xfrm>
            <a:off x="2903825" y="4654275"/>
            <a:ext cx="3336300" cy="183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Please keep this slide for attribution</a:t>
            </a:r>
            <a:endParaRPr>
              <a:solidFill>
                <a:schemeClr val="dk1"/>
              </a:solidFill>
              <a:latin typeface="Manrope"/>
              <a:ea typeface="Manrope"/>
              <a:cs typeface="Manrope"/>
              <a:sym typeface="Manrope"/>
            </a:endParaRPr>
          </a:p>
        </p:txBody>
      </p:sp>
      <p:sp>
        <p:nvSpPr>
          <p:cNvPr id="1571" name="Google Shape;1571;p117"/>
          <p:cNvSpPr/>
          <p:nvPr/>
        </p:nvSpPr>
        <p:spPr>
          <a:xfrm>
            <a:off x="3057275" y="3011869"/>
            <a:ext cx="787910" cy="56761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17"/>
          <p:cNvSpPr/>
          <p:nvPr/>
        </p:nvSpPr>
        <p:spPr>
          <a:xfrm flipH="1">
            <a:off x="4506862" y="3005975"/>
            <a:ext cx="787910" cy="567679"/>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17"/>
          <p:cNvSpPr/>
          <p:nvPr/>
        </p:nvSpPr>
        <p:spPr>
          <a:xfrm flipH="1">
            <a:off x="5447962" y="3011836"/>
            <a:ext cx="638859" cy="5676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17"/>
          <p:cNvSpPr/>
          <p:nvPr/>
        </p:nvSpPr>
        <p:spPr>
          <a:xfrm>
            <a:off x="3865257" y="3009374"/>
            <a:ext cx="631071" cy="56086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17"/>
          <p:cNvSpPr/>
          <p:nvPr/>
        </p:nvSpPr>
        <p:spPr>
          <a:xfrm>
            <a:off x="4079438" y="3201875"/>
            <a:ext cx="212764" cy="175874"/>
          </a:xfrm>
          <a:custGeom>
            <a:rect b="b" l="l" r="r" t="t"/>
            <a:pathLst>
              <a:path extrusionOk="0" h="10975" w="13277">
                <a:moveTo>
                  <a:pt x="4037" y="8573"/>
                </a:moveTo>
                <a:cubicBezTo>
                  <a:pt x="2602" y="8540"/>
                  <a:pt x="1735" y="7506"/>
                  <a:pt x="1502" y="6672"/>
                </a:cubicBezTo>
                <a:cubicBezTo>
                  <a:pt x="1902" y="6772"/>
                  <a:pt x="2269" y="6739"/>
                  <a:pt x="2669" y="6639"/>
                </a:cubicBezTo>
                <a:cubicBezTo>
                  <a:pt x="2669" y="6639"/>
                  <a:pt x="2669" y="6639"/>
                  <a:pt x="2702" y="6639"/>
                </a:cubicBezTo>
                <a:cubicBezTo>
                  <a:pt x="1935" y="6472"/>
                  <a:pt x="1335" y="6038"/>
                  <a:pt x="934" y="5371"/>
                </a:cubicBezTo>
                <a:cubicBezTo>
                  <a:pt x="668" y="4938"/>
                  <a:pt x="534" y="4471"/>
                  <a:pt x="534" y="3937"/>
                </a:cubicBezTo>
                <a:cubicBezTo>
                  <a:pt x="901" y="4137"/>
                  <a:pt x="1301" y="4270"/>
                  <a:pt x="1735" y="4270"/>
                </a:cubicBezTo>
                <a:cubicBezTo>
                  <a:pt x="1168" y="3837"/>
                  <a:pt x="768" y="3303"/>
                  <a:pt x="634" y="2603"/>
                </a:cubicBezTo>
                <a:cubicBezTo>
                  <a:pt x="467" y="1902"/>
                  <a:pt x="568" y="1268"/>
                  <a:pt x="901" y="634"/>
                </a:cubicBezTo>
                <a:cubicBezTo>
                  <a:pt x="2402" y="2369"/>
                  <a:pt x="4270" y="3336"/>
                  <a:pt x="6538" y="3470"/>
                </a:cubicBezTo>
                <a:cubicBezTo>
                  <a:pt x="6538" y="3370"/>
                  <a:pt x="6505" y="3270"/>
                  <a:pt x="6505" y="3170"/>
                </a:cubicBezTo>
                <a:cubicBezTo>
                  <a:pt x="6405" y="2536"/>
                  <a:pt x="6538" y="1935"/>
                  <a:pt x="6905" y="1402"/>
                </a:cubicBezTo>
                <a:cubicBezTo>
                  <a:pt x="7339" y="735"/>
                  <a:pt x="7939" y="301"/>
                  <a:pt x="8740" y="167"/>
                </a:cubicBezTo>
                <a:cubicBezTo>
                  <a:pt x="9674" y="1"/>
                  <a:pt x="10475" y="268"/>
                  <a:pt x="11142" y="935"/>
                </a:cubicBezTo>
                <a:cubicBezTo>
                  <a:pt x="11175" y="968"/>
                  <a:pt x="11208" y="968"/>
                  <a:pt x="11275" y="968"/>
                </a:cubicBezTo>
                <a:cubicBezTo>
                  <a:pt x="11842" y="835"/>
                  <a:pt x="12376" y="634"/>
                  <a:pt x="12876" y="368"/>
                </a:cubicBezTo>
                <a:cubicBezTo>
                  <a:pt x="12876" y="334"/>
                  <a:pt x="12910" y="334"/>
                  <a:pt x="12910" y="334"/>
                </a:cubicBezTo>
                <a:lnTo>
                  <a:pt x="12910" y="334"/>
                </a:lnTo>
                <a:cubicBezTo>
                  <a:pt x="12710" y="968"/>
                  <a:pt x="12309" y="1468"/>
                  <a:pt x="11742" y="1835"/>
                </a:cubicBezTo>
                <a:cubicBezTo>
                  <a:pt x="12276" y="1769"/>
                  <a:pt x="12776" y="1635"/>
                  <a:pt x="13277" y="1402"/>
                </a:cubicBezTo>
                <a:lnTo>
                  <a:pt x="13277" y="1435"/>
                </a:lnTo>
                <a:cubicBezTo>
                  <a:pt x="13177" y="1568"/>
                  <a:pt x="13076" y="1702"/>
                  <a:pt x="12976" y="1835"/>
                </a:cubicBezTo>
                <a:cubicBezTo>
                  <a:pt x="12676" y="2202"/>
                  <a:pt x="12343" y="2502"/>
                  <a:pt x="11976" y="2769"/>
                </a:cubicBezTo>
                <a:cubicBezTo>
                  <a:pt x="11942" y="2803"/>
                  <a:pt x="11942" y="2836"/>
                  <a:pt x="11942" y="2869"/>
                </a:cubicBezTo>
                <a:cubicBezTo>
                  <a:pt x="11942" y="3270"/>
                  <a:pt x="11942" y="3670"/>
                  <a:pt x="11876" y="4070"/>
                </a:cubicBezTo>
                <a:cubicBezTo>
                  <a:pt x="11776" y="4938"/>
                  <a:pt x="11542" y="5738"/>
                  <a:pt x="11175" y="6505"/>
                </a:cubicBezTo>
                <a:cubicBezTo>
                  <a:pt x="10808" y="7306"/>
                  <a:pt x="10308" y="8040"/>
                  <a:pt x="9707" y="8674"/>
                </a:cubicBezTo>
                <a:cubicBezTo>
                  <a:pt x="8673" y="9741"/>
                  <a:pt x="7406" y="10441"/>
                  <a:pt x="5971" y="10742"/>
                </a:cubicBezTo>
                <a:cubicBezTo>
                  <a:pt x="5438" y="10875"/>
                  <a:pt x="4937" y="10908"/>
                  <a:pt x="4437" y="10942"/>
                </a:cubicBezTo>
                <a:cubicBezTo>
                  <a:pt x="2869" y="10975"/>
                  <a:pt x="1401" y="10575"/>
                  <a:pt x="67" y="9774"/>
                </a:cubicBezTo>
                <a:cubicBezTo>
                  <a:pt x="34" y="9741"/>
                  <a:pt x="34" y="9741"/>
                  <a:pt x="0" y="9708"/>
                </a:cubicBezTo>
                <a:cubicBezTo>
                  <a:pt x="968" y="9808"/>
                  <a:pt x="1868" y="9708"/>
                  <a:pt x="2736" y="9341"/>
                </a:cubicBezTo>
                <a:cubicBezTo>
                  <a:pt x="3203" y="9141"/>
                  <a:pt x="3636" y="8907"/>
                  <a:pt x="4037" y="857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6" name="Google Shape;1576;p117"/>
          <p:cNvSpPr/>
          <p:nvPr/>
        </p:nvSpPr>
        <p:spPr>
          <a:xfrm>
            <a:off x="3305469" y="3180488"/>
            <a:ext cx="113874" cy="218645"/>
          </a:xfrm>
          <a:custGeom>
            <a:rect b="b" l="l" r="r" t="t"/>
            <a:pathLst>
              <a:path extrusionOk="0" h="13644" w="7106">
                <a:moveTo>
                  <a:pt x="5671" y="2336"/>
                </a:moveTo>
                <a:cubicBezTo>
                  <a:pt x="6071" y="2302"/>
                  <a:pt x="6505" y="2336"/>
                  <a:pt x="6939" y="2336"/>
                </a:cubicBezTo>
                <a:lnTo>
                  <a:pt x="7105" y="2336"/>
                </a:lnTo>
                <a:lnTo>
                  <a:pt x="7105" y="134"/>
                </a:lnTo>
                <a:cubicBezTo>
                  <a:pt x="6872" y="101"/>
                  <a:pt x="6638" y="67"/>
                  <a:pt x="6405" y="67"/>
                </a:cubicBezTo>
                <a:cubicBezTo>
                  <a:pt x="5971" y="34"/>
                  <a:pt x="5538" y="1"/>
                  <a:pt x="5104" y="34"/>
                </a:cubicBezTo>
                <a:cubicBezTo>
                  <a:pt x="4437" y="34"/>
                  <a:pt x="3803" y="201"/>
                  <a:pt x="3269" y="601"/>
                </a:cubicBezTo>
                <a:cubicBezTo>
                  <a:pt x="2635" y="1035"/>
                  <a:pt x="2302" y="1668"/>
                  <a:pt x="2168" y="2436"/>
                </a:cubicBezTo>
                <a:cubicBezTo>
                  <a:pt x="2102" y="2736"/>
                  <a:pt x="2102" y="3069"/>
                  <a:pt x="2102" y="3370"/>
                </a:cubicBezTo>
                <a:cubicBezTo>
                  <a:pt x="2068" y="3870"/>
                  <a:pt x="2068" y="4370"/>
                  <a:pt x="2102" y="4837"/>
                </a:cubicBezTo>
                <a:lnTo>
                  <a:pt x="2102" y="5038"/>
                </a:lnTo>
                <a:lnTo>
                  <a:pt x="0" y="5038"/>
                </a:lnTo>
                <a:lnTo>
                  <a:pt x="0" y="7473"/>
                </a:lnTo>
                <a:lnTo>
                  <a:pt x="2068" y="7473"/>
                </a:lnTo>
                <a:lnTo>
                  <a:pt x="2068" y="13644"/>
                </a:lnTo>
                <a:lnTo>
                  <a:pt x="4637" y="13644"/>
                </a:lnTo>
                <a:lnTo>
                  <a:pt x="4637" y="7506"/>
                </a:lnTo>
                <a:lnTo>
                  <a:pt x="6705" y="7506"/>
                </a:lnTo>
                <a:cubicBezTo>
                  <a:pt x="6805" y="6672"/>
                  <a:pt x="6905" y="5871"/>
                  <a:pt x="7039" y="5038"/>
                </a:cubicBezTo>
                <a:lnTo>
                  <a:pt x="6572" y="5038"/>
                </a:lnTo>
                <a:cubicBezTo>
                  <a:pt x="5971" y="5038"/>
                  <a:pt x="4604" y="5038"/>
                  <a:pt x="4604" y="5038"/>
                </a:cubicBezTo>
                <a:cubicBezTo>
                  <a:pt x="4604" y="5038"/>
                  <a:pt x="4604" y="3803"/>
                  <a:pt x="4637" y="3303"/>
                </a:cubicBezTo>
                <a:cubicBezTo>
                  <a:pt x="4637" y="2569"/>
                  <a:pt x="5071" y="2336"/>
                  <a:pt x="5671" y="23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577" name="Google Shape;1577;p117"/>
          <p:cNvGrpSpPr/>
          <p:nvPr/>
        </p:nvGrpSpPr>
        <p:grpSpPr>
          <a:xfrm>
            <a:off x="5671474" y="3198910"/>
            <a:ext cx="181781" cy="181780"/>
            <a:chOff x="2698516" y="3260966"/>
            <a:chExt cx="166375" cy="166374"/>
          </a:xfrm>
        </p:grpSpPr>
        <p:sp>
          <p:nvSpPr>
            <p:cNvPr id="1578" name="Google Shape;1578;p117"/>
            <p:cNvSpPr/>
            <p:nvPr/>
          </p:nvSpPr>
          <p:spPr>
            <a:xfrm>
              <a:off x="2698516" y="3260966"/>
              <a:ext cx="40130" cy="166373"/>
            </a:xfrm>
            <a:custGeom>
              <a:rect b="b" l="l" r="r" t="t"/>
              <a:pathLst>
                <a:path extrusionOk="0" h="11343" w="2736">
                  <a:moveTo>
                    <a:pt x="1368" y="1"/>
                  </a:moveTo>
                  <a:cubicBezTo>
                    <a:pt x="601" y="1"/>
                    <a:pt x="1" y="635"/>
                    <a:pt x="1" y="1368"/>
                  </a:cubicBezTo>
                  <a:cubicBezTo>
                    <a:pt x="1" y="2136"/>
                    <a:pt x="601" y="2736"/>
                    <a:pt x="1368" y="2736"/>
                  </a:cubicBezTo>
                  <a:cubicBezTo>
                    <a:pt x="2136" y="2736"/>
                    <a:pt x="2736" y="2136"/>
                    <a:pt x="2736" y="1368"/>
                  </a:cubicBezTo>
                  <a:cubicBezTo>
                    <a:pt x="2736" y="635"/>
                    <a:pt x="2136" y="1"/>
                    <a:pt x="1368" y="1"/>
                  </a:cubicBezTo>
                  <a:close/>
                  <a:moveTo>
                    <a:pt x="201" y="3770"/>
                  </a:moveTo>
                  <a:lnTo>
                    <a:pt x="201" y="11342"/>
                  </a:lnTo>
                  <a:lnTo>
                    <a:pt x="2536" y="11342"/>
                  </a:lnTo>
                  <a:lnTo>
                    <a:pt x="2536" y="3770"/>
                  </a:ln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9" name="Google Shape;1579;p117"/>
            <p:cNvSpPr/>
            <p:nvPr/>
          </p:nvSpPr>
          <p:spPr>
            <a:xfrm>
              <a:off x="2757715" y="3313330"/>
              <a:ext cx="107175" cy="114010"/>
            </a:xfrm>
            <a:custGeom>
              <a:rect b="b" l="l" r="r" t="t"/>
              <a:pathLst>
                <a:path extrusionOk="0" h="7773" w="7307">
                  <a:moveTo>
                    <a:pt x="4504" y="0"/>
                  </a:moveTo>
                  <a:cubicBezTo>
                    <a:pt x="3337" y="0"/>
                    <a:pt x="2569" y="634"/>
                    <a:pt x="2269" y="1234"/>
                  </a:cubicBezTo>
                  <a:lnTo>
                    <a:pt x="2236" y="1234"/>
                  </a:lnTo>
                  <a:lnTo>
                    <a:pt x="2236" y="200"/>
                  </a:lnTo>
                  <a:lnTo>
                    <a:pt x="1" y="200"/>
                  </a:lnTo>
                  <a:lnTo>
                    <a:pt x="1" y="7772"/>
                  </a:lnTo>
                  <a:lnTo>
                    <a:pt x="2336" y="7772"/>
                  </a:lnTo>
                  <a:lnTo>
                    <a:pt x="2336" y="4036"/>
                  </a:lnTo>
                  <a:cubicBezTo>
                    <a:pt x="2336" y="3036"/>
                    <a:pt x="2536" y="2068"/>
                    <a:pt x="3737" y="2068"/>
                  </a:cubicBezTo>
                  <a:cubicBezTo>
                    <a:pt x="4938" y="2068"/>
                    <a:pt x="4971" y="3202"/>
                    <a:pt x="4971" y="4103"/>
                  </a:cubicBezTo>
                  <a:lnTo>
                    <a:pt x="4971" y="7772"/>
                  </a:lnTo>
                  <a:lnTo>
                    <a:pt x="7306" y="7772"/>
                  </a:lnTo>
                  <a:lnTo>
                    <a:pt x="7306" y="3603"/>
                  </a:lnTo>
                  <a:cubicBezTo>
                    <a:pt x="7306" y="1568"/>
                    <a:pt x="6872" y="0"/>
                    <a:pt x="4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1580" name="Google Shape;1580;p117"/>
          <p:cNvSpPr/>
          <p:nvPr/>
        </p:nvSpPr>
        <p:spPr>
          <a:xfrm>
            <a:off x="4881590" y="3191378"/>
            <a:ext cx="200473" cy="196867"/>
          </a:xfrm>
          <a:custGeom>
            <a:rect b="b" l="l" r="r" t="t"/>
            <a:pathLst>
              <a:path extrusionOk="0" h="12285" w="12510">
                <a:moveTo>
                  <a:pt x="9540" y="2148"/>
                </a:moveTo>
                <a:cubicBezTo>
                  <a:pt x="9107" y="2148"/>
                  <a:pt x="8773" y="2448"/>
                  <a:pt x="8773" y="2882"/>
                </a:cubicBezTo>
                <a:cubicBezTo>
                  <a:pt x="8773" y="3282"/>
                  <a:pt x="9107" y="3616"/>
                  <a:pt x="9540" y="3616"/>
                </a:cubicBezTo>
                <a:cubicBezTo>
                  <a:pt x="9941" y="3616"/>
                  <a:pt x="10274" y="3282"/>
                  <a:pt x="10274" y="2882"/>
                </a:cubicBezTo>
                <a:cubicBezTo>
                  <a:pt x="10274" y="2448"/>
                  <a:pt x="9941" y="2148"/>
                  <a:pt x="9540" y="2148"/>
                </a:cubicBezTo>
                <a:close/>
                <a:moveTo>
                  <a:pt x="6271" y="4083"/>
                </a:moveTo>
                <a:cubicBezTo>
                  <a:pt x="7372" y="4116"/>
                  <a:pt x="8306" y="5017"/>
                  <a:pt x="8273" y="6151"/>
                </a:cubicBezTo>
                <a:cubicBezTo>
                  <a:pt x="8273" y="7285"/>
                  <a:pt x="7339" y="8186"/>
                  <a:pt x="6238" y="8186"/>
                </a:cubicBezTo>
                <a:cubicBezTo>
                  <a:pt x="5104" y="8152"/>
                  <a:pt x="4203" y="7252"/>
                  <a:pt x="4203" y="6118"/>
                </a:cubicBezTo>
                <a:cubicBezTo>
                  <a:pt x="4203" y="4984"/>
                  <a:pt x="5137" y="4083"/>
                  <a:pt x="6271" y="4083"/>
                </a:cubicBezTo>
                <a:close/>
                <a:moveTo>
                  <a:pt x="6238" y="2982"/>
                </a:moveTo>
                <a:cubicBezTo>
                  <a:pt x="4503" y="2982"/>
                  <a:pt x="3102" y="4416"/>
                  <a:pt x="3102" y="6151"/>
                </a:cubicBezTo>
                <a:cubicBezTo>
                  <a:pt x="3102" y="7886"/>
                  <a:pt x="4503" y="9287"/>
                  <a:pt x="6238" y="9287"/>
                </a:cubicBezTo>
                <a:cubicBezTo>
                  <a:pt x="7972" y="9287"/>
                  <a:pt x="9407" y="7886"/>
                  <a:pt x="9407" y="6151"/>
                </a:cubicBezTo>
                <a:cubicBezTo>
                  <a:pt x="9407" y="4416"/>
                  <a:pt x="8006" y="2982"/>
                  <a:pt x="6238" y="2982"/>
                </a:cubicBezTo>
                <a:close/>
                <a:moveTo>
                  <a:pt x="6330" y="1114"/>
                </a:moveTo>
                <a:cubicBezTo>
                  <a:pt x="7581" y="1114"/>
                  <a:pt x="8823" y="1147"/>
                  <a:pt x="9340" y="1214"/>
                </a:cubicBezTo>
                <a:cubicBezTo>
                  <a:pt x="10408" y="1381"/>
                  <a:pt x="11075" y="2115"/>
                  <a:pt x="11208" y="3182"/>
                </a:cubicBezTo>
                <a:cubicBezTo>
                  <a:pt x="11308" y="4183"/>
                  <a:pt x="11342" y="8152"/>
                  <a:pt x="11175" y="9220"/>
                </a:cubicBezTo>
                <a:cubicBezTo>
                  <a:pt x="11008" y="10287"/>
                  <a:pt x="10274" y="10954"/>
                  <a:pt x="9207" y="11088"/>
                </a:cubicBezTo>
                <a:cubicBezTo>
                  <a:pt x="8730" y="11136"/>
                  <a:pt x="7479" y="11176"/>
                  <a:pt x="6199" y="11176"/>
                </a:cubicBezTo>
                <a:cubicBezTo>
                  <a:pt x="4796" y="11176"/>
                  <a:pt x="3357" y="11127"/>
                  <a:pt x="2869" y="10988"/>
                </a:cubicBezTo>
                <a:cubicBezTo>
                  <a:pt x="2002" y="10754"/>
                  <a:pt x="1468" y="10154"/>
                  <a:pt x="1334" y="9253"/>
                </a:cubicBezTo>
                <a:cubicBezTo>
                  <a:pt x="1201" y="8419"/>
                  <a:pt x="1168" y="4183"/>
                  <a:pt x="1334" y="3049"/>
                </a:cubicBezTo>
                <a:cubicBezTo>
                  <a:pt x="1501" y="1981"/>
                  <a:pt x="2202" y="1314"/>
                  <a:pt x="3269" y="1214"/>
                </a:cubicBezTo>
                <a:cubicBezTo>
                  <a:pt x="3820" y="1147"/>
                  <a:pt x="5079" y="1114"/>
                  <a:pt x="6330" y="1114"/>
                </a:cubicBezTo>
                <a:close/>
                <a:moveTo>
                  <a:pt x="6118" y="0"/>
                </a:moveTo>
                <a:cubicBezTo>
                  <a:pt x="4861" y="0"/>
                  <a:pt x="3603" y="41"/>
                  <a:pt x="2969" y="147"/>
                </a:cubicBezTo>
                <a:cubicBezTo>
                  <a:pt x="1601" y="347"/>
                  <a:pt x="667" y="1147"/>
                  <a:pt x="300" y="2515"/>
                </a:cubicBezTo>
                <a:cubicBezTo>
                  <a:pt x="0" y="3583"/>
                  <a:pt x="67" y="8386"/>
                  <a:pt x="234" y="9420"/>
                </a:cubicBezTo>
                <a:cubicBezTo>
                  <a:pt x="467" y="10821"/>
                  <a:pt x="1301" y="11755"/>
                  <a:pt x="2702" y="12089"/>
                </a:cubicBezTo>
                <a:cubicBezTo>
                  <a:pt x="3204" y="12227"/>
                  <a:pt x="4733" y="12285"/>
                  <a:pt x="6235" y="12285"/>
                </a:cubicBezTo>
                <a:cubicBezTo>
                  <a:pt x="7626" y="12285"/>
                  <a:pt x="8994" y="12236"/>
                  <a:pt x="9507" y="12155"/>
                </a:cubicBezTo>
                <a:cubicBezTo>
                  <a:pt x="10941" y="11922"/>
                  <a:pt x="11842" y="11088"/>
                  <a:pt x="12209" y="9687"/>
                </a:cubicBezTo>
                <a:cubicBezTo>
                  <a:pt x="12509" y="8619"/>
                  <a:pt x="12409" y="4050"/>
                  <a:pt x="12309" y="3082"/>
                </a:cubicBezTo>
                <a:cubicBezTo>
                  <a:pt x="12209" y="2282"/>
                  <a:pt x="11909" y="1548"/>
                  <a:pt x="11308" y="981"/>
                </a:cubicBezTo>
                <a:cubicBezTo>
                  <a:pt x="10674" y="380"/>
                  <a:pt x="9907" y="113"/>
                  <a:pt x="9040" y="80"/>
                </a:cubicBezTo>
                <a:cubicBezTo>
                  <a:pt x="8363" y="33"/>
                  <a:pt x="7241" y="0"/>
                  <a:pt x="61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69"/>
                                        </p:tgtEl>
                                        <p:attrNameLst>
                                          <p:attrName>style.visibility</p:attrName>
                                        </p:attrNameLst>
                                      </p:cBhvr>
                                      <p:to>
                                        <p:strVal val="visible"/>
                                      </p:to>
                                    </p:set>
                                    <p:animEffect filter="fade" transition="in">
                                      <p:cBhvr>
                                        <p:cTn dur="1000"/>
                                        <p:tgtEl>
                                          <p:spTgt spid="156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4" name="Shape 1584"/>
        <p:cNvGrpSpPr/>
        <p:nvPr/>
      </p:nvGrpSpPr>
      <p:grpSpPr>
        <a:xfrm>
          <a:off x="0" y="0"/>
          <a:ext cx="0" cy="0"/>
          <a:chOff x="0" y="0"/>
          <a:chExt cx="0" cy="0"/>
        </a:xfrm>
      </p:grpSpPr>
      <p:sp>
        <p:nvSpPr>
          <p:cNvPr id="1585" name="Google Shape;1585;p118"/>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SEOUL | LINEAR</a:t>
            </a:r>
            <a:endParaRPr/>
          </a:p>
        </p:txBody>
      </p:sp>
      <p:grpSp>
        <p:nvGrpSpPr>
          <p:cNvPr id="1586" name="Google Shape;1586;p118"/>
          <p:cNvGrpSpPr/>
          <p:nvPr/>
        </p:nvGrpSpPr>
        <p:grpSpPr>
          <a:xfrm>
            <a:off x="6892213" y="3920541"/>
            <a:ext cx="325758" cy="325758"/>
            <a:chOff x="7000379" y="3961744"/>
            <a:chExt cx="340965" cy="340965"/>
          </a:xfrm>
        </p:grpSpPr>
        <p:sp>
          <p:nvSpPr>
            <p:cNvPr id="1587" name="Google Shape;1587;p118"/>
            <p:cNvSpPr/>
            <p:nvPr/>
          </p:nvSpPr>
          <p:spPr>
            <a:xfrm>
              <a:off x="7000379" y="3961744"/>
              <a:ext cx="340965" cy="340965"/>
            </a:xfrm>
            <a:custGeom>
              <a:rect b="b" l="l" r="r" t="t"/>
              <a:pathLst>
                <a:path extrusionOk="0" h="10617" w="10617">
                  <a:moveTo>
                    <a:pt x="8219" y="873"/>
                  </a:moveTo>
                  <a:cubicBezTo>
                    <a:pt x="8214" y="873"/>
                    <a:pt x="8224" y="881"/>
                    <a:pt x="8226" y="883"/>
                  </a:cubicBezTo>
                  <a:lnTo>
                    <a:pt x="8226" y="883"/>
                  </a:lnTo>
                  <a:lnTo>
                    <a:pt x="8226" y="875"/>
                  </a:lnTo>
                  <a:cubicBezTo>
                    <a:pt x="8222" y="873"/>
                    <a:pt x="8220" y="873"/>
                    <a:pt x="8219" y="873"/>
                  </a:cubicBezTo>
                  <a:close/>
                  <a:moveTo>
                    <a:pt x="5621" y="1071"/>
                  </a:moveTo>
                  <a:cubicBezTo>
                    <a:pt x="6006" y="1360"/>
                    <a:pt x="6522" y="1504"/>
                    <a:pt x="6998" y="1504"/>
                  </a:cubicBezTo>
                  <a:cubicBezTo>
                    <a:pt x="7051" y="1504"/>
                    <a:pt x="7104" y="1503"/>
                    <a:pt x="7155" y="1499"/>
                  </a:cubicBezTo>
                  <a:lnTo>
                    <a:pt x="7155" y="1499"/>
                  </a:lnTo>
                  <a:lnTo>
                    <a:pt x="6442" y="2730"/>
                  </a:lnTo>
                  <a:lnTo>
                    <a:pt x="6995" y="3033"/>
                  </a:lnTo>
                  <a:lnTo>
                    <a:pt x="7691" y="1820"/>
                  </a:lnTo>
                  <a:cubicBezTo>
                    <a:pt x="7905" y="2284"/>
                    <a:pt x="8333" y="2712"/>
                    <a:pt x="8815" y="2926"/>
                  </a:cubicBezTo>
                  <a:lnTo>
                    <a:pt x="7583" y="3640"/>
                  </a:lnTo>
                  <a:lnTo>
                    <a:pt x="7905" y="4175"/>
                  </a:lnTo>
                  <a:lnTo>
                    <a:pt x="9118" y="3462"/>
                  </a:lnTo>
                  <a:lnTo>
                    <a:pt x="9118" y="3462"/>
                  </a:lnTo>
                  <a:cubicBezTo>
                    <a:pt x="9082" y="3979"/>
                    <a:pt x="9225" y="4550"/>
                    <a:pt x="9546" y="4996"/>
                  </a:cubicBezTo>
                  <a:lnTo>
                    <a:pt x="8119" y="4996"/>
                  </a:lnTo>
                  <a:lnTo>
                    <a:pt x="8119" y="5621"/>
                  </a:lnTo>
                  <a:lnTo>
                    <a:pt x="9546" y="5621"/>
                  </a:lnTo>
                  <a:cubicBezTo>
                    <a:pt x="9243" y="6049"/>
                    <a:pt x="9082" y="6620"/>
                    <a:pt x="9118" y="7137"/>
                  </a:cubicBezTo>
                  <a:lnTo>
                    <a:pt x="7905" y="6441"/>
                  </a:lnTo>
                  <a:lnTo>
                    <a:pt x="7583" y="6977"/>
                  </a:lnTo>
                  <a:lnTo>
                    <a:pt x="8815" y="7673"/>
                  </a:lnTo>
                  <a:cubicBezTo>
                    <a:pt x="8333" y="7905"/>
                    <a:pt x="7905" y="8315"/>
                    <a:pt x="7691" y="8797"/>
                  </a:cubicBezTo>
                  <a:lnTo>
                    <a:pt x="6995" y="7566"/>
                  </a:lnTo>
                  <a:lnTo>
                    <a:pt x="6442" y="7887"/>
                  </a:lnTo>
                  <a:lnTo>
                    <a:pt x="7155" y="9118"/>
                  </a:lnTo>
                  <a:cubicBezTo>
                    <a:pt x="7087" y="9110"/>
                    <a:pt x="7016" y="9107"/>
                    <a:pt x="6945" y="9107"/>
                  </a:cubicBezTo>
                  <a:cubicBezTo>
                    <a:pt x="6497" y="9107"/>
                    <a:pt x="6006" y="9251"/>
                    <a:pt x="5621" y="9528"/>
                  </a:cubicBezTo>
                  <a:lnTo>
                    <a:pt x="5621" y="8101"/>
                  </a:lnTo>
                  <a:lnTo>
                    <a:pt x="5014" y="8101"/>
                  </a:lnTo>
                  <a:lnTo>
                    <a:pt x="5014" y="9528"/>
                  </a:lnTo>
                  <a:cubicBezTo>
                    <a:pt x="4629" y="9251"/>
                    <a:pt x="4138" y="9107"/>
                    <a:pt x="3690" y="9107"/>
                  </a:cubicBezTo>
                  <a:cubicBezTo>
                    <a:pt x="3618" y="9107"/>
                    <a:pt x="3548" y="9110"/>
                    <a:pt x="3480" y="9118"/>
                  </a:cubicBezTo>
                  <a:lnTo>
                    <a:pt x="4193" y="7887"/>
                  </a:lnTo>
                  <a:lnTo>
                    <a:pt x="3640" y="7566"/>
                  </a:lnTo>
                  <a:lnTo>
                    <a:pt x="2944" y="8797"/>
                  </a:lnTo>
                  <a:cubicBezTo>
                    <a:pt x="2730" y="8315"/>
                    <a:pt x="2302" y="7905"/>
                    <a:pt x="1820" y="7673"/>
                  </a:cubicBezTo>
                  <a:lnTo>
                    <a:pt x="3051" y="6977"/>
                  </a:lnTo>
                  <a:lnTo>
                    <a:pt x="2730" y="6441"/>
                  </a:lnTo>
                  <a:lnTo>
                    <a:pt x="1517" y="7137"/>
                  </a:lnTo>
                  <a:cubicBezTo>
                    <a:pt x="1553" y="6620"/>
                    <a:pt x="1392" y="6049"/>
                    <a:pt x="1089" y="5621"/>
                  </a:cubicBezTo>
                  <a:lnTo>
                    <a:pt x="2516" y="5621"/>
                  </a:lnTo>
                  <a:lnTo>
                    <a:pt x="2516" y="4996"/>
                  </a:lnTo>
                  <a:lnTo>
                    <a:pt x="1089" y="4996"/>
                  </a:lnTo>
                  <a:cubicBezTo>
                    <a:pt x="1410" y="4550"/>
                    <a:pt x="1553" y="3979"/>
                    <a:pt x="1517" y="3462"/>
                  </a:cubicBezTo>
                  <a:lnTo>
                    <a:pt x="1517" y="3462"/>
                  </a:lnTo>
                  <a:lnTo>
                    <a:pt x="2730" y="4175"/>
                  </a:lnTo>
                  <a:lnTo>
                    <a:pt x="3051" y="3640"/>
                  </a:lnTo>
                  <a:lnTo>
                    <a:pt x="1820" y="2926"/>
                  </a:lnTo>
                  <a:cubicBezTo>
                    <a:pt x="2302" y="2712"/>
                    <a:pt x="2730" y="2284"/>
                    <a:pt x="2944" y="1820"/>
                  </a:cubicBezTo>
                  <a:lnTo>
                    <a:pt x="3640" y="3033"/>
                  </a:lnTo>
                  <a:lnTo>
                    <a:pt x="4193" y="2730"/>
                  </a:lnTo>
                  <a:lnTo>
                    <a:pt x="3480" y="1499"/>
                  </a:lnTo>
                  <a:lnTo>
                    <a:pt x="3480" y="1499"/>
                  </a:lnTo>
                  <a:cubicBezTo>
                    <a:pt x="3531" y="1503"/>
                    <a:pt x="3584" y="1504"/>
                    <a:pt x="3637" y="1504"/>
                  </a:cubicBezTo>
                  <a:cubicBezTo>
                    <a:pt x="4113" y="1504"/>
                    <a:pt x="4629" y="1360"/>
                    <a:pt x="5014" y="1071"/>
                  </a:cubicBezTo>
                  <a:lnTo>
                    <a:pt x="5014" y="2498"/>
                  </a:lnTo>
                  <a:lnTo>
                    <a:pt x="5621" y="2498"/>
                  </a:lnTo>
                  <a:lnTo>
                    <a:pt x="5621" y="1071"/>
                  </a:lnTo>
                  <a:close/>
                  <a:moveTo>
                    <a:pt x="7691" y="10041"/>
                  </a:moveTo>
                  <a:cubicBezTo>
                    <a:pt x="7690" y="10042"/>
                    <a:pt x="7690" y="10042"/>
                    <a:pt x="7691" y="10042"/>
                  </a:cubicBezTo>
                  <a:lnTo>
                    <a:pt x="7691" y="10041"/>
                  </a:lnTo>
                  <a:close/>
                  <a:moveTo>
                    <a:pt x="7699" y="10039"/>
                  </a:moveTo>
                  <a:lnTo>
                    <a:pt x="7699" y="10039"/>
                  </a:lnTo>
                  <a:cubicBezTo>
                    <a:pt x="7697" y="10039"/>
                    <a:pt x="7692" y="10042"/>
                    <a:pt x="7691" y="10042"/>
                  </a:cubicBezTo>
                  <a:lnTo>
                    <a:pt x="7691" y="10046"/>
                  </a:lnTo>
                  <a:cubicBezTo>
                    <a:pt x="7698" y="10041"/>
                    <a:pt x="7700" y="10039"/>
                    <a:pt x="7699" y="10039"/>
                  </a:cubicBezTo>
                  <a:close/>
                  <a:moveTo>
                    <a:pt x="5014" y="0"/>
                  </a:moveTo>
                  <a:cubicBezTo>
                    <a:pt x="5014" y="393"/>
                    <a:pt x="4532" y="714"/>
                    <a:pt x="4104" y="821"/>
                  </a:cubicBezTo>
                  <a:cubicBezTo>
                    <a:pt x="3959" y="857"/>
                    <a:pt x="3802" y="879"/>
                    <a:pt x="3650" y="879"/>
                  </a:cubicBezTo>
                  <a:cubicBezTo>
                    <a:pt x="3352" y="879"/>
                    <a:pt x="3074" y="795"/>
                    <a:pt x="2944" y="571"/>
                  </a:cubicBezTo>
                  <a:cubicBezTo>
                    <a:pt x="2943" y="572"/>
                    <a:pt x="2942" y="573"/>
                    <a:pt x="2941" y="574"/>
                  </a:cubicBezTo>
                  <a:lnTo>
                    <a:pt x="2941" y="574"/>
                  </a:lnTo>
                  <a:cubicBezTo>
                    <a:pt x="2943" y="572"/>
                    <a:pt x="2945" y="570"/>
                    <a:pt x="2944" y="570"/>
                  </a:cubicBezTo>
                  <a:lnTo>
                    <a:pt x="2944" y="570"/>
                  </a:lnTo>
                  <a:cubicBezTo>
                    <a:pt x="2939" y="570"/>
                    <a:pt x="2862" y="609"/>
                    <a:pt x="2409" y="875"/>
                  </a:cubicBezTo>
                  <a:lnTo>
                    <a:pt x="2409" y="892"/>
                  </a:lnTo>
                  <a:cubicBezTo>
                    <a:pt x="2605" y="1231"/>
                    <a:pt x="2356" y="1713"/>
                    <a:pt x="2034" y="2034"/>
                  </a:cubicBezTo>
                  <a:cubicBezTo>
                    <a:pt x="1806" y="2263"/>
                    <a:pt x="1466" y="2461"/>
                    <a:pt x="1167" y="2461"/>
                  </a:cubicBezTo>
                  <a:cubicBezTo>
                    <a:pt x="1070" y="2461"/>
                    <a:pt x="976" y="2440"/>
                    <a:pt x="892" y="2391"/>
                  </a:cubicBezTo>
                  <a:cubicBezTo>
                    <a:pt x="888" y="2397"/>
                    <a:pt x="887" y="2400"/>
                    <a:pt x="886" y="2400"/>
                  </a:cubicBezTo>
                  <a:cubicBezTo>
                    <a:pt x="885" y="2400"/>
                    <a:pt x="889" y="2391"/>
                    <a:pt x="889" y="2391"/>
                  </a:cubicBezTo>
                  <a:lnTo>
                    <a:pt x="889" y="2391"/>
                  </a:lnTo>
                  <a:cubicBezTo>
                    <a:pt x="888" y="2391"/>
                    <a:pt x="854" y="2454"/>
                    <a:pt x="589" y="2926"/>
                  </a:cubicBezTo>
                  <a:cubicBezTo>
                    <a:pt x="928" y="3123"/>
                    <a:pt x="946" y="3658"/>
                    <a:pt x="839" y="4086"/>
                  </a:cubicBezTo>
                  <a:cubicBezTo>
                    <a:pt x="714" y="4532"/>
                    <a:pt x="411" y="4996"/>
                    <a:pt x="18" y="4996"/>
                  </a:cubicBezTo>
                  <a:lnTo>
                    <a:pt x="0" y="4996"/>
                  </a:lnTo>
                  <a:lnTo>
                    <a:pt x="0" y="5621"/>
                  </a:lnTo>
                  <a:lnTo>
                    <a:pt x="18" y="5621"/>
                  </a:lnTo>
                  <a:cubicBezTo>
                    <a:pt x="411" y="5621"/>
                    <a:pt x="714" y="6085"/>
                    <a:pt x="839" y="6513"/>
                  </a:cubicBezTo>
                  <a:cubicBezTo>
                    <a:pt x="946" y="6941"/>
                    <a:pt x="910" y="7494"/>
                    <a:pt x="589" y="7673"/>
                  </a:cubicBezTo>
                  <a:cubicBezTo>
                    <a:pt x="591" y="7679"/>
                    <a:pt x="591" y="7681"/>
                    <a:pt x="590" y="7681"/>
                  </a:cubicBezTo>
                  <a:cubicBezTo>
                    <a:pt x="588" y="7681"/>
                    <a:pt x="582" y="7673"/>
                    <a:pt x="580" y="7673"/>
                  </a:cubicBezTo>
                  <a:lnTo>
                    <a:pt x="580" y="7673"/>
                  </a:lnTo>
                  <a:cubicBezTo>
                    <a:pt x="577" y="7673"/>
                    <a:pt x="613" y="7737"/>
                    <a:pt x="892" y="8226"/>
                  </a:cubicBezTo>
                  <a:lnTo>
                    <a:pt x="892" y="8208"/>
                  </a:lnTo>
                  <a:cubicBezTo>
                    <a:pt x="974" y="8165"/>
                    <a:pt x="1064" y="8146"/>
                    <a:pt x="1159" y="8146"/>
                  </a:cubicBezTo>
                  <a:cubicBezTo>
                    <a:pt x="1460" y="8146"/>
                    <a:pt x="1804" y="8338"/>
                    <a:pt x="2034" y="8583"/>
                  </a:cubicBezTo>
                  <a:cubicBezTo>
                    <a:pt x="2356" y="8904"/>
                    <a:pt x="2605" y="9385"/>
                    <a:pt x="2409" y="9724"/>
                  </a:cubicBezTo>
                  <a:cubicBezTo>
                    <a:pt x="2417" y="9730"/>
                    <a:pt x="2418" y="9731"/>
                    <a:pt x="2417" y="9731"/>
                  </a:cubicBezTo>
                  <a:cubicBezTo>
                    <a:pt x="2416" y="9731"/>
                    <a:pt x="2410" y="9728"/>
                    <a:pt x="2409" y="9728"/>
                  </a:cubicBezTo>
                  <a:lnTo>
                    <a:pt x="2409" y="9728"/>
                  </a:lnTo>
                  <a:cubicBezTo>
                    <a:pt x="2405" y="9728"/>
                    <a:pt x="2457" y="9760"/>
                    <a:pt x="2944" y="10046"/>
                  </a:cubicBezTo>
                  <a:cubicBezTo>
                    <a:pt x="3074" y="9821"/>
                    <a:pt x="3345" y="9730"/>
                    <a:pt x="3642" y="9730"/>
                  </a:cubicBezTo>
                  <a:cubicBezTo>
                    <a:pt x="3794" y="9730"/>
                    <a:pt x="3953" y="9754"/>
                    <a:pt x="4104" y="9796"/>
                  </a:cubicBezTo>
                  <a:cubicBezTo>
                    <a:pt x="4532" y="9903"/>
                    <a:pt x="5014" y="10206"/>
                    <a:pt x="5014" y="10617"/>
                  </a:cubicBezTo>
                  <a:lnTo>
                    <a:pt x="5621" y="10617"/>
                  </a:lnTo>
                  <a:cubicBezTo>
                    <a:pt x="5621" y="10206"/>
                    <a:pt x="6103" y="9903"/>
                    <a:pt x="6531" y="9796"/>
                  </a:cubicBezTo>
                  <a:cubicBezTo>
                    <a:pt x="6678" y="9753"/>
                    <a:pt x="6837" y="9729"/>
                    <a:pt x="6991" y="9729"/>
                  </a:cubicBezTo>
                  <a:cubicBezTo>
                    <a:pt x="7286" y="9729"/>
                    <a:pt x="7562" y="9817"/>
                    <a:pt x="7691" y="10028"/>
                  </a:cubicBezTo>
                  <a:lnTo>
                    <a:pt x="7691" y="10041"/>
                  </a:lnTo>
                  <a:lnTo>
                    <a:pt x="7691" y="10041"/>
                  </a:lnTo>
                  <a:cubicBezTo>
                    <a:pt x="7695" y="10037"/>
                    <a:pt x="7769" y="9992"/>
                    <a:pt x="8226" y="9724"/>
                  </a:cubicBezTo>
                  <a:cubicBezTo>
                    <a:pt x="8030" y="9385"/>
                    <a:pt x="8279" y="8904"/>
                    <a:pt x="8583" y="8583"/>
                  </a:cubicBezTo>
                  <a:cubicBezTo>
                    <a:pt x="8827" y="8338"/>
                    <a:pt x="9164" y="8146"/>
                    <a:pt x="9460" y="8146"/>
                  </a:cubicBezTo>
                  <a:cubicBezTo>
                    <a:pt x="9554" y="8146"/>
                    <a:pt x="9643" y="8165"/>
                    <a:pt x="9725" y="8208"/>
                  </a:cubicBezTo>
                  <a:lnTo>
                    <a:pt x="9725" y="8226"/>
                  </a:lnTo>
                  <a:cubicBezTo>
                    <a:pt x="9729" y="8219"/>
                    <a:pt x="9731" y="8217"/>
                    <a:pt x="9731" y="8217"/>
                  </a:cubicBezTo>
                  <a:lnTo>
                    <a:pt x="9731" y="8217"/>
                  </a:lnTo>
                  <a:cubicBezTo>
                    <a:pt x="9732" y="8217"/>
                    <a:pt x="9728" y="8225"/>
                    <a:pt x="9729" y="8225"/>
                  </a:cubicBezTo>
                  <a:cubicBezTo>
                    <a:pt x="9730" y="8225"/>
                    <a:pt x="9766" y="8162"/>
                    <a:pt x="10046" y="7673"/>
                  </a:cubicBezTo>
                  <a:lnTo>
                    <a:pt x="10028" y="7673"/>
                  </a:lnTo>
                  <a:cubicBezTo>
                    <a:pt x="9707" y="7494"/>
                    <a:pt x="9671" y="6941"/>
                    <a:pt x="9778" y="6513"/>
                  </a:cubicBezTo>
                  <a:cubicBezTo>
                    <a:pt x="9903" y="6085"/>
                    <a:pt x="10206" y="5621"/>
                    <a:pt x="10599" y="5621"/>
                  </a:cubicBezTo>
                  <a:lnTo>
                    <a:pt x="10617" y="5621"/>
                  </a:lnTo>
                  <a:lnTo>
                    <a:pt x="10617" y="4996"/>
                  </a:lnTo>
                  <a:cubicBezTo>
                    <a:pt x="10224" y="4996"/>
                    <a:pt x="9921" y="4532"/>
                    <a:pt x="9796" y="4086"/>
                  </a:cubicBezTo>
                  <a:cubicBezTo>
                    <a:pt x="9689" y="3658"/>
                    <a:pt x="9707" y="3123"/>
                    <a:pt x="10046" y="2926"/>
                  </a:cubicBezTo>
                  <a:cubicBezTo>
                    <a:pt x="10044" y="2920"/>
                    <a:pt x="10044" y="2918"/>
                    <a:pt x="10045" y="2918"/>
                  </a:cubicBezTo>
                  <a:lnTo>
                    <a:pt x="10045" y="2918"/>
                  </a:lnTo>
                  <a:cubicBezTo>
                    <a:pt x="10047" y="2918"/>
                    <a:pt x="10054" y="2927"/>
                    <a:pt x="10055" y="2927"/>
                  </a:cubicBezTo>
                  <a:cubicBezTo>
                    <a:pt x="10057" y="2927"/>
                    <a:pt x="10019" y="2863"/>
                    <a:pt x="9742" y="2391"/>
                  </a:cubicBezTo>
                  <a:cubicBezTo>
                    <a:pt x="9659" y="2440"/>
                    <a:pt x="9565" y="2461"/>
                    <a:pt x="9467" y="2461"/>
                  </a:cubicBezTo>
                  <a:cubicBezTo>
                    <a:pt x="9169" y="2461"/>
                    <a:pt x="8829" y="2263"/>
                    <a:pt x="8601" y="2034"/>
                  </a:cubicBezTo>
                  <a:cubicBezTo>
                    <a:pt x="8279" y="1713"/>
                    <a:pt x="8030" y="1231"/>
                    <a:pt x="8226" y="892"/>
                  </a:cubicBezTo>
                  <a:lnTo>
                    <a:pt x="8226" y="884"/>
                  </a:lnTo>
                  <a:lnTo>
                    <a:pt x="8226" y="884"/>
                  </a:lnTo>
                  <a:cubicBezTo>
                    <a:pt x="8226" y="884"/>
                    <a:pt x="8226" y="884"/>
                    <a:pt x="8226" y="884"/>
                  </a:cubicBezTo>
                  <a:cubicBezTo>
                    <a:pt x="8226" y="884"/>
                    <a:pt x="8226" y="883"/>
                    <a:pt x="8226" y="883"/>
                  </a:cubicBezTo>
                  <a:lnTo>
                    <a:pt x="8226" y="883"/>
                  </a:lnTo>
                  <a:lnTo>
                    <a:pt x="8226" y="884"/>
                  </a:lnTo>
                  <a:lnTo>
                    <a:pt x="8226" y="884"/>
                  </a:lnTo>
                  <a:cubicBezTo>
                    <a:pt x="8222" y="883"/>
                    <a:pt x="8148" y="839"/>
                    <a:pt x="7691" y="571"/>
                  </a:cubicBezTo>
                  <a:cubicBezTo>
                    <a:pt x="7561" y="795"/>
                    <a:pt x="7283" y="879"/>
                    <a:pt x="6985" y="879"/>
                  </a:cubicBezTo>
                  <a:cubicBezTo>
                    <a:pt x="6833" y="879"/>
                    <a:pt x="6676" y="857"/>
                    <a:pt x="6531" y="821"/>
                  </a:cubicBezTo>
                  <a:cubicBezTo>
                    <a:pt x="6103" y="714"/>
                    <a:pt x="5621" y="393"/>
                    <a:pt x="5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18"/>
            <p:cNvSpPr/>
            <p:nvPr/>
          </p:nvSpPr>
          <p:spPr>
            <a:xfrm>
              <a:off x="7141332" y="4102119"/>
              <a:ext cx="60216" cy="60216"/>
            </a:xfrm>
            <a:custGeom>
              <a:rect b="b" l="l" r="r" t="t"/>
              <a:pathLst>
                <a:path extrusionOk="0" h="1875" w="1875">
                  <a:moveTo>
                    <a:pt x="928" y="625"/>
                  </a:moveTo>
                  <a:cubicBezTo>
                    <a:pt x="1107" y="625"/>
                    <a:pt x="1250" y="768"/>
                    <a:pt x="1250" y="946"/>
                  </a:cubicBezTo>
                  <a:cubicBezTo>
                    <a:pt x="1250" y="1107"/>
                    <a:pt x="1107" y="1250"/>
                    <a:pt x="928" y="1250"/>
                  </a:cubicBezTo>
                  <a:cubicBezTo>
                    <a:pt x="768" y="1250"/>
                    <a:pt x="625" y="1107"/>
                    <a:pt x="625" y="946"/>
                  </a:cubicBezTo>
                  <a:cubicBezTo>
                    <a:pt x="625" y="768"/>
                    <a:pt x="768" y="625"/>
                    <a:pt x="928" y="625"/>
                  </a:cubicBezTo>
                  <a:close/>
                  <a:moveTo>
                    <a:pt x="928" y="1"/>
                  </a:moveTo>
                  <a:cubicBezTo>
                    <a:pt x="411" y="1"/>
                    <a:pt x="1" y="429"/>
                    <a:pt x="1" y="946"/>
                  </a:cubicBezTo>
                  <a:cubicBezTo>
                    <a:pt x="1" y="1464"/>
                    <a:pt x="411" y="1874"/>
                    <a:pt x="928" y="1874"/>
                  </a:cubicBezTo>
                  <a:cubicBezTo>
                    <a:pt x="1446" y="1874"/>
                    <a:pt x="1874" y="1464"/>
                    <a:pt x="1874" y="946"/>
                  </a:cubicBezTo>
                  <a:cubicBezTo>
                    <a:pt x="1874" y="429"/>
                    <a:pt x="1446" y="1"/>
                    <a:pt x="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 name="Google Shape;1589;p118"/>
          <p:cNvSpPr/>
          <p:nvPr/>
        </p:nvSpPr>
        <p:spPr>
          <a:xfrm>
            <a:off x="1274150" y="1825350"/>
            <a:ext cx="210236" cy="325756"/>
          </a:xfrm>
          <a:custGeom>
            <a:rect b="b" l="l" r="r" t="t"/>
            <a:pathLst>
              <a:path extrusionOk="0" h="10617" w="6852">
                <a:moveTo>
                  <a:pt x="3729" y="625"/>
                </a:moveTo>
                <a:lnTo>
                  <a:pt x="3729" y="1910"/>
                </a:lnTo>
                <a:lnTo>
                  <a:pt x="4050" y="1910"/>
                </a:lnTo>
                <a:cubicBezTo>
                  <a:pt x="4211" y="1910"/>
                  <a:pt x="4354" y="2052"/>
                  <a:pt x="4354" y="2231"/>
                </a:cubicBezTo>
                <a:lnTo>
                  <a:pt x="4354" y="3159"/>
                </a:lnTo>
                <a:lnTo>
                  <a:pt x="3729" y="3159"/>
                </a:lnTo>
                <a:lnTo>
                  <a:pt x="3729" y="3783"/>
                </a:lnTo>
                <a:lnTo>
                  <a:pt x="4354" y="3783"/>
                </a:lnTo>
                <a:lnTo>
                  <a:pt x="4354" y="5639"/>
                </a:lnTo>
                <a:lnTo>
                  <a:pt x="3729" y="5639"/>
                </a:lnTo>
                <a:lnTo>
                  <a:pt x="3729" y="6263"/>
                </a:lnTo>
                <a:lnTo>
                  <a:pt x="4354" y="6263"/>
                </a:lnTo>
                <a:lnTo>
                  <a:pt x="4354" y="9939"/>
                </a:lnTo>
                <a:cubicBezTo>
                  <a:pt x="3997" y="9814"/>
                  <a:pt x="3729" y="9475"/>
                  <a:pt x="3729" y="9065"/>
                </a:cubicBezTo>
                <a:lnTo>
                  <a:pt x="3729" y="6888"/>
                </a:lnTo>
                <a:lnTo>
                  <a:pt x="2801" y="6888"/>
                </a:lnTo>
                <a:cubicBezTo>
                  <a:pt x="2284" y="6888"/>
                  <a:pt x="1874" y="7316"/>
                  <a:pt x="1874" y="7816"/>
                </a:cubicBezTo>
                <a:lnTo>
                  <a:pt x="1874" y="8440"/>
                </a:lnTo>
                <a:cubicBezTo>
                  <a:pt x="1874" y="8850"/>
                  <a:pt x="1606" y="9189"/>
                  <a:pt x="1249" y="9332"/>
                </a:cubicBezTo>
                <a:lnTo>
                  <a:pt x="1249" y="7209"/>
                </a:lnTo>
                <a:cubicBezTo>
                  <a:pt x="1249" y="6691"/>
                  <a:pt x="1659" y="6263"/>
                  <a:pt x="2177" y="6263"/>
                </a:cubicBezTo>
                <a:lnTo>
                  <a:pt x="2498" y="6263"/>
                </a:lnTo>
                <a:lnTo>
                  <a:pt x="2498" y="5032"/>
                </a:lnTo>
                <a:lnTo>
                  <a:pt x="3729" y="5032"/>
                </a:lnTo>
                <a:lnTo>
                  <a:pt x="3729" y="4408"/>
                </a:lnTo>
                <a:lnTo>
                  <a:pt x="2498" y="4408"/>
                </a:lnTo>
                <a:lnTo>
                  <a:pt x="2498" y="3159"/>
                </a:lnTo>
                <a:lnTo>
                  <a:pt x="3105" y="3159"/>
                </a:lnTo>
                <a:lnTo>
                  <a:pt x="3105" y="2534"/>
                </a:lnTo>
                <a:lnTo>
                  <a:pt x="2498" y="2534"/>
                </a:lnTo>
                <a:lnTo>
                  <a:pt x="2498" y="2231"/>
                </a:lnTo>
                <a:cubicBezTo>
                  <a:pt x="2498" y="2052"/>
                  <a:pt x="2623" y="1910"/>
                  <a:pt x="2801" y="1910"/>
                </a:cubicBezTo>
                <a:lnTo>
                  <a:pt x="3105" y="1910"/>
                </a:lnTo>
                <a:lnTo>
                  <a:pt x="3105" y="625"/>
                </a:lnTo>
                <a:close/>
                <a:moveTo>
                  <a:pt x="2498" y="1"/>
                </a:moveTo>
                <a:lnTo>
                  <a:pt x="2498" y="1339"/>
                </a:lnTo>
                <a:cubicBezTo>
                  <a:pt x="2123" y="1481"/>
                  <a:pt x="1874" y="1820"/>
                  <a:pt x="1874" y="2231"/>
                </a:cubicBezTo>
                <a:lnTo>
                  <a:pt x="1874" y="2534"/>
                </a:lnTo>
                <a:lnTo>
                  <a:pt x="1552" y="2534"/>
                </a:lnTo>
                <a:cubicBezTo>
                  <a:pt x="1035" y="2534"/>
                  <a:pt x="625" y="2962"/>
                  <a:pt x="625" y="3462"/>
                </a:cubicBezTo>
                <a:lnTo>
                  <a:pt x="625" y="4086"/>
                </a:lnTo>
                <a:cubicBezTo>
                  <a:pt x="625" y="4265"/>
                  <a:pt x="482" y="4408"/>
                  <a:pt x="321" y="4408"/>
                </a:cubicBezTo>
                <a:lnTo>
                  <a:pt x="0" y="4408"/>
                </a:lnTo>
                <a:lnTo>
                  <a:pt x="0" y="5032"/>
                </a:lnTo>
                <a:lnTo>
                  <a:pt x="321" y="5032"/>
                </a:lnTo>
                <a:cubicBezTo>
                  <a:pt x="821" y="5032"/>
                  <a:pt x="1249" y="4604"/>
                  <a:pt x="1249" y="4086"/>
                </a:cubicBezTo>
                <a:lnTo>
                  <a:pt x="1249" y="3462"/>
                </a:lnTo>
                <a:cubicBezTo>
                  <a:pt x="1249" y="3301"/>
                  <a:pt x="1392" y="3159"/>
                  <a:pt x="1552" y="3159"/>
                </a:cubicBezTo>
                <a:lnTo>
                  <a:pt x="1874" y="3159"/>
                </a:lnTo>
                <a:lnTo>
                  <a:pt x="1874" y="5674"/>
                </a:lnTo>
                <a:cubicBezTo>
                  <a:pt x="1160" y="5817"/>
                  <a:pt x="625" y="6442"/>
                  <a:pt x="625" y="7209"/>
                </a:cubicBezTo>
                <a:lnTo>
                  <a:pt x="625" y="8137"/>
                </a:lnTo>
                <a:lnTo>
                  <a:pt x="0" y="8137"/>
                </a:lnTo>
                <a:lnTo>
                  <a:pt x="0" y="8761"/>
                </a:lnTo>
                <a:lnTo>
                  <a:pt x="625" y="8761"/>
                </a:lnTo>
                <a:lnTo>
                  <a:pt x="625" y="9992"/>
                </a:lnTo>
                <a:lnTo>
                  <a:pt x="928" y="9992"/>
                </a:lnTo>
                <a:cubicBezTo>
                  <a:pt x="1784" y="9992"/>
                  <a:pt x="2498" y="9297"/>
                  <a:pt x="2498" y="8440"/>
                </a:cubicBezTo>
                <a:lnTo>
                  <a:pt x="2498" y="7816"/>
                </a:lnTo>
                <a:cubicBezTo>
                  <a:pt x="2498" y="7655"/>
                  <a:pt x="2623" y="7512"/>
                  <a:pt x="2801" y="7512"/>
                </a:cubicBezTo>
                <a:lnTo>
                  <a:pt x="3105" y="7512"/>
                </a:lnTo>
                <a:lnTo>
                  <a:pt x="3105" y="9065"/>
                </a:lnTo>
                <a:cubicBezTo>
                  <a:pt x="3105" y="9921"/>
                  <a:pt x="3801" y="10617"/>
                  <a:pt x="4675" y="10617"/>
                </a:cubicBezTo>
                <a:lnTo>
                  <a:pt x="4978" y="10617"/>
                </a:lnTo>
                <a:lnTo>
                  <a:pt x="4978" y="6263"/>
                </a:lnTo>
                <a:lnTo>
                  <a:pt x="5282" y="6263"/>
                </a:lnTo>
                <a:cubicBezTo>
                  <a:pt x="5460" y="6263"/>
                  <a:pt x="5603" y="6406"/>
                  <a:pt x="5603" y="6584"/>
                </a:cubicBezTo>
                <a:lnTo>
                  <a:pt x="5603" y="7209"/>
                </a:lnTo>
                <a:cubicBezTo>
                  <a:pt x="5603" y="7709"/>
                  <a:pt x="6013" y="8137"/>
                  <a:pt x="6531" y="8137"/>
                </a:cubicBezTo>
                <a:lnTo>
                  <a:pt x="6852" y="8137"/>
                </a:lnTo>
                <a:lnTo>
                  <a:pt x="6852" y="7512"/>
                </a:lnTo>
                <a:lnTo>
                  <a:pt x="6531" y="7512"/>
                </a:lnTo>
                <a:cubicBezTo>
                  <a:pt x="6370" y="7512"/>
                  <a:pt x="6227" y="7370"/>
                  <a:pt x="6227" y="7209"/>
                </a:cubicBezTo>
                <a:lnTo>
                  <a:pt x="6227" y="6584"/>
                </a:lnTo>
                <a:cubicBezTo>
                  <a:pt x="6227" y="6067"/>
                  <a:pt x="5799" y="5639"/>
                  <a:pt x="5282" y="5639"/>
                </a:cubicBezTo>
                <a:lnTo>
                  <a:pt x="4978" y="5639"/>
                </a:lnTo>
                <a:lnTo>
                  <a:pt x="4978" y="3783"/>
                </a:lnTo>
                <a:lnTo>
                  <a:pt x="5282" y="3783"/>
                </a:lnTo>
                <a:cubicBezTo>
                  <a:pt x="5460" y="3783"/>
                  <a:pt x="5603" y="3926"/>
                  <a:pt x="5603" y="4086"/>
                </a:cubicBezTo>
                <a:lnTo>
                  <a:pt x="5603" y="5032"/>
                </a:lnTo>
                <a:lnTo>
                  <a:pt x="6227" y="5032"/>
                </a:lnTo>
                <a:lnTo>
                  <a:pt x="6227" y="4086"/>
                </a:lnTo>
                <a:cubicBezTo>
                  <a:pt x="6227" y="3569"/>
                  <a:pt x="5799" y="3159"/>
                  <a:pt x="5282" y="3159"/>
                </a:cubicBezTo>
                <a:lnTo>
                  <a:pt x="4978" y="3159"/>
                </a:lnTo>
                <a:lnTo>
                  <a:pt x="4978" y="2231"/>
                </a:lnTo>
                <a:cubicBezTo>
                  <a:pt x="4978" y="1820"/>
                  <a:pt x="4711" y="1481"/>
                  <a:pt x="4354" y="1339"/>
                </a:cubicBezTo>
                <a:lnTo>
                  <a:pt x="4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 name="Google Shape;1590;p118"/>
          <p:cNvGrpSpPr/>
          <p:nvPr/>
        </p:nvGrpSpPr>
        <p:grpSpPr>
          <a:xfrm>
            <a:off x="7640594" y="3920541"/>
            <a:ext cx="248560" cy="325758"/>
            <a:chOff x="7783696" y="3961744"/>
            <a:chExt cx="260164" cy="340965"/>
          </a:xfrm>
        </p:grpSpPr>
        <p:sp>
          <p:nvSpPr>
            <p:cNvPr id="1591" name="Google Shape;1591;p118"/>
            <p:cNvSpPr/>
            <p:nvPr/>
          </p:nvSpPr>
          <p:spPr>
            <a:xfrm>
              <a:off x="7783696" y="3961744"/>
              <a:ext cx="260164" cy="340965"/>
            </a:xfrm>
            <a:custGeom>
              <a:rect b="b" l="l" r="r" t="t"/>
              <a:pathLst>
                <a:path extrusionOk="0" h="10617" w="8101">
                  <a:moveTo>
                    <a:pt x="4675" y="625"/>
                  </a:moveTo>
                  <a:cubicBezTo>
                    <a:pt x="5192" y="625"/>
                    <a:pt x="5603" y="1035"/>
                    <a:pt x="5603" y="1553"/>
                  </a:cubicBezTo>
                  <a:lnTo>
                    <a:pt x="5603" y="1856"/>
                  </a:lnTo>
                  <a:lnTo>
                    <a:pt x="5924" y="1856"/>
                  </a:lnTo>
                  <a:cubicBezTo>
                    <a:pt x="6424" y="1856"/>
                    <a:pt x="6852" y="2284"/>
                    <a:pt x="6852" y="2802"/>
                  </a:cubicBezTo>
                  <a:cubicBezTo>
                    <a:pt x="6852" y="2819"/>
                    <a:pt x="6852" y="2819"/>
                    <a:pt x="6816" y="3123"/>
                  </a:cubicBezTo>
                  <a:lnTo>
                    <a:pt x="6995" y="3230"/>
                  </a:lnTo>
                  <a:cubicBezTo>
                    <a:pt x="7280" y="3390"/>
                    <a:pt x="7476" y="3712"/>
                    <a:pt x="7476" y="4033"/>
                  </a:cubicBezTo>
                  <a:cubicBezTo>
                    <a:pt x="7476" y="4372"/>
                    <a:pt x="7280" y="4675"/>
                    <a:pt x="6995" y="4853"/>
                  </a:cubicBezTo>
                  <a:lnTo>
                    <a:pt x="6816" y="4960"/>
                  </a:lnTo>
                  <a:cubicBezTo>
                    <a:pt x="6852" y="5264"/>
                    <a:pt x="6852" y="5264"/>
                    <a:pt x="6852" y="5282"/>
                  </a:cubicBezTo>
                  <a:cubicBezTo>
                    <a:pt x="6852" y="5531"/>
                    <a:pt x="6763" y="5746"/>
                    <a:pt x="6584" y="5924"/>
                  </a:cubicBezTo>
                  <a:cubicBezTo>
                    <a:pt x="5960" y="6584"/>
                    <a:pt x="5603" y="7494"/>
                    <a:pt x="5603" y="8440"/>
                  </a:cubicBezTo>
                  <a:cubicBezTo>
                    <a:pt x="5603" y="8939"/>
                    <a:pt x="5353" y="9403"/>
                    <a:pt x="4978" y="9671"/>
                  </a:cubicBezTo>
                  <a:lnTo>
                    <a:pt x="4978" y="7512"/>
                  </a:lnTo>
                  <a:lnTo>
                    <a:pt x="4354" y="7512"/>
                  </a:lnTo>
                  <a:lnTo>
                    <a:pt x="4354" y="9689"/>
                  </a:lnTo>
                  <a:cubicBezTo>
                    <a:pt x="4354" y="9849"/>
                    <a:pt x="4229" y="9992"/>
                    <a:pt x="4051" y="9992"/>
                  </a:cubicBezTo>
                  <a:cubicBezTo>
                    <a:pt x="3872" y="9992"/>
                    <a:pt x="3747" y="9849"/>
                    <a:pt x="3747" y="9689"/>
                  </a:cubicBezTo>
                  <a:lnTo>
                    <a:pt x="3747" y="7512"/>
                  </a:lnTo>
                  <a:lnTo>
                    <a:pt x="3123" y="7512"/>
                  </a:lnTo>
                  <a:lnTo>
                    <a:pt x="3123" y="9671"/>
                  </a:lnTo>
                  <a:cubicBezTo>
                    <a:pt x="2748" y="9403"/>
                    <a:pt x="2498" y="8939"/>
                    <a:pt x="2498" y="8440"/>
                  </a:cubicBezTo>
                  <a:cubicBezTo>
                    <a:pt x="2498" y="7494"/>
                    <a:pt x="2141" y="6584"/>
                    <a:pt x="1517" y="5924"/>
                  </a:cubicBezTo>
                  <a:cubicBezTo>
                    <a:pt x="1338" y="5746"/>
                    <a:pt x="1249" y="5531"/>
                    <a:pt x="1249" y="5282"/>
                  </a:cubicBezTo>
                  <a:cubicBezTo>
                    <a:pt x="1249" y="5264"/>
                    <a:pt x="1249" y="5282"/>
                    <a:pt x="1285" y="4960"/>
                  </a:cubicBezTo>
                  <a:lnTo>
                    <a:pt x="1107" y="4853"/>
                  </a:lnTo>
                  <a:cubicBezTo>
                    <a:pt x="821" y="4675"/>
                    <a:pt x="625" y="4372"/>
                    <a:pt x="625" y="4033"/>
                  </a:cubicBezTo>
                  <a:cubicBezTo>
                    <a:pt x="625" y="3712"/>
                    <a:pt x="821" y="3390"/>
                    <a:pt x="1107" y="3230"/>
                  </a:cubicBezTo>
                  <a:lnTo>
                    <a:pt x="1285" y="3123"/>
                  </a:lnTo>
                  <a:cubicBezTo>
                    <a:pt x="1249" y="2802"/>
                    <a:pt x="1249" y="2819"/>
                    <a:pt x="1249" y="2802"/>
                  </a:cubicBezTo>
                  <a:cubicBezTo>
                    <a:pt x="1249" y="2284"/>
                    <a:pt x="1677" y="1856"/>
                    <a:pt x="2177" y="1856"/>
                  </a:cubicBezTo>
                  <a:lnTo>
                    <a:pt x="2498" y="1856"/>
                  </a:lnTo>
                  <a:lnTo>
                    <a:pt x="2498" y="1553"/>
                  </a:lnTo>
                  <a:cubicBezTo>
                    <a:pt x="2498" y="1035"/>
                    <a:pt x="2909" y="625"/>
                    <a:pt x="3426" y="625"/>
                  </a:cubicBezTo>
                  <a:cubicBezTo>
                    <a:pt x="3587" y="625"/>
                    <a:pt x="3747" y="660"/>
                    <a:pt x="3890" y="750"/>
                  </a:cubicBezTo>
                  <a:lnTo>
                    <a:pt x="4051" y="839"/>
                  </a:lnTo>
                  <a:lnTo>
                    <a:pt x="4211" y="750"/>
                  </a:lnTo>
                  <a:cubicBezTo>
                    <a:pt x="4354" y="660"/>
                    <a:pt x="4514" y="625"/>
                    <a:pt x="4675" y="625"/>
                  </a:cubicBezTo>
                  <a:close/>
                  <a:moveTo>
                    <a:pt x="3426" y="0"/>
                  </a:moveTo>
                  <a:cubicBezTo>
                    <a:pt x="2677" y="0"/>
                    <a:pt x="2034" y="553"/>
                    <a:pt x="1892" y="1267"/>
                  </a:cubicBezTo>
                  <a:cubicBezTo>
                    <a:pt x="1178" y="1410"/>
                    <a:pt x="625" y="2034"/>
                    <a:pt x="625" y="2802"/>
                  </a:cubicBezTo>
                  <a:cubicBezTo>
                    <a:pt x="232" y="3087"/>
                    <a:pt x="0" y="3551"/>
                    <a:pt x="0" y="4033"/>
                  </a:cubicBezTo>
                  <a:cubicBezTo>
                    <a:pt x="0" y="4532"/>
                    <a:pt x="232" y="4978"/>
                    <a:pt x="625" y="5282"/>
                  </a:cubicBezTo>
                  <a:cubicBezTo>
                    <a:pt x="625" y="5674"/>
                    <a:pt x="767" y="6067"/>
                    <a:pt x="1053" y="6352"/>
                  </a:cubicBezTo>
                  <a:cubicBezTo>
                    <a:pt x="1570" y="6905"/>
                    <a:pt x="1874" y="7655"/>
                    <a:pt x="1874" y="8440"/>
                  </a:cubicBezTo>
                  <a:cubicBezTo>
                    <a:pt x="1874" y="9635"/>
                    <a:pt x="2855" y="10617"/>
                    <a:pt x="4051" y="10617"/>
                  </a:cubicBezTo>
                  <a:cubicBezTo>
                    <a:pt x="5246" y="10617"/>
                    <a:pt x="6227" y="9635"/>
                    <a:pt x="6227" y="8440"/>
                  </a:cubicBezTo>
                  <a:cubicBezTo>
                    <a:pt x="6227" y="7673"/>
                    <a:pt x="6531" y="6887"/>
                    <a:pt x="7048" y="6352"/>
                  </a:cubicBezTo>
                  <a:cubicBezTo>
                    <a:pt x="7334" y="6067"/>
                    <a:pt x="7476" y="5674"/>
                    <a:pt x="7476" y="5282"/>
                  </a:cubicBezTo>
                  <a:cubicBezTo>
                    <a:pt x="7851" y="4978"/>
                    <a:pt x="8101" y="4532"/>
                    <a:pt x="8101" y="4033"/>
                  </a:cubicBezTo>
                  <a:cubicBezTo>
                    <a:pt x="8101" y="3551"/>
                    <a:pt x="7851" y="3087"/>
                    <a:pt x="7476" y="2802"/>
                  </a:cubicBezTo>
                  <a:cubicBezTo>
                    <a:pt x="7476" y="2034"/>
                    <a:pt x="6923" y="1410"/>
                    <a:pt x="6210" y="1267"/>
                  </a:cubicBezTo>
                  <a:cubicBezTo>
                    <a:pt x="6067" y="553"/>
                    <a:pt x="5424" y="0"/>
                    <a:pt x="4675" y="0"/>
                  </a:cubicBezTo>
                  <a:cubicBezTo>
                    <a:pt x="4461" y="0"/>
                    <a:pt x="4247" y="36"/>
                    <a:pt x="4051" y="125"/>
                  </a:cubicBezTo>
                  <a:cubicBezTo>
                    <a:pt x="3854" y="36"/>
                    <a:pt x="3640" y="0"/>
                    <a:pt x="3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18"/>
            <p:cNvSpPr/>
            <p:nvPr/>
          </p:nvSpPr>
          <p:spPr>
            <a:xfrm>
              <a:off x="7926383" y="4104431"/>
              <a:ext cx="54467" cy="53889"/>
            </a:xfrm>
            <a:custGeom>
              <a:rect b="b" l="l" r="r" t="t"/>
              <a:pathLst>
                <a:path extrusionOk="0" h="1678" w="1696">
                  <a:moveTo>
                    <a:pt x="1249" y="0"/>
                  </a:moveTo>
                  <a:lnTo>
                    <a:pt x="0" y="1249"/>
                  </a:lnTo>
                  <a:lnTo>
                    <a:pt x="446" y="1677"/>
                  </a:lnTo>
                  <a:lnTo>
                    <a:pt x="1695" y="446"/>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18"/>
            <p:cNvSpPr/>
            <p:nvPr/>
          </p:nvSpPr>
          <p:spPr>
            <a:xfrm>
              <a:off x="7926383" y="4044247"/>
              <a:ext cx="54467" cy="54467"/>
            </a:xfrm>
            <a:custGeom>
              <a:rect b="b" l="l" r="r" t="t"/>
              <a:pathLst>
                <a:path extrusionOk="0" h="1696" w="1696">
                  <a:moveTo>
                    <a:pt x="1249" y="1"/>
                  </a:moveTo>
                  <a:lnTo>
                    <a:pt x="0" y="1250"/>
                  </a:lnTo>
                  <a:lnTo>
                    <a:pt x="446" y="1696"/>
                  </a:lnTo>
                  <a:lnTo>
                    <a:pt x="1695" y="447"/>
                  </a:lnTo>
                  <a:lnTo>
                    <a:pt x="12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18"/>
            <p:cNvSpPr/>
            <p:nvPr/>
          </p:nvSpPr>
          <p:spPr>
            <a:xfrm>
              <a:off x="7846705" y="4104431"/>
              <a:ext cx="53921" cy="53889"/>
            </a:xfrm>
            <a:custGeom>
              <a:rect b="b" l="l" r="r" t="t"/>
              <a:pathLst>
                <a:path extrusionOk="0" h="1678" w="1679">
                  <a:moveTo>
                    <a:pt x="447" y="0"/>
                  </a:moveTo>
                  <a:lnTo>
                    <a:pt x="1" y="446"/>
                  </a:lnTo>
                  <a:lnTo>
                    <a:pt x="1250" y="1677"/>
                  </a:lnTo>
                  <a:lnTo>
                    <a:pt x="1678" y="1249"/>
                  </a:lnTo>
                  <a:lnTo>
                    <a:pt x="4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18"/>
            <p:cNvSpPr/>
            <p:nvPr/>
          </p:nvSpPr>
          <p:spPr>
            <a:xfrm>
              <a:off x="7846705" y="4044247"/>
              <a:ext cx="53921" cy="54467"/>
            </a:xfrm>
            <a:custGeom>
              <a:rect b="b" l="l" r="r" t="t"/>
              <a:pathLst>
                <a:path extrusionOk="0" h="1696" w="1679">
                  <a:moveTo>
                    <a:pt x="447" y="1"/>
                  </a:moveTo>
                  <a:lnTo>
                    <a:pt x="1" y="447"/>
                  </a:lnTo>
                  <a:lnTo>
                    <a:pt x="1250" y="1696"/>
                  </a:lnTo>
                  <a:lnTo>
                    <a:pt x="1678" y="1250"/>
                  </a:lnTo>
                  <a:lnTo>
                    <a:pt x="4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 name="Google Shape;1596;p118"/>
          <p:cNvSpPr/>
          <p:nvPr/>
        </p:nvSpPr>
        <p:spPr>
          <a:xfrm>
            <a:off x="6182510" y="3949411"/>
            <a:ext cx="325756" cy="267214"/>
          </a:xfrm>
          <a:custGeom>
            <a:rect b="b" l="l" r="r" t="t"/>
            <a:pathLst>
              <a:path extrusionOk="0" h="8709" w="10617">
                <a:moveTo>
                  <a:pt x="9047" y="1018"/>
                </a:moveTo>
                <a:lnTo>
                  <a:pt x="9368" y="1642"/>
                </a:lnTo>
                <a:lnTo>
                  <a:pt x="9368" y="1874"/>
                </a:lnTo>
                <a:lnTo>
                  <a:pt x="8743" y="1874"/>
                </a:lnTo>
                <a:lnTo>
                  <a:pt x="8743" y="1642"/>
                </a:lnTo>
                <a:lnTo>
                  <a:pt x="9047" y="1018"/>
                </a:lnTo>
                <a:close/>
                <a:moveTo>
                  <a:pt x="5317" y="2499"/>
                </a:moveTo>
                <a:cubicBezTo>
                  <a:pt x="5496" y="2499"/>
                  <a:pt x="5621" y="2642"/>
                  <a:pt x="5621" y="2802"/>
                </a:cubicBezTo>
                <a:cubicBezTo>
                  <a:pt x="5621" y="2981"/>
                  <a:pt x="5496" y="3123"/>
                  <a:pt x="5317" y="3123"/>
                </a:cubicBezTo>
                <a:cubicBezTo>
                  <a:pt x="5139" y="3123"/>
                  <a:pt x="5014" y="2981"/>
                  <a:pt x="5014" y="2802"/>
                </a:cubicBezTo>
                <a:cubicBezTo>
                  <a:pt x="5014" y="2642"/>
                  <a:pt x="5139" y="2499"/>
                  <a:pt x="5317" y="2499"/>
                </a:cubicBezTo>
                <a:close/>
                <a:moveTo>
                  <a:pt x="9368" y="2499"/>
                </a:moveTo>
                <a:lnTo>
                  <a:pt x="9368" y="3123"/>
                </a:lnTo>
                <a:lnTo>
                  <a:pt x="8743" y="3123"/>
                </a:lnTo>
                <a:lnTo>
                  <a:pt x="8743" y="2499"/>
                </a:lnTo>
                <a:close/>
                <a:moveTo>
                  <a:pt x="5317" y="3730"/>
                </a:moveTo>
                <a:cubicBezTo>
                  <a:pt x="6531" y="3730"/>
                  <a:pt x="7566" y="4515"/>
                  <a:pt x="7958" y="5603"/>
                </a:cubicBezTo>
                <a:lnTo>
                  <a:pt x="6388" y="5603"/>
                </a:lnTo>
                <a:cubicBezTo>
                  <a:pt x="6174" y="5229"/>
                  <a:pt x="5781" y="4979"/>
                  <a:pt x="5317" y="4979"/>
                </a:cubicBezTo>
                <a:cubicBezTo>
                  <a:pt x="4853" y="4979"/>
                  <a:pt x="4461" y="5229"/>
                  <a:pt x="4247" y="5603"/>
                </a:cubicBezTo>
                <a:lnTo>
                  <a:pt x="2677" y="5603"/>
                </a:lnTo>
                <a:cubicBezTo>
                  <a:pt x="3069" y="4515"/>
                  <a:pt x="4104" y="3730"/>
                  <a:pt x="5317" y="3730"/>
                </a:cubicBezTo>
                <a:close/>
                <a:moveTo>
                  <a:pt x="4068" y="6228"/>
                </a:moveTo>
                <a:cubicBezTo>
                  <a:pt x="4068" y="6460"/>
                  <a:pt x="4140" y="6674"/>
                  <a:pt x="4247" y="6852"/>
                </a:cubicBezTo>
                <a:lnTo>
                  <a:pt x="2516" y="6852"/>
                </a:lnTo>
                <a:lnTo>
                  <a:pt x="2516" y="6531"/>
                </a:lnTo>
                <a:cubicBezTo>
                  <a:pt x="2516" y="6424"/>
                  <a:pt x="2516" y="6335"/>
                  <a:pt x="2534" y="6228"/>
                </a:cubicBezTo>
                <a:close/>
                <a:moveTo>
                  <a:pt x="5317" y="5603"/>
                </a:moveTo>
                <a:cubicBezTo>
                  <a:pt x="5656" y="5603"/>
                  <a:pt x="5942" y="5889"/>
                  <a:pt x="5942" y="6228"/>
                </a:cubicBezTo>
                <a:cubicBezTo>
                  <a:pt x="5942" y="6567"/>
                  <a:pt x="5656" y="6852"/>
                  <a:pt x="5317" y="6852"/>
                </a:cubicBezTo>
                <a:cubicBezTo>
                  <a:pt x="4978" y="6852"/>
                  <a:pt x="4693" y="6567"/>
                  <a:pt x="4693" y="6228"/>
                </a:cubicBezTo>
                <a:cubicBezTo>
                  <a:pt x="4693" y="5889"/>
                  <a:pt x="4978" y="5603"/>
                  <a:pt x="5317" y="5603"/>
                </a:cubicBezTo>
                <a:close/>
                <a:moveTo>
                  <a:pt x="8101" y="6228"/>
                </a:moveTo>
                <a:cubicBezTo>
                  <a:pt x="8119" y="6335"/>
                  <a:pt x="8119" y="6424"/>
                  <a:pt x="8119" y="6531"/>
                </a:cubicBezTo>
                <a:lnTo>
                  <a:pt x="8119" y="6852"/>
                </a:lnTo>
                <a:lnTo>
                  <a:pt x="6388" y="6852"/>
                </a:lnTo>
                <a:cubicBezTo>
                  <a:pt x="6495" y="6674"/>
                  <a:pt x="6566" y="6460"/>
                  <a:pt x="6566" y="6228"/>
                </a:cubicBezTo>
                <a:close/>
                <a:moveTo>
                  <a:pt x="9956" y="7477"/>
                </a:moveTo>
                <a:cubicBezTo>
                  <a:pt x="9814" y="7834"/>
                  <a:pt x="9475" y="8101"/>
                  <a:pt x="9064" y="8101"/>
                </a:cubicBezTo>
                <a:lnTo>
                  <a:pt x="1570" y="8101"/>
                </a:lnTo>
                <a:cubicBezTo>
                  <a:pt x="1160" y="8101"/>
                  <a:pt x="803" y="7834"/>
                  <a:pt x="678" y="7477"/>
                </a:cubicBezTo>
                <a:close/>
                <a:moveTo>
                  <a:pt x="7191" y="1"/>
                </a:moveTo>
                <a:cubicBezTo>
                  <a:pt x="6067" y="1"/>
                  <a:pt x="5157" y="840"/>
                  <a:pt x="5014" y="1928"/>
                </a:cubicBezTo>
                <a:cubicBezTo>
                  <a:pt x="4657" y="2053"/>
                  <a:pt x="4390" y="2392"/>
                  <a:pt x="4390" y="2802"/>
                </a:cubicBezTo>
                <a:cubicBezTo>
                  <a:pt x="4390" y="2963"/>
                  <a:pt x="4425" y="3088"/>
                  <a:pt x="4479" y="3213"/>
                </a:cubicBezTo>
                <a:cubicBezTo>
                  <a:pt x="2998" y="3587"/>
                  <a:pt x="1892" y="4943"/>
                  <a:pt x="1892" y="6531"/>
                </a:cubicBezTo>
                <a:lnTo>
                  <a:pt x="1892" y="6852"/>
                </a:lnTo>
                <a:lnTo>
                  <a:pt x="0" y="6852"/>
                </a:lnTo>
                <a:lnTo>
                  <a:pt x="0" y="7156"/>
                </a:lnTo>
                <a:cubicBezTo>
                  <a:pt x="0" y="8012"/>
                  <a:pt x="714" y="8708"/>
                  <a:pt x="1570" y="8708"/>
                </a:cubicBezTo>
                <a:lnTo>
                  <a:pt x="9064" y="8708"/>
                </a:lnTo>
                <a:cubicBezTo>
                  <a:pt x="9921" y="8708"/>
                  <a:pt x="10617" y="8012"/>
                  <a:pt x="10617" y="7156"/>
                </a:cubicBezTo>
                <a:lnTo>
                  <a:pt x="10617" y="6852"/>
                </a:lnTo>
                <a:lnTo>
                  <a:pt x="8743" y="6852"/>
                </a:lnTo>
                <a:lnTo>
                  <a:pt x="8743" y="6531"/>
                </a:lnTo>
                <a:cubicBezTo>
                  <a:pt x="8743" y="4943"/>
                  <a:pt x="7637" y="3587"/>
                  <a:pt x="6156" y="3213"/>
                </a:cubicBezTo>
                <a:cubicBezTo>
                  <a:pt x="6210" y="3088"/>
                  <a:pt x="6245" y="2963"/>
                  <a:pt x="6245" y="2802"/>
                </a:cubicBezTo>
                <a:cubicBezTo>
                  <a:pt x="6245" y="2410"/>
                  <a:pt x="5995" y="2071"/>
                  <a:pt x="5656" y="1928"/>
                </a:cubicBezTo>
                <a:cubicBezTo>
                  <a:pt x="5763" y="1196"/>
                  <a:pt x="6406" y="625"/>
                  <a:pt x="7191" y="625"/>
                </a:cubicBezTo>
                <a:lnTo>
                  <a:pt x="8547" y="625"/>
                </a:lnTo>
                <a:lnTo>
                  <a:pt x="8119" y="1482"/>
                </a:lnTo>
                <a:lnTo>
                  <a:pt x="8119" y="3730"/>
                </a:lnTo>
                <a:lnTo>
                  <a:pt x="9974" y="3730"/>
                </a:lnTo>
                <a:lnTo>
                  <a:pt x="9974" y="1482"/>
                </a:lnTo>
                <a:lnTo>
                  <a:pt x="92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 name="Google Shape;1597;p118"/>
          <p:cNvGrpSpPr/>
          <p:nvPr/>
        </p:nvGrpSpPr>
        <p:grpSpPr>
          <a:xfrm>
            <a:off x="5473201" y="3959416"/>
            <a:ext cx="325758" cy="248008"/>
            <a:chOff x="5515124" y="4002434"/>
            <a:chExt cx="340965" cy="259586"/>
          </a:xfrm>
        </p:grpSpPr>
        <p:sp>
          <p:nvSpPr>
            <p:cNvPr id="1598" name="Google Shape;1598;p118"/>
            <p:cNvSpPr/>
            <p:nvPr/>
          </p:nvSpPr>
          <p:spPr>
            <a:xfrm>
              <a:off x="5515124" y="4002434"/>
              <a:ext cx="340965" cy="259586"/>
            </a:xfrm>
            <a:custGeom>
              <a:rect b="b" l="l" r="r" t="t"/>
              <a:pathLst>
                <a:path extrusionOk="0" h="8083" w="10617">
                  <a:moveTo>
                    <a:pt x="8761" y="1231"/>
                  </a:moveTo>
                  <a:lnTo>
                    <a:pt x="8761" y="4354"/>
                  </a:lnTo>
                  <a:lnTo>
                    <a:pt x="1874" y="4354"/>
                  </a:lnTo>
                  <a:lnTo>
                    <a:pt x="1874" y="1231"/>
                  </a:lnTo>
                  <a:close/>
                  <a:moveTo>
                    <a:pt x="3123" y="4978"/>
                  </a:moveTo>
                  <a:lnTo>
                    <a:pt x="3123" y="5585"/>
                  </a:lnTo>
                  <a:lnTo>
                    <a:pt x="2498" y="5585"/>
                  </a:lnTo>
                  <a:lnTo>
                    <a:pt x="2498" y="6209"/>
                  </a:lnTo>
                  <a:lnTo>
                    <a:pt x="1874" y="6209"/>
                  </a:lnTo>
                  <a:lnTo>
                    <a:pt x="1874" y="4978"/>
                  </a:lnTo>
                  <a:close/>
                  <a:moveTo>
                    <a:pt x="8761" y="4978"/>
                  </a:moveTo>
                  <a:lnTo>
                    <a:pt x="8761" y="6209"/>
                  </a:lnTo>
                  <a:lnTo>
                    <a:pt x="8136" y="6209"/>
                  </a:lnTo>
                  <a:lnTo>
                    <a:pt x="8136" y="5585"/>
                  </a:lnTo>
                  <a:lnTo>
                    <a:pt x="7512" y="5585"/>
                  </a:lnTo>
                  <a:lnTo>
                    <a:pt x="7512" y="4978"/>
                  </a:lnTo>
                  <a:close/>
                  <a:moveTo>
                    <a:pt x="0" y="0"/>
                  </a:moveTo>
                  <a:cubicBezTo>
                    <a:pt x="0" y="678"/>
                    <a:pt x="571" y="1231"/>
                    <a:pt x="1249" y="1231"/>
                  </a:cubicBezTo>
                  <a:lnTo>
                    <a:pt x="1249" y="8083"/>
                  </a:lnTo>
                  <a:lnTo>
                    <a:pt x="1874" y="8083"/>
                  </a:lnTo>
                  <a:lnTo>
                    <a:pt x="1874" y="6834"/>
                  </a:lnTo>
                  <a:lnTo>
                    <a:pt x="3123" y="6834"/>
                  </a:lnTo>
                  <a:lnTo>
                    <a:pt x="3123" y="6209"/>
                  </a:lnTo>
                  <a:lnTo>
                    <a:pt x="3747" y="6209"/>
                  </a:lnTo>
                  <a:lnTo>
                    <a:pt x="3747" y="4978"/>
                  </a:lnTo>
                  <a:lnTo>
                    <a:pt x="6887" y="4978"/>
                  </a:lnTo>
                  <a:lnTo>
                    <a:pt x="6887" y="6209"/>
                  </a:lnTo>
                  <a:lnTo>
                    <a:pt x="7512" y="6209"/>
                  </a:lnTo>
                  <a:lnTo>
                    <a:pt x="7512" y="6834"/>
                  </a:lnTo>
                  <a:lnTo>
                    <a:pt x="8761" y="6834"/>
                  </a:lnTo>
                  <a:lnTo>
                    <a:pt x="8761" y="8083"/>
                  </a:lnTo>
                  <a:lnTo>
                    <a:pt x="9385" y="8083"/>
                  </a:lnTo>
                  <a:lnTo>
                    <a:pt x="9385" y="1231"/>
                  </a:lnTo>
                  <a:cubicBezTo>
                    <a:pt x="10063" y="1231"/>
                    <a:pt x="10617" y="678"/>
                    <a:pt x="10617" y="0"/>
                  </a:cubicBezTo>
                  <a:lnTo>
                    <a:pt x="10010" y="0"/>
                  </a:lnTo>
                  <a:cubicBezTo>
                    <a:pt x="10010" y="339"/>
                    <a:pt x="9724" y="625"/>
                    <a:pt x="9385" y="625"/>
                  </a:cubicBezTo>
                  <a:lnTo>
                    <a:pt x="1249" y="625"/>
                  </a:lnTo>
                  <a:cubicBezTo>
                    <a:pt x="910" y="625"/>
                    <a:pt x="625" y="339"/>
                    <a:pt x="6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18"/>
            <p:cNvSpPr/>
            <p:nvPr/>
          </p:nvSpPr>
          <p:spPr>
            <a:xfrm>
              <a:off x="5595348" y="4062007"/>
              <a:ext cx="181096" cy="60216"/>
            </a:xfrm>
            <a:custGeom>
              <a:rect b="b" l="l" r="r" t="t"/>
              <a:pathLst>
                <a:path extrusionOk="0" h="1875" w="5639">
                  <a:moveTo>
                    <a:pt x="5014" y="625"/>
                  </a:moveTo>
                  <a:lnTo>
                    <a:pt x="5014" y="1250"/>
                  </a:lnTo>
                  <a:lnTo>
                    <a:pt x="625" y="1250"/>
                  </a:lnTo>
                  <a:lnTo>
                    <a:pt x="625" y="625"/>
                  </a:lnTo>
                  <a:close/>
                  <a:moveTo>
                    <a:pt x="0" y="1"/>
                  </a:moveTo>
                  <a:lnTo>
                    <a:pt x="0" y="1874"/>
                  </a:lnTo>
                  <a:lnTo>
                    <a:pt x="5638" y="1874"/>
                  </a:lnTo>
                  <a:lnTo>
                    <a:pt x="56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 name="Google Shape;1600;p118"/>
          <p:cNvSpPr/>
          <p:nvPr/>
        </p:nvSpPr>
        <p:spPr>
          <a:xfrm>
            <a:off x="4763545" y="3978436"/>
            <a:ext cx="325756" cy="209715"/>
          </a:xfrm>
          <a:custGeom>
            <a:rect b="b" l="l" r="r" t="t"/>
            <a:pathLst>
              <a:path extrusionOk="0" h="6835" w="10617">
                <a:moveTo>
                  <a:pt x="5317" y="607"/>
                </a:moveTo>
                <a:cubicBezTo>
                  <a:pt x="5835" y="607"/>
                  <a:pt x="6245" y="1035"/>
                  <a:pt x="6245" y="1553"/>
                </a:cubicBezTo>
                <a:cubicBezTo>
                  <a:pt x="6245" y="1696"/>
                  <a:pt x="6209" y="1856"/>
                  <a:pt x="6138" y="1981"/>
                </a:cubicBezTo>
                <a:cubicBezTo>
                  <a:pt x="5888" y="1910"/>
                  <a:pt x="5603" y="1856"/>
                  <a:pt x="5317" y="1856"/>
                </a:cubicBezTo>
                <a:cubicBezTo>
                  <a:pt x="5032" y="1856"/>
                  <a:pt x="4746" y="1910"/>
                  <a:pt x="4496" y="1981"/>
                </a:cubicBezTo>
                <a:cubicBezTo>
                  <a:pt x="4425" y="1856"/>
                  <a:pt x="4389" y="1696"/>
                  <a:pt x="4389" y="1553"/>
                </a:cubicBezTo>
                <a:cubicBezTo>
                  <a:pt x="4389" y="1035"/>
                  <a:pt x="4800" y="607"/>
                  <a:pt x="5317" y="607"/>
                </a:cubicBezTo>
                <a:close/>
                <a:moveTo>
                  <a:pt x="625" y="3194"/>
                </a:moveTo>
                <a:lnTo>
                  <a:pt x="2677" y="3694"/>
                </a:lnTo>
                <a:cubicBezTo>
                  <a:pt x="2605" y="3926"/>
                  <a:pt x="2552" y="4158"/>
                  <a:pt x="2534" y="4408"/>
                </a:cubicBezTo>
                <a:lnTo>
                  <a:pt x="625" y="4889"/>
                </a:lnTo>
                <a:lnTo>
                  <a:pt x="625" y="3194"/>
                </a:lnTo>
                <a:close/>
                <a:moveTo>
                  <a:pt x="10010" y="3194"/>
                </a:moveTo>
                <a:lnTo>
                  <a:pt x="10010" y="4889"/>
                </a:lnTo>
                <a:lnTo>
                  <a:pt x="8101" y="4408"/>
                </a:lnTo>
                <a:cubicBezTo>
                  <a:pt x="8083" y="4158"/>
                  <a:pt x="8029" y="3926"/>
                  <a:pt x="7940" y="3694"/>
                </a:cubicBezTo>
                <a:lnTo>
                  <a:pt x="10010" y="3194"/>
                </a:lnTo>
                <a:close/>
                <a:moveTo>
                  <a:pt x="5308" y="2480"/>
                </a:moveTo>
                <a:cubicBezTo>
                  <a:pt x="5329" y="2480"/>
                  <a:pt x="5350" y="2480"/>
                  <a:pt x="5371" y="2481"/>
                </a:cubicBezTo>
                <a:cubicBezTo>
                  <a:pt x="6566" y="2516"/>
                  <a:pt x="7494" y="3498"/>
                  <a:pt x="7494" y="4675"/>
                </a:cubicBezTo>
                <a:lnTo>
                  <a:pt x="7494" y="4961"/>
                </a:lnTo>
                <a:lnTo>
                  <a:pt x="3140" y="4961"/>
                </a:lnTo>
                <a:lnTo>
                  <a:pt x="3140" y="4657"/>
                </a:lnTo>
                <a:cubicBezTo>
                  <a:pt x="3140" y="3465"/>
                  <a:pt x="4122" y="2480"/>
                  <a:pt x="5308" y="2480"/>
                </a:cubicBezTo>
                <a:close/>
                <a:moveTo>
                  <a:pt x="7494" y="5585"/>
                </a:moveTo>
                <a:lnTo>
                  <a:pt x="7494" y="6210"/>
                </a:lnTo>
                <a:lnTo>
                  <a:pt x="3140" y="6210"/>
                </a:lnTo>
                <a:lnTo>
                  <a:pt x="3140" y="5585"/>
                </a:lnTo>
                <a:close/>
                <a:moveTo>
                  <a:pt x="5317" y="1"/>
                </a:moveTo>
                <a:cubicBezTo>
                  <a:pt x="4461" y="1"/>
                  <a:pt x="3765" y="696"/>
                  <a:pt x="3765" y="1553"/>
                </a:cubicBezTo>
                <a:cubicBezTo>
                  <a:pt x="3765" y="1785"/>
                  <a:pt x="3818" y="2017"/>
                  <a:pt x="3926" y="2231"/>
                </a:cubicBezTo>
                <a:cubicBezTo>
                  <a:pt x="3533" y="2445"/>
                  <a:pt x="3212" y="2766"/>
                  <a:pt x="2980" y="3123"/>
                </a:cubicBezTo>
                <a:lnTo>
                  <a:pt x="0" y="2391"/>
                </a:lnTo>
                <a:lnTo>
                  <a:pt x="0" y="5675"/>
                </a:lnTo>
                <a:lnTo>
                  <a:pt x="2516" y="5050"/>
                </a:lnTo>
                <a:lnTo>
                  <a:pt x="2516" y="6834"/>
                </a:lnTo>
                <a:lnTo>
                  <a:pt x="8119" y="6834"/>
                </a:lnTo>
                <a:lnTo>
                  <a:pt x="8119" y="5050"/>
                </a:lnTo>
                <a:lnTo>
                  <a:pt x="10617" y="5675"/>
                </a:lnTo>
                <a:lnTo>
                  <a:pt x="10617" y="2391"/>
                </a:lnTo>
                <a:lnTo>
                  <a:pt x="7655" y="3123"/>
                </a:lnTo>
                <a:cubicBezTo>
                  <a:pt x="7423" y="2766"/>
                  <a:pt x="7102" y="2445"/>
                  <a:pt x="6709" y="2231"/>
                </a:cubicBezTo>
                <a:cubicBezTo>
                  <a:pt x="6816" y="2017"/>
                  <a:pt x="6870" y="1785"/>
                  <a:pt x="6870" y="1553"/>
                </a:cubicBezTo>
                <a:cubicBezTo>
                  <a:pt x="6870" y="696"/>
                  <a:pt x="6174" y="1"/>
                  <a:pt x="5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18"/>
          <p:cNvSpPr/>
          <p:nvPr/>
        </p:nvSpPr>
        <p:spPr>
          <a:xfrm>
            <a:off x="4169548" y="3978436"/>
            <a:ext cx="95300" cy="95300"/>
          </a:xfrm>
          <a:custGeom>
            <a:rect b="b" l="l" r="r" t="t"/>
            <a:pathLst>
              <a:path extrusionOk="0" h="3106" w="3106">
                <a:moveTo>
                  <a:pt x="1553" y="607"/>
                </a:moveTo>
                <a:cubicBezTo>
                  <a:pt x="2071" y="607"/>
                  <a:pt x="2481" y="1035"/>
                  <a:pt x="2481" y="1553"/>
                </a:cubicBezTo>
                <a:cubicBezTo>
                  <a:pt x="2481" y="1713"/>
                  <a:pt x="2338" y="1856"/>
                  <a:pt x="2178" y="1856"/>
                </a:cubicBezTo>
                <a:cubicBezTo>
                  <a:pt x="1999" y="1856"/>
                  <a:pt x="1857" y="1713"/>
                  <a:pt x="1857" y="1553"/>
                </a:cubicBezTo>
                <a:cubicBezTo>
                  <a:pt x="1857" y="1142"/>
                  <a:pt x="1607" y="803"/>
                  <a:pt x="1232" y="661"/>
                </a:cubicBezTo>
                <a:cubicBezTo>
                  <a:pt x="1339" y="643"/>
                  <a:pt x="1446" y="607"/>
                  <a:pt x="1553" y="607"/>
                </a:cubicBezTo>
                <a:close/>
                <a:moveTo>
                  <a:pt x="929" y="1232"/>
                </a:moveTo>
                <a:cubicBezTo>
                  <a:pt x="1107" y="1232"/>
                  <a:pt x="1232" y="1374"/>
                  <a:pt x="1232" y="1553"/>
                </a:cubicBezTo>
                <a:cubicBezTo>
                  <a:pt x="1232" y="1945"/>
                  <a:pt x="1500" y="2302"/>
                  <a:pt x="1857" y="2427"/>
                </a:cubicBezTo>
                <a:cubicBezTo>
                  <a:pt x="1767" y="2463"/>
                  <a:pt x="1660" y="2481"/>
                  <a:pt x="1553" y="2481"/>
                </a:cubicBezTo>
                <a:cubicBezTo>
                  <a:pt x="1036" y="2481"/>
                  <a:pt x="625" y="2070"/>
                  <a:pt x="625" y="1553"/>
                </a:cubicBezTo>
                <a:cubicBezTo>
                  <a:pt x="625" y="1374"/>
                  <a:pt x="750" y="1232"/>
                  <a:pt x="929" y="1232"/>
                </a:cubicBezTo>
                <a:close/>
                <a:moveTo>
                  <a:pt x="1553" y="1"/>
                </a:moveTo>
                <a:cubicBezTo>
                  <a:pt x="697" y="1"/>
                  <a:pt x="1" y="696"/>
                  <a:pt x="1" y="1553"/>
                </a:cubicBezTo>
                <a:cubicBezTo>
                  <a:pt x="1" y="2409"/>
                  <a:pt x="697" y="3105"/>
                  <a:pt x="1553" y="3105"/>
                </a:cubicBezTo>
                <a:cubicBezTo>
                  <a:pt x="2410" y="3105"/>
                  <a:pt x="3105" y="2391"/>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18"/>
          <p:cNvSpPr/>
          <p:nvPr/>
        </p:nvSpPr>
        <p:spPr>
          <a:xfrm>
            <a:off x="4091831" y="3920416"/>
            <a:ext cx="250768" cy="325756"/>
          </a:xfrm>
          <a:custGeom>
            <a:rect b="b" l="l" r="r" t="t"/>
            <a:pathLst>
              <a:path extrusionOk="0" h="10617" w="8173">
                <a:moveTo>
                  <a:pt x="982" y="3123"/>
                </a:moveTo>
                <a:cubicBezTo>
                  <a:pt x="1142" y="3123"/>
                  <a:pt x="1285" y="3265"/>
                  <a:pt x="1285" y="3444"/>
                </a:cubicBezTo>
                <a:cubicBezTo>
                  <a:pt x="1285" y="3604"/>
                  <a:pt x="1142" y="3747"/>
                  <a:pt x="982" y="3747"/>
                </a:cubicBezTo>
                <a:cubicBezTo>
                  <a:pt x="803" y="3747"/>
                  <a:pt x="660" y="3604"/>
                  <a:pt x="660" y="3444"/>
                </a:cubicBezTo>
                <a:cubicBezTo>
                  <a:pt x="660" y="3265"/>
                  <a:pt x="803" y="3123"/>
                  <a:pt x="982" y="3123"/>
                </a:cubicBezTo>
                <a:close/>
                <a:moveTo>
                  <a:pt x="7191" y="3123"/>
                </a:moveTo>
                <a:cubicBezTo>
                  <a:pt x="7369" y="3123"/>
                  <a:pt x="7512" y="3265"/>
                  <a:pt x="7512" y="3444"/>
                </a:cubicBezTo>
                <a:cubicBezTo>
                  <a:pt x="7512" y="3604"/>
                  <a:pt x="7369" y="3747"/>
                  <a:pt x="7191" y="3747"/>
                </a:cubicBezTo>
                <a:cubicBezTo>
                  <a:pt x="7030" y="3747"/>
                  <a:pt x="6887" y="3604"/>
                  <a:pt x="6887" y="3444"/>
                </a:cubicBezTo>
                <a:cubicBezTo>
                  <a:pt x="6887" y="3265"/>
                  <a:pt x="7030" y="3123"/>
                  <a:pt x="7191" y="3123"/>
                </a:cubicBezTo>
                <a:close/>
                <a:moveTo>
                  <a:pt x="4086" y="1267"/>
                </a:moveTo>
                <a:cubicBezTo>
                  <a:pt x="5282" y="1267"/>
                  <a:pt x="6263" y="2231"/>
                  <a:pt x="6263" y="3444"/>
                </a:cubicBezTo>
                <a:cubicBezTo>
                  <a:pt x="6263" y="4639"/>
                  <a:pt x="5282" y="5621"/>
                  <a:pt x="4086" y="5621"/>
                </a:cubicBezTo>
                <a:cubicBezTo>
                  <a:pt x="2891" y="5621"/>
                  <a:pt x="1909" y="4639"/>
                  <a:pt x="1909" y="3444"/>
                </a:cubicBezTo>
                <a:cubicBezTo>
                  <a:pt x="1909" y="2231"/>
                  <a:pt x="2891" y="1267"/>
                  <a:pt x="4086" y="1267"/>
                </a:cubicBezTo>
                <a:close/>
                <a:moveTo>
                  <a:pt x="4086" y="7476"/>
                </a:moveTo>
                <a:cubicBezTo>
                  <a:pt x="4497" y="7476"/>
                  <a:pt x="4836" y="7744"/>
                  <a:pt x="4960" y="8101"/>
                </a:cubicBezTo>
                <a:lnTo>
                  <a:pt x="3212" y="8101"/>
                </a:lnTo>
                <a:cubicBezTo>
                  <a:pt x="3337" y="7744"/>
                  <a:pt x="3676" y="7476"/>
                  <a:pt x="4086" y="7476"/>
                </a:cubicBezTo>
                <a:close/>
                <a:moveTo>
                  <a:pt x="3765" y="0"/>
                </a:moveTo>
                <a:lnTo>
                  <a:pt x="3765" y="660"/>
                </a:lnTo>
                <a:cubicBezTo>
                  <a:pt x="2659" y="785"/>
                  <a:pt x="1731" y="1570"/>
                  <a:pt x="1410" y="2623"/>
                </a:cubicBezTo>
                <a:cubicBezTo>
                  <a:pt x="1276" y="2549"/>
                  <a:pt x="1130" y="2512"/>
                  <a:pt x="971" y="2512"/>
                </a:cubicBezTo>
                <a:cubicBezTo>
                  <a:pt x="939" y="2512"/>
                  <a:pt x="907" y="2513"/>
                  <a:pt x="875" y="2516"/>
                </a:cubicBezTo>
                <a:cubicBezTo>
                  <a:pt x="428" y="2552"/>
                  <a:pt x="72" y="2926"/>
                  <a:pt x="36" y="3372"/>
                </a:cubicBezTo>
                <a:cubicBezTo>
                  <a:pt x="0" y="3908"/>
                  <a:pt x="428" y="4372"/>
                  <a:pt x="982" y="4372"/>
                </a:cubicBezTo>
                <a:cubicBezTo>
                  <a:pt x="1124" y="4372"/>
                  <a:pt x="1285" y="4336"/>
                  <a:pt x="1410" y="4265"/>
                </a:cubicBezTo>
                <a:cubicBezTo>
                  <a:pt x="1731" y="5317"/>
                  <a:pt x="2659" y="6102"/>
                  <a:pt x="3765" y="6227"/>
                </a:cubicBezTo>
                <a:lnTo>
                  <a:pt x="3765" y="6887"/>
                </a:lnTo>
                <a:cubicBezTo>
                  <a:pt x="3069" y="7030"/>
                  <a:pt x="2534" y="7673"/>
                  <a:pt x="2534" y="8422"/>
                </a:cubicBezTo>
                <a:lnTo>
                  <a:pt x="2534" y="10617"/>
                </a:lnTo>
                <a:lnTo>
                  <a:pt x="3158" y="10617"/>
                </a:lnTo>
                <a:lnTo>
                  <a:pt x="3158" y="8725"/>
                </a:lnTo>
                <a:lnTo>
                  <a:pt x="3765" y="8725"/>
                </a:lnTo>
                <a:lnTo>
                  <a:pt x="3765" y="10617"/>
                </a:lnTo>
                <a:lnTo>
                  <a:pt x="4390" y="10617"/>
                </a:lnTo>
                <a:lnTo>
                  <a:pt x="4390" y="8725"/>
                </a:lnTo>
                <a:lnTo>
                  <a:pt x="5014" y="8725"/>
                </a:lnTo>
                <a:lnTo>
                  <a:pt x="5014" y="10617"/>
                </a:lnTo>
                <a:lnTo>
                  <a:pt x="5638" y="10617"/>
                </a:lnTo>
                <a:lnTo>
                  <a:pt x="5638" y="8422"/>
                </a:lnTo>
                <a:cubicBezTo>
                  <a:pt x="5638" y="7673"/>
                  <a:pt x="5103" y="7030"/>
                  <a:pt x="4390" y="6887"/>
                </a:cubicBezTo>
                <a:lnTo>
                  <a:pt x="4390" y="6227"/>
                </a:lnTo>
                <a:cubicBezTo>
                  <a:pt x="5514" y="6102"/>
                  <a:pt x="6441" y="5317"/>
                  <a:pt x="6763" y="4265"/>
                </a:cubicBezTo>
                <a:cubicBezTo>
                  <a:pt x="6896" y="4339"/>
                  <a:pt x="7043" y="4376"/>
                  <a:pt x="7191" y="4376"/>
                </a:cubicBezTo>
                <a:cubicBezTo>
                  <a:pt x="7221" y="4376"/>
                  <a:pt x="7250" y="4375"/>
                  <a:pt x="7280" y="4372"/>
                </a:cubicBezTo>
                <a:cubicBezTo>
                  <a:pt x="7744" y="4318"/>
                  <a:pt x="8101" y="3961"/>
                  <a:pt x="8119" y="3515"/>
                </a:cubicBezTo>
                <a:cubicBezTo>
                  <a:pt x="8172" y="2962"/>
                  <a:pt x="7726" y="2498"/>
                  <a:pt x="7191" y="2498"/>
                </a:cubicBezTo>
                <a:cubicBezTo>
                  <a:pt x="7030" y="2498"/>
                  <a:pt x="6887" y="2552"/>
                  <a:pt x="6763" y="2623"/>
                </a:cubicBezTo>
                <a:cubicBezTo>
                  <a:pt x="6441" y="1570"/>
                  <a:pt x="5514" y="785"/>
                  <a:pt x="4390" y="660"/>
                </a:cubicBezTo>
                <a:lnTo>
                  <a:pt x="43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18"/>
          <p:cNvSpPr/>
          <p:nvPr/>
        </p:nvSpPr>
        <p:spPr>
          <a:xfrm>
            <a:off x="3361546" y="3920416"/>
            <a:ext cx="292374" cy="325756"/>
          </a:xfrm>
          <a:custGeom>
            <a:rect b="b" l="l" r="r" t="t"/>
            <a:pathLst>
              <a:path extrusionOk="0" h="10617" w="9529">
                <a:moveTo>
                  <a:pt x="8672" y="1249"/>
                </a:moveTo>
                <a:cubicBezTo>
                  <a:pt x="8422" y="1624"/>
                  <a:pt x="8011" y="1856"/>
                  <a:pt x="7548" y="1856"/>
                </a:cubicBezTo>
                <a:lnTo>
                  <a:pt x="7119" y="1856"/>
                </a:lnTo>
                <a:cubicBezTo>
                  <a:pt x="7351" y="1481"/>
                  <a:pt x="7762" y="1249"/>
                  <a:pt x="8243" y="1249"/>
                </a:cubicBezTo>
                <a:close/>
                <a:moveTo>
                  <a:pt x="946" y="4354"/>
                </a:moveTo>
                <a:cubicBezTo>
                  <a:pt x="1838" y="4354"/>
                  <a:pt x="2641" y="4836"/>
                  <a:pt x="3051" y="5603"/>
                </a:cubicBezTo>
                <a:lnTo>
                  <a:pt x="3016" y="5603"/>
                </a:lnTo>
                <a:cubicBezTo>
                  <a:pt x="2123" y="5603"/>
                  <a:pt x="1320" y="5103"/>
                  <a:pt x="892" y="4354"/>
                </a:cubicBezTo>
                <a:close/>
                <a:moveTo>
                  <a:pt x="3069" y="6209"/>
                </a:moveTo>
                <a:cubicBezTo>
                  <a:pt x="2837" y="6602"/>
                  <a:pt x="2409" y="6834"/>
                  <a:pt x="1945" y="6834"/>
                </a:cubicBezTo>
                <a:lnTo>
                  <a:pt x="1517" y="6834"/>
                </a:lnTo>
                <a:cubicBezTo>
                  <a:pt x="1749" y="6459"/>
                  <a:pt x="2177" y="6209"/>
                  <a:pt x="2641" y="6209"/>
                </a:cubicBezTo>
                <a:close/>
                <a:moveTo>
                  <a:pt x="8029" y="6834"/>
                </a:moveTo>
                <a:cubicBezTo>
                  <a:pt x="7619" y="7601"/>
                  <a:pt x="6816" y="8083"/>
                  <a:pt x="5924" y="8083"/>
                </a:cubicBezTo>
                <a:lnTo>
                  <a:pt x="5870" y="8083"/>
                </a:lnTo>
                <a:cubicBezTo>
                  <a:pt x="6299" y="7334"/>
                  <a:pt x="7101" y="6834"/>
                  <a:pt x="7994" y="6834"/>
                </a:cubicBezTo>
                <a:close/>
                <a:moveTo>
                  <a:pt x="6299" y="8707"/>
                </a:moveTo>
                <a:cubicBezTo>
                  <a:pt x="6762" y="8707"/>
                  <a:pt x="7191" y="8957"/>
                  <a:pt x="7423" y="9332"/>
                </a:cubicBezTo>
                <a:lnTo>
                  <a:pt x="6994" y="9332"/>
                </a:lnTo>
                <a:cubicBezTo>
                  <a:pt x="6531" y="9332"/>
                  <a:pt x="6102" y="9082"/>
                  <a:pt x="5870" y="8707"/>
                </a:cubicBezTo>
                <a:close/>
                <a:moveTo>
                  <a:pt x="4514" y="625"/>
                </a:moveTo>
                <a:cubicBezTo>
                  <a:pt x="5139" y="4532"/>
                  <a:pt x="5085" y="7994"/>
                  <a:pt x="5085" y="8083"/>
                </a:cubicBezTo>
                <a:lnTo>
                  <a:pt x="4479" y="8083"/>
                </a:lnTo>
                <a:lnTo>
                  <a:pt x="4479" y="8707"/>
                </a:lnTo>
                <a:lnTo>
                  <a:pt x="5085" y="8707"/>
                </a:lnTo>
                <a:lnTo>
                  <a:pt x="5085" y="9992"/>
                </a:lnTo>
                <a:lnTo>
                  <a:pt x="3854" y="9992"/>
                </a:lnTo>
                <a:cubicBezTo>
                  <a:pt x="3854" y="8172"/>
                  <a:pt x="3836" y="7512"/>
                  <a:pt x="3872" y="6209"/>
                </a:cubicBezTo>
                <a:lnTo>
                  <a:pt x="4479" y="6209"/>
                </a:lnTo>
                <a:lnTo>
                  <a:pt x="4479" y="5603"/>
                </a:lnTo>
                <a:lnTo>
                  <a:pt x="3908" y="5603"/>
                </a:lnTo>
                <a:cubicBezTo>
                  <a:pt x="3997" y="3926"/>
                  <a:pt x="4157" y="2266"/>
                  <a:pt x="4425" y="625"/>
                </a:cubicBezTo>
                <a:close/>
                <a:moveTo>
                  <a:pt x="3890" y="0"/>
                </a:moveTo>
                <a:lnTo>
                  <a:pt x="3854" y="250"/>
                </a:lnTo>
                <a:cubicBezTo>
                  <a:pt x="3783" y="696"/>
                  <a:pt x="3711" y="1124"/>
                  <a:pt x="3658" y="1553"/>
                </a:cubicBezTo>
                <a:cubicBezTo>
                  <a:pt x="3140" y="660"/>
                  <a:pt x="2569" y="161"/>
                  <a:pt x="2516" y="89"/>
                </a:cubicBezTo>
                <a:lnTo>
                  <a:pt x="2070" y="536"/>
                </a:lnTo>
                <a:cubicBezTo>
                  <a:pt x="2123" y="589"/>
                  <a:pt x="3016" y="1356"/>
                  <a:pt x="3515" y="2730"/>
                </a:cubicBezTo>
                <a:cubicBezTo>
                  <a:pt x="3426" y="3444"/>
                  <a:pt x="3372" y="4158"/>
                  <a:pt x="3319" y="4871"/>
                </a:cubicBezTo>
                <a:cubicBezTo>
                  <a:pt x="2748" y="4158"/>
                  <a:pt x="1891" y="3729"/>
                  <a:pt x="946" y="3729"/>
                </a:cubicBezTo>
                <a:lnTo>
                  <a:pt x="0" y="3729"/>
                </a:lnTo>
                <a:lnTo>
                  <a:pt x="125" y="4140"/>
                </a:lnTo>
                <a:cubicBezTo>
                  <a:pt x="393" y="4907"/>
                  <a:pt x="928" y="5531"/>
                  <a:pt x="1624" y="5888"/>
                </a:cubicBezTo>
                <a:cubicBezTo>
                  <a:pt x="1196" y="6138"/>
                  <a:pt x="874" y="6566"/>
                  <a:pt x="750" y="7084"/>
                </a:cubicBezTo>
                <a:lnTo>
                  <a:pt x="642" y="7458"/>
                </a:lnTo>
                <a:lnTo>
                  <a:pt x="1945" y="7458"/>
                </a:lnTo>
                <a:cubicBezTo>
                  <a:pt x="2427" y="7458"/>
                  <a:pt x="2891" y="7280"/>
                  <a:pt x="3230" y="6977"/>
                </a:cubicBezTo>
                <a:lnTo>
                  <a:pt x="3230" y="6977"/>
                </a:lnTo>
                <a:cubicBezTo>
                  <a:pt x="3212" y="7655"/>
                  <a:pt x="3230" y="8029"/>
                  <a:pt x="3230" y="8779"/>
                </a:cubicBezTo>
                <a:cubicBezTo>
                  <a:pt x="2837" y="8368"/>
                  <a:pt x="2284" y="8119"/>
                  <a:pt x="1659" y="8119"/>
                </a:cubicBezTo>
                <a:lnTo>
                  <a:pt x="1356" y="8119"/>
                </a:lnTo>
                <a:lnTo>
                  <a:pt x="1356" y="8743"/>
                </a:lnTo>
                <a:lnTo>
                  <a:pt x="1677" y="8743"/>
                </a:lnTo>
                <a:cubicBezTo>
                  <a:pt x="2534" y="8743"/>
                  <a:pt x="3230" y="9439"/>
                  <a:pt x="3230" y="10295"/>
                </a:cubicBezTo>
                <a:lnTo>
                  <a:pt x="3230" y="10617"/>
                </a:lnTo>
                <a:lnTo>
                  <a:pt x="5710" y="10617"/>
                </a:lnTo>
                <a:lnTo>
                  <a:pt x="5710" y="9475"/>
                </a:lnTo>
                <a:cubicBezTo>
                  <a:pt x="6067" y="9778"/>
                  <a:pt x="6513" y="9956"/>
                  <a:pt x="6994" y="9956"/>
                </a:cubicBezTo>
                <a:lnTo>
                  <a:pt x="8297" y="9956"/>
                </a:lnTo>
                <a:lnTo>
                  <a:pt x="8190" y="9564"/>
                </a:lnTo>
                <a:cubicBezTo>
                  <a:pt x="8065" y="9046"/>
                  <a:pt x="7744" y="8636"/>
                  <a:pt x="7316" y="8368"/>
                </a:cubicBezTo>
                <a:cubicBezTo>
                  <a:pt x="8011" y="8012"/>
                  <a:pt x="8547" y="7405"/>
                  <a:pt x="8814" y="6620"/>
                </a:cubicBezTo>
                <a:lnTo>
                  <a:pt x="8939" y="6209"/>
                </a:lnTo>
                <a:lnTo>
                  <a:pt x="7994" y="6209"/>
                </a:lnTo>
                <a:cubicBezTo>
                  <a:pt x="7101" y="6209"/>
                  <a:pt x="6281" y="6602"/>
                  <a:pt x="5710" y="7244"/>
                </a:cubicBezTo>
                <a:cubicBezTo>
                  <a:pt x="5692" y="6102"/>
                  <a:pt x="5638" y="4925"/>
                  <a:pt x="5531" y="3765"/>
                </a:cubicBezTo>
                <a:cubicBezTo>
                  <a:pt x="5870" y="3283"/>
                  <a:pt x="6281" y="2855"/>
                  <a:pt x="6745" y="2480"/>
                </a:cubicBezTo>
                <a:lnTo>
                  <a:pt x="7548" y="2480"/>
                </a:lnTo>
                <a:cubicBezTo>
                  <a:pt x="8440" y="2480"/>
                  <a:pt x="9225" y="1874"/>
                  <a:pt x="9439" y="999"/>
                </a:cubicBezTo>
                <a:lnTo>
                  <a:pt x="9528" y="625"/>
                </a:lnTo>
                <a:lnTo>
                  <a:pt x="8243" y="625"/>
                </a:lnTo>
                <a:cubicBezTo>
                  <a:pt x="7387" y="625"/>
                  <a:pt x="6620" y="1178"/>
                  <a:pt x="6370" y="1999"/>
                </a:cubicBezTo>
                <a:cubicBezTo>
                  <a:pt x="6031" y="2248"/>
                  <a:pt x="5728" y="2552"/>
                  <a:pt x="5442" y="2873"/>
                </a:cubicBezTo>
                <a:cubicBezTo>
                  <a:pt x="5353" y="1981"/>
                  <a:pt x="5228" y="1106"/>
                  <a:pt x="5085" y="250"/>
                </a:cubicBezTo>
                <a:lnTo>
                  <a:pt x="50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18"/>
          <p:cNvSpPr/>
          <p:nvPr/>
        </p:nvSpPr>
        <p:spPr>
          <a:xfrm>
            <a:off x="1977588" y="3920416"/>
            <a:ext cx="221773" cy="325756"/>
          </a:xfrm>
          <a:custGeom>
            <a:rect b="b" l="l" r="r" t="t"/>
            <a:pathLst>
              <a:path extrusionOk="0" h="10617" w="7228">
                <a:moveTo>
                  <a:pt x="5354" y="1856"/>
                </a:moveTo>
                <a:cubicBezTo>
                  <a:pt x="5907" y="1856"/>
                  <a:pt x="6371" y="2213"/>
                  <a:pt x="6531" y="2694"/>
                </a:cubicBezTo>
                <a:lnTo>
                  <a:pt x="6139" y="3016"/>
                </a:lnTo>
                <a:lnTo>
                  <a:pt x="5354" y="2391"/>
                </a:lnTo>
                <a:lnTo>
                  <a:pt x="4586" y="3016"/>
                </a:lnTo>
                <a:lnTo>
                  <a:pt x="4176" y="2694"/>
                </a:lnTo>
                <a:cubicBezTo>
                  <a:pt x="4355" y="2213"/>
                  <a:pt x="4818" y="1856"/>
                  <a:pt x="5354" y="1856"/>
                </a:cubicBezTo>
                <a:close/>
                <a:moveTo>
                  <a:pt x="5372" y="3194"/>
                </a:moveTo>
                <a:lnTo>
                  <a:pt x="6139" y="3819"/>
                </a:lnTo>
                <a:lnTo>
                  <a:pt x="6621" y="3444"/>
                </a:lnTo>
                <a:lnTo>
                  <a:pt x="6621" y="5942"/>
                </a:lnTo>
                <a:cubicBezTo>
                  <a:pt x="6621" y="8190"/>
                  <a:pt x="4801" y="9992"/>
                  <a:pt x="2570" y="9992"/>
                </a:cubicBezTo>
                <a:lnTo>
                  <a:pt x="2374" y="9992"/>
                </a:lnTo>
                <a:cubicBezTo>
                  <a:pt x="2784" y="9653"/>
                  <a:pt x="3123" y="9261"/>
                  <a:pt x="3409" y="8814"/>
                </a:cubicBezTo>
                <a:cubicBezTo>
                  <a:pt x="3873" y="8047"/>
                  <a:pt x="4123" y="7173"/>
                  <a:pt x="4123" y="6281"/>
                </a:cubicBezTo>
                <a:lnTo>
                  <a:pt x="4123" y="3444"/>
                </a:lnTo>
                <a:lnTo>
                  <a:pt x="4586" y="3819"/>
                </a:lnTo>
                <a:lnTo>
                  <a:pt x="5372" y="3194"/>
                </a:lnTo>
                <a:close/>
                <a:moveTo>
                  <a:pt x="6621" y="0"/>
                </a:moveTo>
                <a:cubicBezTo>
                  <a:pt x="5853" y="0"/>
                  <a:pt x="5229" y="536"/>
                  <a:pt x="5086" y="1267"/>
                </a:cubicBezTo>
                <a:cubicBezTo>
                  <a:pt x="4194" y="1392"/>
                  <a:pt x="3498" y="2177"/>
                  <a:pt x="3498" y="3105"/>
                </a:cubicBezTo>
                <a:lnTo>
                  <a:pt x="3498" y="6281"/>
                </a:lnTo>
                <a:cubicBezTo>
                  <a:pt x="3498" y="7869"/>
                  <a:pt x="2606" y="9314"/>
                  <a:pt x="1179" y="10028"/>
                </a:cubicBezTo>
                <a:lnTo>
                  <a:pt x="1" y="10617"/>
                </a:lnTo>
                <a:lnTo>
                  <a:pt x="2535" y="10617"/>
                </a:lnTo>
                <a:cubicBezTo>
                  <a:pt x="3748" y="10617"/>
                  <a:pt x="4908" y="10153"/>
                  <a:pt x="5782" y="9332"/>
                </a:cubicBezTo>
                <a:cubicBezTo>
                  <a:pt x="6728" y="8440"/>
                  <a:pt x="7227" y="7227"/>
                  <a:pt x="7227" y="5942"/>
                </a:cubicBezTo>
                <a:lnTo>
                  <a:pt x="7227" y="3105"/>
                </a:lnTo>
                <a:cubicBezTo>
                  <a:pt x="7227" y="2195"/>
                  <a:pt x="6585" y="1445"/>
                  <a:pt x="5728" y="1267"/>
                </a:cubicBezTo>
                <a:cubicBezTo>
                  <a:pt x="5835" y="892"/>
                  <a:pt x="6192" y="625"/>
                  <a:pt x="6621" y="625"/>
                </a:cubicBezTo>
                <a:lnTo>
                  <a:pt x="7227" y="625"/>
                </a:lnTo>
                <a:lnTo>
                  <a:pt x="72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18"/>
          <p:cNvSpPr/>
          <p:nvPr/>
        </p:nvSpPr>
        <p:spPr>
          <a:xfrm>
            <a:off x="2654794" y="3920416"/>
            <a:ext cx="286329" cy="325756"/>
          </a:xfrm>
          <a:custGeom>
            <a:rect b="b" l="l" r="r" t="t"/>
            <a:pathLst>
              <a:path extrusionOk="0" h="10617" w="9332">
                <a:moveTo>
                  <a:pt x="4675" y="1463"/>
                </a:moveTo>
                <a:cubicBezTo>
                  <a:pt x="5442" y="2445"/>
                  <a:pt x="6477" y="3176"/>
                  <a:pt x="7673" y="3551"/>
                </a:cubicBezTo>
                <a:cubicBezTo>
                  <a:pt x="7476" y="3658"/>
                  <a:pt x="7280" y="3729"/>
                  <a:pt x="7155" y="3729"/>
                </a:cubicBezTo>
                <a:cubicBezTo>
                  <a:pt x="6816" y="3729"/>
                  <a:pt x="6227" y="3515"/>
                  <a:pt x="6031" y="3444"/>
                </a:cubicBezTo>
                <a:lnTo>
                  <a:pt x="5924" y="3390"/>
                </a:lnTo>
                <a:lnTo>
                  <a:pt x="5799" y="3444"/>
                </a:lnTo>
                <a:cubicBezTo>
                  <a:pt x="5603" y="3515"/>
                  <a:pt x="5014" y="3729"/>
                  <a:pt x="4675" y="3729"/>
                </a:cubicBezTo>
                <a:cubicBezTo>
                  <a:pt x="4318" y="3729"/>
                  <a:pt x="3747" y="3515"/>
                  <a:pt x="3551" y="3444"/>
                </a:cubicBezTo>
                <a:lnTo>
                  <a:pt x="3426" y="3390"/>
                </a:lnTo>
                <a:lnTo>
                  <a:pt x="3319" y="3444"/>
                </a:lnTo>
                <a:cubicBezTo>
                  <a:pt x="3123" y="3515"/>
                  <a:pt x="2534" y="3729"/>
                  <a:pt x="2177" y="3729"/>
                </a:cubicBezTo>
                <a:cubicBezTo>
                  <a:pt x="2052" y="3729"/>
                  <a:pt x="1874" y="3658"/>
                  <a:pt x="1677" y="3551"/>
                </a:cubicBezTo>
                <a:cubicBezTo>
                  <a:pt x="2873" y="3176"/>
                  <a:pt x="3908" y="2445"/>
                  <a:pt x="4675" y="1463"/>
                </a:cubicBezTo>
                <a:close/>
                <a:moveTo>
                  <a:pt x="3123" y="4175"/>
                </a:moveTo>
                <a:lnTo>
                  <a:pt x="3123" y="5621"/>
                </a:lnTo>
                <a:lnTo>
                  <a:pt x="2498" y="5621"/>
                </a:lnTo>
                <a:lnTo>
                  <a:pt x="2498" y="4318"/>
                </a:lnTo>
                <a:cubicBezTo>
                  <a:pt x="2712" y="4282"/>
                  <a:pt x="2926" y="4229"/>
                  <a:pt x="3123" y="4175"/>
                </a:cubicBezTo>
                <a:close/>
                <a:moveTo>
                  <a:pt x="5603" y="4175"/>
                </a:moveTo>
                <a:lnTo>
                  <a:pt x="5603" y="5621"/>
                </a:lnTo>
                <a:lnTo>
                  <a:pt x="3747" y="5621"/>
                </a:lnTo>
                <a:lnTo>
                  <a:pt x="3747" y="4175"/>
                </a:lnTo>
                <a:cubicBezTo>
                  <a:pt x="4015" y="4265"/>
                  <a:pt x="4372" y="4354"/>
                  <a:pt x="4675" y="4354"/>
                </a:cubicBezTo>
                <a:cubicBezTo>
                  <a:pt x="4961" y="4354"/>
                  <a:pt x="5335" y="4265"/>
                  <a:pt x="5603" y="4175"/>
                </a:cubicBezTo>
                <a:close/>
                <a:moveTo>
                  <a:pt x="6227" y="4175"/>
                </a:moveTo>
                <a:cubicBezTo>
                  <a:pt x="6406" y="4229"/>
                  <a:pt x="6638" y="4282"/>
                  <a:pt x="6852" y="4318"/>
                </a:cubicBezTo>
                <a:lnTo>
                  <a:pt x="6852" y="5621"/>
                </a:lnTo>
                <a:lnTo>
                  <a:pt x="6227" y="5621"/>
                </a:lnTo>
                <a:lnTo>
                  <a:pt x="6227" y="4175"/>
                </a:lnTo>
                <a:close/>
                <a:moveTo>
                  <a:pt x="7905" y="6245"/>
                </a:moveTo>
                <a:lnTo>
                  <a:pt x="7583" y="6852"/>
                </a:lnTo>
                <a:lnTo>
                  <a:pt x="1749" y="6852"/>
                </a:lnTo>
                <a:lnTo>
                  <a:pt x="1446" y="6245"/>
                </a:lnTo>
                <a:close/>
                <a:moveTo>
                  <a:pt x="3123" y="7476"/>
                </a:moveTo>
                <a:lnTo>
                  <a:pt x="3123" y="8743"/>
                </a:lnTo>
                <a:lnTo>
                  <a:pt x="2498" y="8743"/>
                </a:lnTo>
                <a:lnTo>
                  <a:pt x="2498" y="7476"/>
                </a:lnTo>
                <a:close/>
                <a:moveTo>
                  <a:pt x="5603" y="7476"/>
                </a:moveTo>
                <a:lnTo>
                  <a:pt x="5603" y="8743"/>
                </a:lnTo>
                <a:lnTo>
                  <a:pt x="3747" y="8743"/>
                </a:lnTo>
                <a:lnTo>
                  <a:pt x="3747" y="7476"/>
                </a:lnTo>
                <a:close/>
                <a:moveTo>
                  <a:pt x="6852" y="7476"/>
                </a:moveTo>
                <a:lnTo>
                  <a:pt x="6852" y="8743"/>
                </a:lnTo>
                <a:lnTo>
                  <a:pt x="6227" y="8743"/>
                </a:lnTo>
                <a:lnTo>
                  <a:pt x="6227" y="7476"/>
                </a:lnTo>
                <a:close/>
                <a:moveTo>
                  <a:pt x="8101" y="9368"/>
                </a:moveTo>
                <a:lnTo>
                  <a:pt x="8101" y="9992"/>
                </a:lnTo>
                <a:lnTo>
                  <a:pt x="1249" y="9992"/>
                </a:lnTo>
                <a:lnTo>
                  <a:pt x="1249" y="9368"/>
                </a:lnTo>
                <a:close/>
                <a:moveTo>
                  <a:pt x="4354" y="0"/>
                </a:moveTo>
                <a:lnTo>
                  <a:pt x="4354" y="839"/>
                </a:lnTo>
                <a:cubicBezTo>
                  <a:pt x="3604" y="1927"/>
                  <a:pt x="2480" y="2712"/>
                  <a:pt x="1178" y="3033"/>
                </a:cubicBezTo>
                <a:lnTo>
                  <a:pt x="268" y="3265"/>
                </a:lnTo>
                <a:lnTo>
                  <a:pt x="750" y="3658"/>
                </a:lnTo>
                <a:cubicBezTo>
                  <a:pt x="857" y="3747"/>
                  <a:pt x="1374" y="4158"/>
                  <a:pt x="1874" y="4300"/>
                </a:cubicBezTo>
                <a:lnTo>
                  <a:pt x="1874" y="5621"/>
                </a:lnTo>
                <a:lnTo>
                  <a:pt x="428" y="5621"/>
                </a:lnTo>
                <a:lnTo>
                  <a:pt x="1374" y="7476"/>
                </a:lnTo>
                <a:lnTo>
                  <a:pt x="1874" y="7476"/>
                </a:lnTo>
                <a:lnTo>
                  <a:pt x="1874" y="8743"/>
                </a:lnTo>
                <a:lnTo>
                  <a:pt x="625" y="8743"/>
                </a:lnTo>
                <a:lnTo>
                  <a:pt x="625" y="9992"/>
                </a:lnTo>
                <a:lnTo>
                  <a:pt x="0" y="9992"/>
                </a:lnTo>
                <a:lnTo>
                  <a:pt x="0" y="10617"/>
                </a:lnTo>
                <a:lnTo>
                  <a:pt x="9332" y="10617"/>
                </a:lnTo>
                <a:lnTo>
                  <a:pt x="9332" y="9992"/>
                </a:lnTo>
                <a:lnTo>
                  <a:pt x="8707" y="9992"/>
                </a:lnTo>
                <a:lnTo>
                  <a:pt x="8707" y="8743"/>
                </a:lnTo>
                <a:lnTo>
                  <a:pt x="7476" y="8743"/>
                </a:lnTo>
                <a:lnTo>
                  <a:pt x="7476" y="7476"/>
                </a:lnTo>
                <a:lnTo>
                  <a:pt x="7976" y="7476"/>
                </a:lnTo>
                <a:lnTo>
                  <a:pt x="8904" y="5621"/>
                </a:lnTo>
                <a:lnTo>
                  <a:pt x="7476" y="5621"/>
                </a:lnTo>
                <a:lnTo>
                  <a:pt x="7476" y="4300"/>
                </a:lnTo>
                <a:cubicBezTo>
                  <a:pt x="7976" y="4158"/>
                  <a:pt x="8493" y="3747"/>
                  <a:pt x="8600" y="3658"/>
                </a:cubicBezTo>
                <a:lnTo>
                  <a:pt x="9082" y="3265"/>
                </a:lnTo>
                <a:lnTo>
                  <a:pt x="8172" y="3033"/>
                </a:lnTo>
                <a:cubicBezTo>
                  <a:pt x="6870" y="2712"/>
                  <a:pt x="5746" y="1927"/>
                  <a:pt x="4978" y="839"/>
                </a:cubicBezTo>
                <a:lnTo>
                  <a:pt x="49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 name="Google Shape;1606;p118"/>
          <p:cNvGrpSpPr/>
          <p:nvPr/>
        </p:nvGrpSpPr>
        <p:grpSpPr>
          <a:xfrm>
            <a:off x="7601719" y="3396604"/>
            <a:ext cx="326310" cy="325789"/>
            <a:chOff x="7743006" y="3413348"/>
            <a:chExt cx="341543" cy="340997"/>
          </a:xfrm>
        </p:grpSpPr>
        <p:sp>
          <p:nvSpPr>
            <p:cNvPr id="1607" name="Google Shape;1607;p118"/>
            <p:cNvSpPr/>
            <p:nvPr/>
          </p:nvSpPr>
          <p:spPr>
            <a:xfrm>
              <a:off x="7743006" y="3413348"/>
              <a:ext cx="341543" cy="340997"/>
            </a:xfrm>
            <a:custGeom>
              <a:rect b="b" l="l" r="r" t="t"/>
              <a:pathLst>
                <a:path extrusionOk="0" h="10618" w="10635">
                  <a:moveTo>
                    <a:pt x="2980" y="625"/>
                  </a:moveTo>
                  <a:cubicBezTo>
                    <a:pt x="3266" y="964"/>
                    <a:pt x="3426" y="1178"/>
                    <a:pt x="3426" y="1553"/>
                  </a:cubicBezTo>
                  <a:cubicBezTo>
                    <a:pt x="3426" y="1714"/>
                    <a:pt x="3355" y="1803"/>
                    <a:pt x="3194" y="1981"/>
                  </a:cubicBezTo>
                  <a:cubicBezTo>
                    <a:pt x="3016" y="2178"/>
                    <a:pt x="2802" y="2410"/>
                    <a:pt x="2802" y="2802"/>
                  </a:cubicBezTo>
                  <a:cubicBezTo>
                    <a:pt x="2802" y="3195"/>
                    <a:pt x="3016" y="3444"/>
                    <a:pt x="3194" y="3641"/>
                  </a:cubicBezTo>
                  <a:cubicBezTo>
                    <a:pt x="3355" y="3801"/>
                    <a:pt x="3426" y="3908"/>
                    <a:pt x="3426" y="4051"/>
                  </a:cubicBezTo>
                  <a:cubicBezTo>
                    <a:pt x="3426" y="4426"/>
                    <a:pt x="3266" y="4640"/>
                    <a:pt x="2980" y="4979"/>
                  </a:cubicBezTo>
                  <a:lnTo>
                    <a:pt x="2213" y="4979"/>
                  </a:lnTo>
                  <a:cubicBezTo>
                    <a:pt x="2391" y="4729"/>
                    <a:pt x="2498" y="4444"/>
                    <a:pt x="2498" y="4051"/>
                  </a:cubicBezTo>
                  <a:cubicBezTo>
                    <a:pt x="2498" y="3659"/>
                    <a:pt x="2284" y="3409"/>
                    <a:pt x="2106" y="3213"/>
                  </a:cubicBezTo>
                  <a:cubicBezTo>
                    <a:pt x="1963" y="3052"/>
                    <a:pt x="1874" y="2945"/>
                    <a:pt x="1874" y="2802"/>
                  </a:cubicBezTo>
                  <a:cubicBezTo>
                    <a:pt x="1874" y="2659"/>
                    <a:pt x="1963" y="2552"/>
                    <a:pt x="2106" y="2392"/>
                  </a:cubicBezTo>
                  <a:cubicBezTo>
                    <a:pt x="2284" y="2195"/>
                    <a:pt x="2498" y="1946"/>
                    <a:pt x="2498" y="1553"/>
                  </a:cubicBezTo>
                  <a:cubicBezTo>
                    <a:pt x="2498" y="1178"/>
                    <a:pt x="2391" y="875"/>
                    <a:pt x="2213" y="625"/>
                  </a:cubicBezTo>
                  <a:close/>
                  <a:moveTo>
                    <a:pt x="4532" y="625"/>
                  </a:moveTo>
                  <a:cubicBezTo>
                    <a:pt x="4818" y="964"/>
                    <a:pt x="4979" y="1178"/>
                    <a:pt x="4979" y="1553"/>
                  </a:cubicBezTo>
                  <a:cubicBezTo>
                    <a:pt x="4979" y="1714"/>
                    <a:pt x="4907" y="1803"/>
                    <a:pt x="4747" y="1981"/>
                  </a:cubicBezTo>
                  <a:cubicBezTo>
                    <a:pt x="4586" y="2178"/>
                    <a:pt x="4372" y="2410"/>
                    <a:pt x="4372" y="2802"/>
                  </a:cubicBezTo>
                  <a:cubicBezTo>
                    <a:pt x="4372" y="3195"/>
                    <a:pt x="4586" y="3444"/>
                    <a:pt x="4747" y="3641"/>
                  </a:cubicBezTo>
                  <a:cubicBezTo>
                    <a:pt x="4907" y="3801"/>
                    <a:pt x="4979" y="3908"/>
                    <a:pt x="4979" y="4051"/>
                  </a:cubicBezTo>
                  <a:cubicBezTo>
                    <a:pt x="4979" y="4426"/>
                    <a:pt x="4818" y="4640"/>
                    <a:pt x="4532" y="4979"/>
                  </a:cubicBezTo>
                  <a:lnTo>
                    <a:pt x="3765" y="4979"/>
                  </a:lnTo>
                  <a:cubicBezTo>
                    <a:pt x="3944" y="4729"/>
                    <a:pt x="4051" y="4444"/>
                    <a:pt x="4051" y="4051"/>
                  </a:cubicBezTo>
                  <a:cubicBezTo>
                    <a:pt x="4051" y="3659"/>
                    <a:pt x="3837" y="3409"/>
                    <a:pt x="3658" y="3213"/>
                  </a:cubicBezTo>
                  <a:cubicBezTo>
                    <a:pt x="3515" y="3052"/>
                    <a:pt x="3426" y="2945"/>
                    <a:pt x="3426" y="2802"/>
                  </a:cubicBezTo>
                  <a:cubicBezTo>
                    <a:pt x="3426" y="2659"/>
                    <a:pt x="3515" y="2552"/>
                    <a:pt x="3658" y="2392"/>
                  </a:cubicBezTo>
                  <a:cubicBezTo>
                    <a:pt x="3837" y="2195"/>
                    <a:pt x="4051" y="1946"/>
                    <a:pt x="4051" y="1553"/>
                  </a:cubicBezTo>
                  <a:cubicBezTo>
                    <a:pt x="4051" y="1178"/>
                    <a:pt x="3944" y="875"/>
                    <a:pt x="3765" y="625"/>
                  </a:cubicBezTo>
                  <a:close/>
                  <a:moveTo>
                    <a:pt x="7477" y="5603"/>
                  </a:moveTo>
                  <a:lnTo>
                    <a:pt x="7477" y="7745"/>
                  </a:lnTo>
                  <a:cubicBezTo>
                    <a:pt x="7477" y="8405"/>
                    <a:pt x="7048" y="8994"/>
                    <a:pt x="6406" y="9190"/>
                  </a:cubicBezTo>
                  <a:cubicBezTo>
                    <a:pt x="6031" y="9315"/>
                    <a:pt x="5746" y="9636"/>
                    <a:pt x="5657" y="9993"/>
                  </a:cubicBezTo>
                  <a:lnTo>
                    <a:pt x="2463" y="9993"/>
                  </a:lnTo>
                  <a:cubicBezTo>
                    <a:pt x="2356" y="9636"/>
                    <a:pt x="2070" y="9315"/>
                    <a:pt x="1695" y="9190"/>
                  </a:cubicBezTo>
                  <a:cubicBezTo>
                    <a:pt x="1053" y="8976"/>
                    <a:pt x="625" y="8387"/>
                    <a:pt x="625" y="7727"/>
                  </a:cubicBezTo>
                  <a:lnTo>
                    <a:pt x="625" y="5603"/>
                  </a:lnTo>
                  <a:close/>
                  <a:moveTo>
                    <a:pt x="0" y="1"/>
                  </a:moveTo>
                  <a:lnTo>
                    <a:pt x="0" y="625"/>
                  </a:lnTo>
                  <a:lnTo>
                    <a:pt x="1428" y="625"/>
                  </a:lnTo>
                  <a:cubicBezTo>
                    <a:pt x="1624" y="857"/>
                    <a:pt x="1767" y="1036"/>
                    <a:pt x="1838" y="1250"/>
                  </a:cubicBezTo>
                  <a:lnTo>
                    <a:pt x="0" y="1250"/>
                  </a:lnTo>
                  <a:lnTo>
                    <a:pt x="0" y="1874"/>
                  </a:lnTo>
                  <a:lnTo>
                    <a:pt x="1731" y="1874"/>
                  </a:lnTo>
                  <a:cubicBezTo>
                    <a:pt x="1713" y="1910"/>
                    <a:pt x="1678" y="1946"/>
                    <a:pt x="1642" y="1981"/>
                  </a:cubicBezTo>
                  <a:cubicBezTo>
                    <a:pt x="1464" y="2178"/>
                    <a:pt x="1249" y="2410"/>
                    <a:pt x="1249" y="2802"/>
                  </a:cubicBezTo>
                  <a:cubicBezTo>
                    <a:pt x="1249" y="3195"/>
                    <a:pt x="1464" y="3444"/>
                    <a:pt x="1642" y="3641"/>
                  </a:cubicBezTo>
                  <a:cubicBezTo>
                    <a:pt x="1785" y="3801"/>
                    <a:pt x="1874" y="3908"/>
                    <a:pt x="1874" y="4051"/>
                  </a:cubicBezTo>
                  <a:cubicBezTo>
                    <a:pt x="1874" y="4426"/>
                    <a:pt x="1713" y="4640"/>
                    <a:pt x="1428" y="4979"/>
                  </a:cubicBezTo>
                  <a:lnTo>
                    <a:pt x="0" y="4979"/>
                  </a:lnTo>
                  <a:lnTo>
                    <a:pt x="0" y="7727"/>
                  </a:lnTo>
                  <a:cubicBezTo>
                    <a:pt x="0" y="8655"/>
                    <a:pt x="607" y="9493"/>
                    <a:pt x="1499" y="9779"/>
                  </a:cubicBezTo>
                  <a:cubicBezTo>
                    <a:pt x="1731" y="9868"/>
                    <a:pt x="1874" y="10064"/>
                    <a:pt x="1874" y="10314"/>
                  </a:cubicBezTo>
                  <a:lnTo>
                    <a:pt x="1874" y="10617"/>
                  </a:lnTo>
                  <a:lnTo>
                    <a:pt x="6228" y="10617"/>
                  </a:lnTo>
                  <a:lnTo>
                    <a:pt x="6228" y="10314"/>
                  </a:lnTo>
                  <a:cubicBezTo>
                    <a:pt x="6228" y="10064"/>
                    <a:pt x="6388" y="9868"/>
                    <a:pt x="6602" y="9779"/>
                  </a:cubicBezTo>
                  <a:cubicBezTo>
                    <a:pt x="7494" y="9493"/>
                    <a:pt x="8101" y="8655"/>
                    <a:pt x="8101" y="7727"/>
                  </a:cubicBezTo>
                  <a:lnTo>
                    <a:pt x="8101" y="4979"/>
                  </a:lnTo>
                  <a:lnTo>
                    <a:pt x="5318" y="4979"/>
                  </a:lnTo>
                  <a:cubicBezTo>
                    <a:pt x="5496" y="4729"/>
                    <a:pt x="5603" y="4444"/>
                    <a:pt x="5603" y="4051"/>
                  </a:cubicBezTo>
                  <a:cubicBezTo>
                    <a:pt x="5603" y="3659"/>
                    <a:pt x="5389" y="3409"/>
                    <a:pt x="5210" y="3213"/>
                  </a:cubicBezTo>
                  <a:cubicBezTo>
                    <a:pt x="5068" y="3052"/>
                    <a:pt x="4979" y="2945"/>
                    <a:pt x="4979" y="2802"/>
                  </a:cubicBezTo>
                  <a:cubicBezTo>
                    <a:pt x="4979" y="2659"/>
                    <a:pt x="5068" y="2552"/>
                    <a:pt x="5210" y="2392"/>
                  </a:cubicBezTo>
                  <a:cubicBezTo>
                    <a:pt x="5335" y="2249"/>
                    <a:pt x="5478" y="2088"/>
                    <a:pt x="5549" y="1874"/>
                  </a:cubicBezTo>
                  <a:lnTo>
                    <a:pt x="10635" y="1874"/>
                  </a:lnTo>
                  <a:lnTo>
                    <a:pt x="10635" y="1250"/>
                  </a:lnTo>
                  <a:lnTo>
                    <a:pt x="5585" y="1250"/>
                  </a:lnTo>
                  <a:cubicBezTo>
                    <a:pt x="5532" y="1000"/>
                    <a:pt x="5442" y="804"/>
                    <a:pt x="5318" y="625"/>
                  </a:cubicBezTo>
                  <a:lnTo>
                    <a:pt x="10635" y="625"/>
                  </a:lnTo>
                  <a:lnTo>
                    <a:pt x="10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18"/>
            <p:cNvSpPr/>
            <p:nvPr/>
          </p:nvSpPr>
          <p:spPr>
            <a:xfrm>
              <a:off x="7823229" y="3614484"/>
              <a:ext cx="101451" cy="99749"/>
            </a:xfrm>
            <a:custGeom>
              <a:rect b="b" l="l" r="r" t="t"/>
              <a:pathLst>
                <a:path extrusionOk="0" h="3106" w="3159">
                  <a:moveTo>
                    <a:pt x="1553" y="625"/>
                  </a:moveTo>
                  <a:cubicBezTo>
                    <a:pt x="2070" y="625"/>
                    <a:pt x="2481" y="1035"/>
                    <a:pt x="2481" y="1553"/>
                  </a:cubicBezTo>
                  <a:cubicBezTo>
                    <a:pt x="2481" y="1731"/>
                    <a:pt x="2356" y="1874"/>
                    <a:pt x="2177" y="1874"/>
                  </a:cubicBezTo>
                  <a:cubicBezTo>
                    <a:pt x="1999" y="1874"/>
                    <a:pt x="1874" y="1731"/>
                    <a:pt x="1874" y="1553"/>
                  </a:cubicBezTo>
                  <a:cubicBezTo>
                    <a:pt x="1874" y="1160"/>
                    <a:pt x="1606" y="804"/>
                    <a:pt x="1249" y="679"/>
                  </a:cubicBezTo>
                  <a:cubicBezTo>
                    <a:pt x="1339" y="643"/>
                    <a:pt x="1446" y="625"/>
                    <a:pt x="1553" y="625"/>
                  </a:cubicBezTo>
                  <a:close/>
                  <a:moveTo>
                    <a:pt x="928" y="1250"/>
                  </a:moveTo>
                  <a:cubicBezTo>
                    <a:pt x="1107" y="1250"/>
                    <a:pt x="1249" y="1392"/>
                    <a:pt x="1249" y="1553"/>
                  </a:cubicBezTo>
                  <a:cubicBezTo>
                    <a:pt x="1249" y="1963"/>
                    <a:pt x="1499" y="2302"/>
                    <a:pt x="1874" y="2445"/>
                  </a:cubicBezTo>
                  <a:cubicBezTo>
                    <a:pt x="1767" y="2481"/>
                    <a:pt x="1660" y="2499"/>
                    <a:pt x="1553" y="2499"/>
                  </a:cubicBezTo>
                  <a:cubicBezTo>
                    <a:pt x="1035" y="2499"/>
                    <a:pt x="625" y="2070"/>
                    <a:pt x="625" y="1553"/>
                  </a:cubicBezTo>
                  <a:cubicBezTo>
                    <a:pt x="625" y="1392"/>
                    <a:pt x="768" y="1250"/>
                    <a:pt x="928" y="1250"/>
                  </a:cubicBezTo>
                  <a:close/>
                  <a:moveTo>
                    <a:pt x="1553" y="1"/>
                  </a:moveTo>
                  <a:cubicBezTo>
                    <a:pt x="696" y="1"/>
                    <a:pt x="0" y="714"/>
                    <a:pt x="0" y="1553"/>
                  </a:cubicBezTo>
                  <a:cubicBezTo>
                    <a:pt x="0" y="2409"/>
                    <a:pt x="696" y="3105"/>
                    <a:pt x="1553" y="3105"/>
                  </a:cubicBezTo>
                  <a:cubicBezTo>
                    <a:pt x="2391" y="3105"/>
                    <a:pt x="3087" y="2445"/>
                    <a:pt x="3105" y="1606"/>
                  </a:cubicBezTo>
                  <a:cubicBezTo>
                    <a:pt x="3159" y="786"/>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9" name="Google Shape;1609;p118"/>
          <p:cNvSpPr/>
          <p:nvPr/>
        </p:nvSpPr>
        <p:spPr>
          <a:xfrm>
            <a:off x="6891993" y="3396496"/>
            <a:ext cx="325756" cy="325787"/>
          </a:xfrm>
          <a:custGeom>
            <a:rect b="b" l="l" r="r" t="t"/>
            <a:pathLst>
              <a:path extrusionOk="0" h="10618" w="10617">
                <a:moveTo>
                  <a:pt x="6959" y="625"/>
                </a:moveTo>
                <a:lnTo>
                  <a:pt x="7244" y="1393"/>
                </a:lnTo>
                <a:lnTo>
                  <a:pt x="7994" y="1874"/>
                </a:lnTo>
                <a:lnTo>
                  <a:pt x="2641" y="1874"/>
                </a:lnTo>
                <a:lnTo>
                  <a:pt x="3390" y="1393"/>
                </a:lnTo>
                <a:lnTo>
                  <a:pt x="3676" y="625"/>
                </a:lnTo>
                <a:close/>
                <a:moveTo>
                  <a:pt x="3765" y="2499"/>
                </a:moveTo>
                <a:lnTo>
                  <a:pt x="3765" y="3766"/>
                </a:lnTo>
                <a:lnTo>
                  <a:pt x="2516" y="3766"/>
                </a:lnTo>
                <a:lnTo>
                  <a:pt x="2516" y="2499"/>
                </a:lnTo>
                <a:close/>
                <a:moveTo>
                  <a:pt x="6245" y="2499"/>
                </a:moveTo>
                <a:lnTo>
                  <a:pt x="6245" y="3766"/>
                </a:lnTo>
                <a:lnTo>
                  <a:pt x="4390" y="3766"/>
                </a:lnTo>
                <a:lnTo>
                  <a:pt x="4390" y="2499"/>
                </a:lnTo>
                <a:close/>
                <a:moveTo>
                  <a:pt x="8119" y="2499"/>
                </a:moveTo>
                <a:lnTo>
                  <a:pt x="8119" y="3766"/>
                </a:lnTo>
                <a:lnTo>
                  <a:pt x="6870" y="3766"/>
                </a:lnTo>
                <a:lnTo>
                  <a:pt x="6870" y="2499"/>
                </a:lnTo>
                <a:close/>
                <a:moveTo>
                  <a:pt x="8315" y="4372"/>
                </a:moveTo>
                <a:lnTo>
                  <a:pt x="9029" y="5015"/>
                </a:lnTo>
                <a:lnTo>
                  <a:pt x="1624" y="4997"/>
                </a:lnTo>
                <a:lnTo>
                  <a:pt x="2320" y="4372"/>
                </a:lnTo>
                <a:close/>
                <a:moveTo>
                  <a:pt x="3141" y="5621"/>
                </a:moveTo>
                <a:lnTo>
                  <a:pt x="3141" y="6246"/>
                </a:lnTo>
                <a:lnTo>
                  <a:pt x="1892" y="6246"/>
                </a:lnTo>
                <a:lnTo>
                  <a:pt x="1892" y="5621"/>
                </a:lnTo>
                <a:close/>
                <a:moveTo>
                  <a:pt x="3765" y="5621"/>
                </a:moveTo>
                <a:lnTo>
                  <a:pt x="6870" y="5639"/>
                </a:lnTo>
                <a:lnTo>
                  <a:pt x="6870" y="6246"/>
                </a:lnTo>
                <a:lnTo>
                  <a:pt x="3765" y="6246"/>
                </a:lnTo>
                <a:lnTo>
                  <a:pt x="3765" y="5621"/>
                </a:lnTo>
                <a:close/>
                <a:moveTo>
                  <a:pt x="8743" y="5639"/>
                </a:moveTo>
                <a:lnTo>
                  <a:pt x="8743" y="6246"/>
                </a:lnTo>
                <a:lnTo>
                  <a:pt x="7494" y="6246"/>
                </a:lnTo>
                <a:lnTo>
                  <a:pt x="7494" y="5639"/>
                </a:lnTo>
                <a:close/>
                <a:moveTo>
                  <a:pt x="3141" y="6870"/>
                </a:moveTo>
                <a:lnTo>
                  <a:pt x="3141" y="8137"/>
                </a:lnTo>
                <a:lnTo>
                  <a:pt x="1892" y="8137"/>
                </a:lnTo>
                <a:lnTo>
                  <a:pt x="1892" y="6870"/>
                </a:lnTo>
                <a:close/>
                <a:moveTo>
                  <a:pt x="6870" y="6870"/>
                </a:moveTo>
                <a:lnTo>
                  <a:pt x="6870" y="8137"/>
                </a:lnTo>
                <a:lnTo>
                  <a:pt x="3765" y="8137"/>
                </a:lnTo>
                <a:lnTo>
                  <a:pt x="3765" y="6870"/>
                </a:lnTo>
                <a:close/>
                <a:moveTo>
                  <a:pt x="8743" y="6870"/>
                </a:moveTo>
                <a:lnTo>
                  <a:pt x="8743" y="8137"/>
                </a:lnTo>
                <a:lnTo>
                  <a:pt x="7494" y="8137"/>
                </a:lnTo>
                <a:lnTo>
                  <a:pt x="7494" y="6870"/>
                </a:lnTo>
                <a:close/>
                <a:moveTo>
                  <a:pt x="4265" y="8762"/>
                </a:moveTo>
                <a:lnTo>
                  <a:pt x="3854" y="9993"/>
                </a:lnTo>
                <a:lnTo>
                  <a:pt x="625" y="9993"/>
                </a:lnTo>
                <a:lnTo>
                  <a:pt x="625" y="9368"/>
                </a:lnTo>
                <a:lnTo>
                  <a:pt x="1267" y="9368"/>
                </a:lnTo>
                <a:lnTo>
                  <a:pt x="1267" y="8762"/>
                </a:lnTo>
                <a:close/>
                <a:moveTo>
                  <a:pt x="5710" y="8762"/>
                </a:moveTo>
                <a:lnTo>
                  <a:pt x="6138" y="9993"/>
                </a:lnTo>
                <a:lnTo>
                  <a:pt x="4497" y="9993"/>
                </a:lnTo>
                <a:lnTo>
                  <a:pt x="4925" y="8762"/>
                </a:lnTo>
                <a:close/>
                <a:moveTo>
                  <a:pt x="9368" y="8762"/>
                </a:moveTo>
                <a:lnTo>
                  <a:pt x="9368" y="9368"/>
                </a:lnTo>
                <a:lnTo>
                  <a:pt x="10010" y="9368"/>
                </a:lnTo>
                <a:lnTo>
                  <a:pt x="10010" y="9993"/>
                </a:lnTo>
                <a:lnTo>
                  <a:pt x="6781" y="9993"/>
                </a:lnTo>
                <a:lnTo>
                  <a:pt x="6370" y="8762"/>
                </a:lnTo>
                <a:close/>
                <a:moveTo>
                  <a:pt x="3230" y="1"/>
                </a:moveTo>
                <a:lnTo>
                  <a:pt x="2891" y="982"/>
                </a:lnTo>
                <a:lnTo>
                  <a:pt x="518" y="2499"/>
                </a:lnTo>
                <a:lnTo>
                  <a:pt x="1892" y="2499"/>
                </a:lnTo>
                <a:lnTo>
                  <a:pt x="1892" y="3926"/>
                </a:lnTo>
                <a:lnTo>
                  <a:pt x="0" y="5621"/>
                </a:lnTo>
                <a:lnTo>
                  <a:pt x="1267" y="5621"/>
                </a:lnTo>
                <a:lnTo>
                  <a:pt x="1267" y="8137"/>
                </a:lnTo>
                <a:lnTo>
                  <a:pt x="661" y="8137"/>
                </a:lnTo>
                <a:lnTo>
                  <a:pt x="661" y="8762"/>
                </a:lnTo>
                <a:lnTo>
                  <a:pt x="0" y="8762"/>
                </a:lnTo>
                <a:lnTo>
                  <a:pt x="0" y="10617"/>
                </a:lnTo>
                <a:lnTo>
                  <a:pt x="10617" y="10617"/>
                </a:lnTo>
                <a:lnTo>
                  <a:pt x="10617" y="8762"/>
                </a:lnTo>
                <a:lnTo>
                  <a:pt x="9974" y="8762"/>
                </a:lnTo>
                <a:lnTo>
                  <a:pt x="9974" y="8137"/>
                </a:lnTo>
                <a:lnTo>
                  <a:pt x="9368" y="8137"/>
                </a:lnTo>
                <a:lnTo>
                  <a:pt x="9368" y="5639"/>
                </a:lnTo>
                <a:lnTo>
                  <a:pt x="10617" y="5639"/>
                </a:lnTo>
                <a:lnTo>
                  <a:pt x="8743" y="3926"/>
                </a:lnTo>
                <a:lnTo>
                  <a:pt x="8743" y="2499"/>
                </a:lnTo>
                <a:lnTo>
                  <a:pt x="10117" y="2499"/>
                </a:lnTo>
                <a:lnTo>
                  <a:pt x="7744" y="982"/>
                </a:lnTo>
                <a:lnTo>
                  <a:pt x="7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 name="Google Shape;1610;p118"/>
          <p:cNvGrpSpPr/>
          <p:nvPr/>
        </p:nvGrpSpPr>
        <p:grpSpPr>
          <a:xfrm>
            <a:off x="6240728" y="3396604"/>
            <a:ext cx="210268" cy="325789"/>
            <a:chOff x="6318481" y="3413348"/>
            <a:chExt cx="220084" cy="340997"/>
          </a:xfrm>
        </p:grpSpPr>
        <p:sp>
          <p:nvSpPr>
            <p:cNvPr id="1611" name="Google Shape;1611;p118"/>
            <p:cNvSpPr/>
            <p:nvPr/>
          </p:nvSpPr>
          <p:spPr>
            <a:xfrm>
              <a:off x="6318481" y="3413348"/>
              <a:ext cx="139861" cy="340997"/>
            </a:xfrm>
            <a:custGeom>
              <a:rect b="b" l="l" r="r" t="t"/>
              <a:pathLst>
                <a:path extrusionOk="0" h="10618" w="4355">
                  <a:moveTo>
                    <a:pt x="1250" y="4372"/>
                  </a:moveTo>
                  <a:lnTo>
                    <a:pt x="1250" y="4997"/>
                  </a:lnTo>
                  <a:lnTo>
                    <a:pt x="625" y="4997"/>
                  </a:lnTo>
                  <a:lnTo>
                    <a:pt x="625" y="4372"/>
                  </a:lnTo>
                  <a:close/>
                  <a:moveTo>
                    <a:pt x="2499" y="4372"/>
                  </a:moveTo>
                  <a:lnTo>
                    <a:pt x="2499" y="4997"/>
                  </a:lnTo>
                  <a:lnTo>
                    <a:pt x="1874" y="4997"/>
                  </a:lnTo>
                  <a:lnTo>
                    <a:pt x="1874" y="4372"/>
                  </a:lnTo>
                  <a:close/>
                  <a:moveTo>
                    <a:pt x="3730" y="4372"/>
                  </a:moveTo>
                  <a:lnTo>
                    <a:pt x="3730" y="4997"/>
                  </a:lnTo>
                  <a:lnTo>
                    <a:pt x="3123" y="4997"/>
                  </a:lnTo>
                  <a:lnTo>
                    <a:pt x="3123" y="4372"/>
                  </a:lnTo>
                  <a:close/>
                  <a:moveTo>
                    <a:pt x="1250" y="1"/>
                  </a:moveTo>
                  <a:lnTo>
                    <a:pt x="1250" y="3766"/>
                  </a:lnTo>
                  <a:lnTo>
                    <a:pt x="1" y="3766"/>
                  </a:lnTo>
                  <a:lnTo>
                    <a:pt x="1" y="5621"/>
                  </a:lnTo>
                  <a:lnTo>
                    <a:pt x="1250" y="5621"/>
                  </a:lnTo>
                  <a:lnTo>
                    <a:pt x="1250" y="10617"/>
                  </a:lnTo>
                  <a:lnTo>
                    <a:pt x="1874" y="10617"/>
                  </a:lnTo>
                  <a:lnTo>
                    <a:pt x="1874" y="5621"/>
                  </a:lnTo>
                  <a:lnTo>
                    <a:pt x="2499" y="5621"/>
                  </a:lnTo>
                  <a:lnTo>
                    <a:pt x="2499" y="10617"/>
                  </a:lnTo>
                  <a:lnTo>
                    <a:pt x="3123" y="10617"/>
                  </a:lnTo>
                  <a:lnTo>
                    <a:pt x="3123" y="5621"/>
                  </a:lnTo>
                  <a:lnTo>
                    <a:pt x="4354" y="5621"/>
                  </a:lnTo>
                  <a:lnTo>
                    <a:pt x="4354" y="3766"/>
                  </a:lnTo>
                  <a:lnTo>
                    <a:pt x="3123" y="3766"/>
                  </a:lnTo>
                  <a:lnTo>
                    <a:pt x="3123" y="1"/>
                  </a:lnTo>
                  <a:lnTo>
                    <a:pt x="2499" y="1"/>
                  </a:lnTo>
                  <a:lnTo>
                    <a:pt x="2499" y="3766"/>
                  </a:lnTo>
                  <a:lnTo>
                    <a:pt x="1874" y="3766"/>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8"/>
            <p:cNvSpPr/>
            <p:nvPr/>
          </p:nvSpPr>
          <p:spPr>
            <a:xfrm>
              <a:off x="6438238" y="3413348"/>
              <a:ext cx="100327" cy="340997"/>
            </a:xfrm>
            <a:custGeom>
              <a:rect b="b" l="l" r="r" t="t"/>
              <a:pathLst>
                <a:path extrusionOk="0" h="10618" w="3124">
                  <a:moveTo>
                    <a:pt x="1571" y="625"/>
                  </a:moveTo>
                  <a:cubicBezTo>
                    <a:pt x="2070" y="625"/>
                    <a:pt x="2499" y="1178"/>
                    <a:pt x="2499" y="1874"/>
                  </a:cubicBezTo>
                  <a:cubicBezTo>
                    <a:pt x="2499" y="2552"/>
                    <a:pt x="2070" y="3123"/>
                    <a:pt x="1571" y="3123"/>
                  </a:cubicBezTo>
                  <a:cubicBezTo>
                    <a:pt x="1053" y="3123"/>
                    <a:pt x="625" y="2552"/>
                    <a:pt x="625" y="1874"/>
                  </a:cubicBezTo>
                  <a:cubicBezTo>
                    <a:pt x="625" y="1178"/>
                    <a:pt x="1053" y="625"/>
                    <a:pt x="1571" y="625"/>
                  </a:cubicBezTo>
                  <a:close/>
                  <a:moveTo>
                    <a:pt x="1571" y="1"/>
                  </a:moveTo>
                  <a:cubicBezTo>
                    <a:pt x="643" y="1"/>
                    <a:pt x="1" y="911"/>
                    <a:pt x="1" y="1874"/>
                  </a:cubicBezTo>
                  <a:cubicBezTo>
                    <a:pt x="1" y="2713"/>
                    <a:pt x="500" y="3516"/>
                    <a:pt x="1250" y="3694"/>
                  </a:cubicBezTo>
                  <a:lnTo>
                    <a:pt x="1250" y="10617"/>
                  </a:lnTo>
                  <a:lnTo>
                    <a:pt x="1874" y="10617"/>
                  </a:lnTo>
                  <a:lnTo>
                    <a:pt x="1874" y="3694"/>
                  </a:lnTo>
                  <a:cubicBezTo>
                    <a:pt x="2641" y="3516"/>
                    <a:pt x="3123" y="2713"/>
                    <a:pt x="3123" y="1874"/>
                  </a:cubicBezTo>
                  <a:cubicBezTo>
                    <a:pt x="3123" y="893"/>
                    <a:pt x="2481" y="1"/>
                    <a:pt x="1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 name="Google Shape;1613;p118"/>
          <p:cNvSpPr/>
          <p:nvPr/>
        </p:nvSpPr>
        <p:spPr>
          <a:xfrm>
            <a:off x="5473027" y="3416225"/>
            <a:ext cx="325756" cy="286329"/>
          </a:xfrm>
          <a:custGeom>
            <a:rect b="b" l="l" r="r" t="t"/>
            <a:pathLst>
              <a:path extrusionOk="0" h="9332" w="10617">
                <a:moveTo>
                  <a:pt x="2802" y="750"/>
                </a:moveTo>
                <a:lnTo>
                  <a:pt x="4550" y="2498"/>
                </a:lnTo>
                <a:lnTo>
                  <a:pt x="1071" y="2498"/>
                </a:lnTo>
                <a:lnTo>
                  <a:pt x="2802" y="750"/>
                </a:lnTo>
                <a:close/>
                <a:moveTo>
                  <a:pt x="4978" y="3123"/>
                </a:moveTo>
                <a:lnTo>
                  <a:pt x="4978" y="5603"/>
                </a:lnTo>
                <a:lnTo>
                  <a:pt x="625" y="5603"/>
                </a:lnTo>
                <a:lnTo>
                  <a:pt x="625" y="3123"/>
                </a:lnTo>
                <a:close/>
                <a:moveTo>
                  <a:pt x="4978" y="6227"/>
                </a:moveTo>
                <a:lnTo>
                  <a:pt x="4978" y="8707"/>
                </a:lnTo>
                <a:lnTo>
                  <a:pt x="625" y="8707"/>
                </a:lnTo>
                <a:lnTo>
                  <a:pt x="625" y="6227"/>
                </a:lnTo>
                <a:close/>
                <a:moveTo>
                  <a:pt x="1249" y="0"/>
                </a:moveTo>
                <a:lnTo>
                  <a:pt x="1249" y="625"/>
                </a:lnTo>
                <a:lnTo>
                  <a:pt x="2052" y="625"/>
                </a:lnTo>
                <a:lnTo>
                  <a:pt x="0" y="2677"/>
                </a:lnTo>
                <a:lnTo>
                  <a:pt x="0" y="9332"/>
                </a:lnTo>
                <a:lnTo>
                  <a:pt x="5603" y="9332"/>
                </a:lnTo>
                <a:lnTo>
                  <a:pt x="5603" y="2677"/>
                </a:lnTo>
                <a:lnTo>
                  <a:pt x="3551" y="625"/>
                </a:lnTo>
                <a:lnTo>
                  <a:pt x="10617" y="625"/>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118"/>
          <p:cNvGrpSpPr/>
          <p:nvPr/>
        </p:nvGrpSpPr>
        <p:grpSpPr>
          <a:xfrm>
            <a:off x="3371499" y="3396604"/>
            <a:ext cx="272646" cy="325789"/>
            <a:chOff x="3315311" y="3413348"/>
            <a:chExt cx="285374" cy="340997"/>
          </a:xfrm>
        </p:grpSpPr>
        <p:sp>
          <p:nvSpPr>
            <p:cNvPr id="1615" name="Google Shape;1615;p118"/>
            <p:cNvSpPr/>
            <p:nvPr/>
          </p:nvSpPr>
          <p:spPr>
            <a:xfrm>
              <a:off x="3408123" y="3493571"/>
              <a:ext cx="100905" cy="99749"/>
            </a:xfrm>
            <a:custGeom>
              <a:rect b="b" l="l" r="r" t="t"/>
              <a:pathLst>
                <a:path extrusionOk="0" h="3106" w="3142">
                  <a:moveTo>
                    <a:pt x="1553" y="607"/>
                  </a:moveTo>
                  <a:cubicBezTo>
                    <a:pt x="2071" y="607"/>
                    <a:pt x="2481" y="1036"/>
                    <a:pt x="2481" y="1553"/>
                  </a:cubicBezTo>
                  <a:cubicBezTo>
                    <a:pt x="2481" y="1714"/>
                    <a:pt x="2338" y="1856"/>
                    <a:pt x="2178" y="1856"/>
                  </a:cubicBezTo>
                  <a:cubicBezTo>
                    <a:pt x="1999" y="1856"/>
                    <a:pt x="1856" y="1714"/>
                    <a:pt x="1856" y="1553"/>
                  </a:cubicBezTo>
                  <a:cubicBezTo>
                    <a:pt x="1856" y="1143"/>
                    <a:pt x="1607" y="804"/>
                    <a:pt x="1232" y="661"/>
                  </a:cubicBezTo>
                  <a:cubicBezTo>
                    <a:pt x="1339" y="625"/>
                    <a:pt x="1446" y="607"/>
                    <a:pt x="1553" y="607"/>
                  </a:cubicBezTo>
                  <a:close/>
                  <a:moveTo>
                    <a:pt x="929" y="1232"/>
                  </a:moveTo>
                  <a:cubicBezTo>
                    <a:pt x="1107" y="1232"/>
                    <a:pt x="1232" y="1375"/>
                    <a:pt x="1232" y="1553"/>
                  </a:cubicBezTo>
                  <a:cubicBezTo>
                    <a:pt x="1232" y="1946"/>
                    <a:pt x="1500" y="2303"/>
                    <a:pt x="1856" y="2427"/>
                  </a:cubicBezTo>
                  <a:cubicBezTo>
                    <a:pt x="1767" y="2463"/>
                    <a:pt x="1660" y="2481"/>
                    <a:pt x="1553" y="2481"/>
                  </a:cubicBezTo>
                  <a:cubicBezTo>
                    <a:pt x="1036" y="2481"/>
                    <a:pt x="625" y="2071"/>
                    <a:pt x="625" y="1553"/>
                  </a:cubicBezTo>
                  <a:cubicBezTo>
                    <a:pt x="625" y="1375"/>
                    <a:pt x="750" y="1232"/>
                    <a:pt x="929" y="1232"/>
                  </a:cubicBezTo>
                  <a:close/>
                  <a:moveTo>
                    <a:pt x="1553" y="1"/>
                  </a:moveTo>
                  <a:cubicBezTo>
                    <a:pt x="697" y="1"/>
                    <a:pt x="1" y="697"/>
                    <a:pt x="1" y="1553"/>
                  </a:cubicBezTo>
                  <a:cubicBezTo>
                    <a:pt x="1" y="2410"/>
                    <a:pt x="697" y="3105"/>
                    <a:pt x="1553" y="3105"/>
                  </a:cubicBezTo>
                  <a:cubicBezTo>
                    <a:pt x="2392" y="3105"/>
                    <a:pt x="3088" y="2427"/>
                    <a:pt x="3105" y="1589"/>
                  </a:cubicBezTo>
                  <a:cubicBezTo>
                    <a:pt x="3141" y="768"/>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18"/>
            <p:cNvSpPr/>
            <p:nvPr/>
          </p:nvSpPr>
          <p:spPr>
            <a:xfrm>
              <a:off x="3376040" y="3572671"/>
              <a:ext cx="41300" cy="43580"/>
            </a:xfrm>
            <a:custGeom>
              <a:rect b="b" l="l" r="r" t="t"/>
              <a:pathLst>
                <a:path extrusionOk="0" h="1357" w="1286">
                  <a:moveTo>
                    <a:pt x="482" y="0"/>
                  </a:moveTo>
                  <a:lnTo>
                    <a:pt x="1" y="410"/>
                  </a:lnTo>
                  <a:lnTo>
                    <a:pt x="804" y="1356"/>
                  </a:lnTo>
                  <a:lnTo>
                    <a:pt x="1285" y="964"/>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18"/>
            <p:cNvSpPr/>
            <p:nvPr/>
          </p:nvSpPr>
          <p:spPr>
            <a:xfrm>
              <a:off x="3498656" y="3470095"/>
              <a:ext cx="41300" cy="43580"/>
            </a:xfrm>
            <a:custGeom>
              <a:rect b="b" l="l" r="r" t="t"/>
              <a:pathLst>
                <a:path extrusionOk="0" h="1357" w="1286">
                  <a:moveTo>
                    <a:pt x="483" y="0"/>
                  </a:moveTo>
                  <a:lnTo>
                    <a:pt x="1" y="393"/>
                  </a:lnTo>
                  <a:lnTo>
                    <a:pt x="804" y="1356"/>
                  </a:lnTo>
                  <a:lnTo>
                    <a:pt x="1286" y="946"/>
                  </a:lnTo>
                  <a:lnTo>
                    <a:pt x="4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18"/>
            <p:cNvSpPr/>
            <p:nvPr/>
          </p:nvSpPr>
          <p:spPr>
            <a:xfrm>
              <a:off x="3376040" y="3470095"/>
              <a:ext cx="41300" cy="43580"/>
            </a:xfrm>
            <a:custGeom>
              <a:rect b="b" l="l" r="r" t="t"/>
              <a:pathLst>
                <a:path extrusionOk="0" h="1357" w="1286">
                  <a:moveTo>
                    <a:pt x="804" y="0"/>
                  </a:moveTo>
                  <a:lnTo>
                    <a:pt x="1" y="964"/>
                  </a:lnTo>
                  <a:lnTo>
                    <a:pt x="482" y="1356"/>
                  </a:lnTo>
                  <a:lnTo>
                    <a:pt x="1285" y="411"/>
                  </a:lnTo>
                  <a:lnTo>
                    <a:pt x="8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8"/>
            <p:cNvSpPr/>
            <p:nvPr/>
          </p:nvSpPr>
          <p:spPr>
            <a:xfrm>
              <a:off x="3498656" y="3573217"/>
              <a:ext cx="41300" cy="43034"/>
            </a:xfrm>
            <a:custGeom>
              <a:rect b="b" l="l" r="r" t="t"/>
              <a:pathLst>
                <a:path extrusionOk="0" h="1340" w="1286">
                  <a:moveTo>
                    <a:pt x="804" y="1"/>
                  </a:moveTo>
                  <a:lnTo>
                    <a:pt x="1" y="947"/>
                  </a:lnTo>
                  <a:lnTo>
                    <a:pt x="483" y="1339"/>
                  </a:lnTo>
                  <a:lnTo>
                    <a:pt x="1286" y="393"/>
                  </a:lnTo>
                  <a:lnTo>
                    <a:pt x="8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18"/>
            <p:cNvSpPr/>
            <p:nvPr/>
          </p:nvSpPr>
          <p:spPr>
            <a:xfrm>
              <a:off x="3315311" y="3413348"/>
              <a:ext cx="285374" cy="313475"/>
            </a:xfrm>
            <a:custGeom>
              <a:rect b="b" l="l" r="r" t="t"/>
              <a:pathLst>
                <a:path extrusionOk="0" h="9761" w="8886">
                  <a:moveTo>
                    <a:pt x="4443" y="625"/>
                  </a:moveTo>
                  <a:cubicBezTo>
                    <a:pt x="5317" y="625"/>
                    <a:pt x="6192" y="964"/>
                    <a:pt x="6870" y="1625"/>
                  </a:cubicBezTo>
                  <a:cubicBezTo>
                    <a:pt x="8190" y="2963"/>
                    <a:pt x="8190" y="5140"/>
                    <a:pt x="6870" y="6460"/>
                  </a:cubicBezTo>
                  <a:lnTo>
                    <a:pt x="4443" y="8886"/>
                  </a:lnTo>
                  <a:lnTo>
                    <a:pt x="2017" y="6460"/>
                  </a:lnTo>
                  <a:cubicBezTo>
                    <a:pt x="678" y="5140"/>
                    <a:pt x="678" y="2963"/>
                    <a:pt x="2017" y="1625"/>
                  </a:cubicBezTo>
                  <a:cubicBezTo>
                    <a:pt x="2695" y="964"/>
                    <a:pt x="3569" y="625"/>
                    <a:pt x="4443" y="625"/>
                  </a:cubicBezTo>
                  <a:close/>
                  <a:moveTo>
                    <a:pt x="4443" y="1"/>
                  </a:moveTo>
                  <a:cubicBezTo>
                    <a:pt x="3408" y="1"/>
                    <a:pt x="2373" y="393"/>
                    <a:pt x="1588" y="1178"/>
                  </a:cubicBezTo>
                  <a:cubicBezTo>
                    <a:pt x="0" y="2766"/>
                    <a:pt x="0" y="5336"/>
                    <a:pt x="1588" y="6906"/>
                  </a:cubicBezTo>
                  <a:lnTo>
                    <a:pt x="4443" y="9761"/>
                  </a:lnTo>
                  <a:lnTo>
                    <a:pt x="7298" y="6906"/>
                  </a:lnTo>
                  <a:cubicBezTo>
                    <a:pt x="8886" y="5336"/>
                    <a:pt x="8886" y="2766"/>
                    <a:pt x="7298" y="1178"/>
                  </a:cubicBezTo>
                  <a:cubicBezTo>
                    <a:pt x="6513" y="393"/>
                    <a:pt x="5478" y="1"/>
                    <a:pt x="4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18"/>
            <p:cNvSpPr/>
            <p:nvPr/>
          </p:nvSpPr>
          <p:spPr>
            <a:xfrm>
              <a:off x="3368012" y="3734241"/>
              <a:ext cx="179972" cy="20104"/>
            </a:xfrm>
            <a:custGeom>
              <a:rect b="b" l="l" r="r" t="t"/>
              <a:pathLst>
                <a:path extrusionOk="0" h="626" w="5604">
                  <a:moveTo>
                    <a:pt x="1" y="1"/>
                  </a:moveTo>
                  <a:lnTo>
                    <a:pt x="1" y="625"/>
                  </a:lnTo>
                  <a:lnTo>
                    <a:pt x="5603" y="625"/>
                  </a:lnTo>
                  <a:lnTo>
                    <a:pt x="56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 name="Google Shape;1622;p118"/>
          <p:cNvGrpSpPr/>
          <p:nvPr/>
        </p:nvGrpSpPr>
        <p:grpSpPr>
          <a:xfrm>
            <a:off x="4821715" y="3396604"/>
            <a:ext cx="210268" cy="325789"/>
            <a:chOff x="4833226" y="3413348"/>
            <a:chExt cx="220084" cy="340997"/>
          </a:xfrm>
        </p:grpSpPr>
        <p:sp>
          <p:nvSpPr>
            <p:cNvPr id="1623" name="Google Shape;1623;p118"/>
            <p:cNvSpPr/>
            <p:nvPr/>
          </p:nvSpPr>
          <p:spPr>
            <a:xfrm>
              <a:off x="4833226" y="3493571"/>
              <a:ext cx="220084" cy="260774"/>
            </a:xfrm>
            <a:custGeom>
              <a:rect b="b" l="l" r="r" t="t"/>
              <a:pathLst>
                <a:path extrusionOk="0" h="8120" w="6853">
                  <a:moveTo>
                    <a:pt x="5603" y="3766"/>
                  </a:moveTo>
                  <a:lnTo>
                    <a:pt x="5603" y="4087"/>
                  </a:lnTo>
                  <a:cubicBezTo>
                    <a:pt x="5603" y="4247"/>
                    <a:pt x="5460" y="4390"/>
                    <a:pt x="5300" y="4390"/>
                  </a:cubicBezTo>
                  <a:lnTo>
                    <a:pt x="1553" y="4390"/>
                  </a:lnTo>
                  <a:cubicBezTo>
                    <a:pt x="1392" y="4390"/>
                    <a:pt x="1249" y="4247"/>
                    <a:pt x="1249" y="4087"/>
                  </a:cubicBezTo>
                  <a:lnTo>
                    <a:pt x="1249" y="3766"/>
                  </a:lnTo>
                  <a:close/>
                  <a:moveTo>
                    <a:pt x="5300" y="5015"/>
                  </a:moveTo>
                  <a:cubicBezTo>
                    <a:pt x="5799" y="5015"/>
                    <a:pt x="6228" y="5568"/>
                    <a:pt x="6228" y="6264"/>
                  </a:cubicBezTo>
                  <a:cubicBezTo>
                    <a:pt x="6228" y="6942"/>
                    <a:pt x="5799" y="7495"/>
                    <a:pt x="5300" y="7495"/>
                  </a:cubicBezTo>
                  <a:lnTo>
                    <a:pt x="1553" y="7495"/>
                  </a:lnTo>
                  <a:cubicBezTo>
                    <a:pt x="1035" y="7495"/>
                    <a:pt x="625" y="6942"/>
                    <a:pt x="625" y="6264"/>
                  </a:cubicBezTo>
                  <a:cubicBezTo>
                    <a:pt x="625" y="5568"/>
                    <a:pt x="1035" y="5015"/>
                    <a:pt x="1553" y="5015"/>
                  </a:cubicBezTo>
                  <a:close/>
                  <a:moveTo>
                    <a:pt x="1874" y="1"/>
                  </a:moveTo>
                  <a:lnTo>
                    <a:pt x="1874" y="3141"/>
                  </a:lnTo>
                  <a:lnTo>
                    <a:pt x="625" y="3141"/>
                  </a:lnTo>
                  <a:lnTo>
                    <a:pt x="625" y="4087"/>
                  </a:lnTo>
                  <a:cubicBezTo>
                    <a:pt x="625" y="4283"/>
                    <a:pt x="696" y="4479"/>
                    <a:pt x="803" y="4622"/>
                  </a:cubicBezTo>
                  <a:cubicBezTo>
                    <a:pt x="661" y="4711"/>
                    <a:pt x="554" y="4818"/>
                    <a:pt x="429" y="4961"/>
                  </a:cubicBezTo>
                  <a:cubicBezTo>
                    <a:pt x="161" y="5318"/>
                    <a:pt x="0" y="5764"/>
                    <a:pt x="0" y="6264"/>
                  </a:cubicBezTo>
                  <a:cubicBezTo>
                    <a:pt x="0" y="6745"/>
                    <a:pt x="161" y="7209"/>
                    <a:pt x="429" y="7548"/>
                  </a:cubicBezTo>
                  <a:cubicBezTo>
                    <a:pt x="732" y="7923"/>
                    <a:pt x="1125" y="8119"/>
                    <a:pt x="1553" y="8119"/>
                  </a:cubicBezTo>
                  <a:lnTo>
                    <a:pt x="5300" y="8119"/>
                  </a:lnTo>
                  <a:cubicBezTo>
                    <a:pt x="5728" y="8119"/>
                    <a:pt x="6120" y="7923"/>
                    <a:pt x="6406" y="7548"/>
                  </a:cubicBezTo>
                  <a:cubicBezTo>
                    <a:pt x="6691" y="7209"/>
                    <a:pt x="6852" y="6745"/>
                    <a:pt x="6852" y="6264"/>
                  </a:cubicBezTo>
                  <a:cubicBezTo>
                    <a:pt x="6852" y="5764"/>
                    <a:pt x="6691" y="5318"/>
                    <a:pt x="6406" y="4961"/>
                  </a:cubicBezTo>
                  <a:cubicBezTo>
                    <a:pt x="6299" y="4818"/>
                    <a:pt x="6174" y="4711"/>
                    <a:pt x="6049" y="4622"/>
                  </a:cubicBezTo>
                  <a:cubicBezTo>
                    <a:pt x="6156" y="4479"/>
                    <a:pt x="6228" y="4283"/>
                    <a:pt x="6228" y="4087"/>
                  </a:cubicBezTo>
                  <a:lnTo>
                    <a:pt x="6228" y="3141"/>
                  </a:lnTo>
                  <a:lnTo>
                    <a:pt x="4979" y="3141"/>
                  </a:lnTo>
                  <a:lnTo>
                    <a:pt x="4979" y="1"/>
                  </a:lnTo>
                  <a:lnTo>
                    <a:pt x="4354" y="1"/>
                  </a:lnTo>
                  <a:lnTo>
                    <a:pt x="4354" y="3141"/>
                  </a:lnTo>
                  <a:lnTo>
                    <a:pt x="3730" y="3141"/>
                  </a:lnTo>
                  <a:lnTo>
                    <a:pt x="3730" y="1"/>
                  </a:lnTo>
                  <a:lnTo>
                    <a:pt x="3105" y="1"/>
                  </a:lnTo>
                  <a:lnTo>
                    <a:pt x="3105" y="3141"/>
                  </a:lnTo>
                  <a:lnTo>
                    <a:pt x="2498" y="3141"/>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18"/>
            <p:cNvSpPr/>
            <p:nvPr/>
          </p:nvSpPr>
          <p:spPr>
            <a:xfrm>
              <a:off x="4932944" y="3413348"/>
              <a:ext cx="20072" cy="60216"/>
            </a:xfrm>
            <a:custGeom>
              <a:rect b="b" l="l" r="r" t="t"/>
              <a:pathLst>
                <a:path extrusionOk="0" h="1875" w="625">
                  <a:moveTo>
                    <a:pt x="0" y="1"/>
                  </a:moveTo>
                  <a:lnTo>
                    <a:pt x="0" y="1874"/>
                  </a:lnTo>
                  <a:lnTo>
                    <a:pt x="625" y="187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18"/>
            <p:cNvSpPr/>
            <p:nvPr/>
          </p:nvSpPr>
          <p:spPr>
            <a:xfrm>
              <a:off x="4973055" y="3413348"/>
              <a:ext cx="80255" cy="60216"/>
            </a:xfrm>
            <a:custGeom>
              <a:rect b="b" l="l" r="r" t="t"/>
              <a:pathLst>
                <a:path extrusionOk="0" h="1875" w="2499">
                  <a:moveTo>
                    <a:pt x="1874" y="1"/>
                  </a:moveTo>
                  <a:cubicBezTo>
                    <a:pt x="1874" y="340"/>
                    <a:pt x="1588" y="625"/>
                    <a:pt x="1249" y="625"/>
                  </a:cubicBezTo>
                  <a:cubicBezTo>
                    <a:pt x="553" y="625"/>
                    <a:pt x="0" y="1178"/>
                    <a:pt x="0" y="1874"/>
                  </a:cubicBezTo>
                  <a:lnTo>
                    <a:pt x="625" y="1874"/>
                  </a:lnTo>
                  <a:cubicBezTo>
                    <a:pt x="625" y="1535"/>
                    <a:pt x="910" y="1250"/>
                    <a:pt x="1249" y="1250"/>
                  </a:cubicBezTo>
                  <a:cubicBezTo>
                    <a:pt x="1927" y="1250"/>
                    <a:pt x="2498" y="697"/>
                    <a:pt x="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18"/>
            <p:cNvSpPr/>
            <p:nvPr/>
          </p:nvSpPr>
          <p:spPr>
            <a:xfrm>
              <a:off x="4833226" y="3413348"/>
              <a:ext cx="80255" cy="60216"/>
            </a:xfrm>
            <a:custGeom>
              <a:rect b="b" l="l" r="r" t="t"/>
              <a:pathLst>
                <a:path extrusionOk="0" h="1875" w="2499">
                  <a:moveTo>
                    <a:pt x="0" y="1"/>
                  </a:moveTo>
                  <a:cubicBezTo>
                    <a:pt x="0" y="697"/>
                    <a:pt x="554" y="1250"/>
                    <a:pt x="1249" y="1250"/>
                  </a:cubicBezTo>
                  <a:cubicBezTo>
                    <a:pt x="1588" y="1250"/>
                    <a:pt x="1874" y="1535"/>
                    <a:pt x="1874" y="1874"/>
                  </a:cubicBezTo>
                  <a:lnTo>
                    <a:pt x="2498" y="1874"/>
                  </a:lnTo>
                  <a:cubicBezTo>
                    <a:pt x="2498" y="1178"/>
                    <a:pt x="1927" y="625"/>
                    <a:pt x="1249" y="625"/>
                  </a:cubicBezTo>
                  <a:cubicBezTo>
                    <a:pt x="910" y="625"/>
                    <a:pt x="625" y="340"/>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 name="Google Shape;1627;p118"/>
          <p:cNvSpPr/>
          <p:nvPr/>
        </p:nvSpPr>
        <p:spPr>
          <a:xfrm>
            <a:off x="4112081" y="3396496"/>
            <a:ext cx="210236" cy="325787"/>
          </a:xfrm>
          <a:custGeom>
            <a:rect b="b" l="l" r="r" t="t"/>
            <a:pathLst>
              <a:path extrusionOk="0" h="10618" w="6852">
                <a:moveTo>
                  <a:pt x="3426" y="625"/>
                </a:moveTo>
                <a:cubicBezTo>
                  <a:pt x="3605" y="625"/>
                  <a:pt x="3730" y="768"/>
                  <a:pt x="3730" y="929"/>
                </a:cubicBezTo>
                <a:cubicBezTo>
                  <a:pt x="3730" y="1107"/>
                  <a:pt x="3605" y="1250"/>
                  <a:pt x="3426" y="1250"/>
                </a:cubicBezTo>
                <a:cubicBezTo>
                  <a:pt x="3248" y="1250"/>
                  <a:pt x="3105" y="1107"/>
                  <a:pt x="3105" y="929"/>
                </a:cubicBezTo>
                <a:cubicBezTo>
                  <a:pt x="3105" y="768"/>
                  <a:pt x="3248" y="625"/>
                  <a:pt x="3426" y="625"/>
                </a:cubicBezTo>
                <a:close/>
                <a:moveTo>
                  <a:pt x="3426" y="1874"/>
                </a:moveTo>
                <a:cubicBezTo>
                  <a:pt x="4176" y="1874"/>
                  <a:pt x="4800" y="2410"/>
                  <a:pt x="4943" y="3123"/>
                </a:cubicBezTo>
                <a:lnTo>
                  <a:pt x="1892" y="3123"/>
                </a:lnTo>
                <a:cubicBezTo>
                  <a:pt x="2052" y="2410"/>
                  <a:pt x="2677" y="1874"/>
                  <a:pt x="3426" y="1874"/>
                </a:cubicBezTo>
                <a:close/>
                <a:moveTo>
                  <a:pt x="4978" y="3730"/>
                </a:moveTo>
                <a:lnTo>
                  <a:pt x="4978" y="4979"/>
                </a:lnTo>
                <a:lnTo>
                  <a:pt x="1874" y="4979"/>
                </a:lnTo>
                <a:lnTo>
                  <a:pt x="1874" y="3730"/>
                </a:lnTo>
                <a:close/>
                <a:moveTo>
                  <a:pt x="4978" y="5603"/>
                </a:moveTo>
                <a:lnTo>
                  <a:pt x="4978" y="5907"/>
                </a:lnTo>
                <a:cubicBezTo>
                  <a:pt x="4978" y="6264"/>
                  <a:pt x="5103" y="6585"/>
                  <a:pt x="5300" y="6852"/>
                </a:cubicBezTo>
                <a:lnTo>
                  <a:pt x="1553" y="6852"/>
                </a:lnTo>
                <a:cubicBezTo>
                  <a:pt x="1749" y="6585"/>
                  <a:pt x="1874" y="6264"/>
                  <a:pt x="1874" y="5907"/>
                </a:cubicBezTo>
                <a:lnTo>
                  <a:pt x="1874" y="5603"/>
                </a:lnTo>
                <a:close/>
                <a:moveTo>
                  <a:pt x="5906" y="8994"/>
                </a:moveTo>
                <a:lnTo>
                  <a:pt x="5906" y="9689"/>
                </a:lnTo>
                <a:cubicBezTo>
                  <a:pt x="5728" y="9600"/>
                  <a:pt x="5567" y="9475"/>
                  <a:pt x="5442" y="9368"/>
                </a:cubicBezTo>
                <a:cubicBezTo>
                  <a:pt x="5567" y="9243"/>
                  <a:pt x="5746" y="9118"/>
                  <a:pt x="5906" y="8994"/>
                </a:cubicBezTo>
                <a:close/>
                <a:moveTo>
                  <a:pt x="3426" y="8762"/>
                </a:moveTo>
                <a:cubicBezTo>
                  <a:pt x="3747" y="8762"/>
                  <a:pt x="4211" y="9083"/>
                  <a:pt x="4532" y="9368"/>
                </a:cubicBezTo>
                <a:cubicBezTo>
                  <a:pt x="4211" y="9672"/>
                  <a:pt x="3747" y="9993"/>
                  <a:pt x="3426" y="9993"/>
                </a:cubicBezTo>
                <a:cubicBezTo>
                  <a:pt x="3105" y="9993"/>
                  <a:pt x="2641" y="9672"/>
                  <a:pt x="2320" y="9368"/>
                </a:cubicBezTo>
                <a:cubicBezTo>
                  <a:pt x="2641" y="9083"/>
                  <a:pt x="3105" y="8762"/>
                  <a:pt x="3426" y="8762"/>
                </a:cubicBezTo>
                <a:close/>
                <a:moveTo>
                  <a:pt x="3426" y="1"/>
                </a:moveTo>
                <a:cubicBezTo>
                  <a:pt x="2909" y="1"/>
                  <a:pt x="2498" y="429"/>
                  <a:pt x="2498" y="929"/>
                </a:cubicBezTo>
                <a:cubicBezTo>
                  <a:pt x="2498" y="1107"/>
                  <a:pt x="2534" y="1268"/>
                  <a:pt x="2623" y="1410"/>
                </a:cubicBezTo>
                <a:cubicBezTo>
                  <a:pt x="1910" y="1696"/>
                  <a:pt x="1374" y="2338"/>
                  <a:pt x="1267" y="3123"/>
                </a:cubicBezTo>
                <a:lnTo>
                  <a:pt x="625" y="3123"/>
                </a:lnTo>
                <a:lnTo>
                  <a:pt x="625" y="3730"/>
                </a:lnTo>
                <a:lnTo>
                  <a:pt x="1249" y="3730"/>
                </a:lnTo>
                <a:lnTo>
                  <a:pt x="1249" y="4979"/>
                </a:lnTo>
                <a:lnTo>
                  <a:pt x="625" y="4979"/>
                </a:lnTo>
                <a:lnTo>
                  <a:pt x="625" y="5603"/>
                </a:lnTo>
                <a:lnTo>
                  <a:pt x="1249" y="5603"/>
                </a:lnTo>
                <a:lnTo>
                  <a:pt x="1249" y="5907"/>
                </a:lnTo>
                <a:cubicBezTo>
                  <a:pt x="1249" y="6424"/>
                  <a:pt x="821" y="6852"/>
                  <a:pt x="322" y="6852"/>
                </a:cubicBezTo>
                <a:lnTo>
                  <a:pt x="0" y="6852"/>
                </a:lnTo>
                <a:lnTo>
                  <a:pt x="0" y="7477"/>
                </a:lnTo>
                <a:lnTo>
                  <a:pt x="3105" y="7477"/>
                </a:lnTo>
                <a:lnTo>
                  <a:pt x="3105" y="8173"/>
                </a:lnTo>
                <a:cubicBezTo>
                  <a:pt x="2409" y="8351"/>
                  <a:pt x="1731" y="9065"/>
                  <a:pt x="1642" y="9172"/>
                </a:cubicBezTo>
                <a:lnTo>
                  <a:pt x="1446" y="9368"/>
                </a:lnTo>
                <a:lnTo>
                  <a:pt x="1642" y="9582"/>
                </a:lnTo>
                <a:cubicBezTo>
                  <a:pt x="1731" y="9689"/>
                  <a:pt x="2623" y="10617"/>
                  <a:pt x="3426" y="10617"/>
                </a:cubicBezTo>
                <a:cubicBezTo>
                  <a:pt x="4015" y="10617"/>
                  <a:pt x="4657" y="10100"/>
                  <a:pt x="4996" y="9796"/>
                </a:cubicBezTo>
                <a:cubicBezTo>
                  <a:pt x="5246" y="10011"/>
                  <a:pt x="5692" y="10350"/>
                  <a:pt x="6120" y="10492"/>
                </a:cubicBezTo>
                <a:lnTo>
                  <a:pt x="6531" y="10617"/>
                </a:lnTo>
                <a:lnTo>
                  <a:pt x="6531" y="8066"/>
                </a:lnTo>
                <a:lnTo>
                  <a:pt x="6120" y="8208"/>
                </a:lnTo>
                <a:cubicBezTo>
                  <a:pt x="5674" y="8351"/>
                  <a:pt x="5246" y="8708"/>
                  <a:pt x="4978" y="8940"/>
                </a:cubicBezTo>
                <a:cubicBezTo>
                  <a:pt x="4711" y="8690"/>
                  <a:pt x="4229" y="8298"/>
                  <a:pt x="3730" y="8173"/>
                </a:cubicBezTo>
                <a:lnTo>
                  <a:pt x="3730" y="7477"/>
                </a:lnTo>
                <a:lnTo>
                  <a:pt x="6852" y="7477"/>
                </a:lnTo>
                <a:lnTo>
                  <a:pt x="6852" y="6852"/>
                </a:lnTo>
                <a:lnTo>
                  <a:pt x="6531" y="6852"/>
                </a:lnTo>
                <a:cubicBezTo>
                  <a:pt x="6013" y="6852"/>
                  <a:pt x="5603" y="6424"/>
                  <a:pt x="5603" y="5907"/>
                </a:cubicBezTo>
                <a:lnTo>
                  <a:pt x="5603" y="5603"/>
                </a:lnTo>
                <a:lnTo>
                  <a:pt x="6227" y="5603"/>
                </a:lnTo>
                <a:lnTo>
                  <a:pt x="6227" y="4979"/>
                </a:lnTo>
                <a:lnTo>
                  <a:pt x="5603" y="4979"/>
                </a:lnTo>
                <a:lnTo>
                  <a:pt x="5603" y="3730"/>
                </a:lnTo>
                <a:lnTo>
                  <a:pt x="6227" y="3730"/>
                </a:lnTo>
                <a:lnTo>
                  <a:pt x="6227" y="3123"/>
                </a:lnTo>
                <a:lnTo>
                  <a:pt x="5585" y="3123"/>
                </a:lnTo>
                <a:cubicBezTo>
                  <a:pt x="5460" y="2338"/>
                  <a:pt x="4943" y="1696"/>
                  <a:pt x="4229" y="1410"/>
                </a:cubicBezTo>
                <a:cubicBezTo>
                  <a:pt x="4318" y="1268"/>
                  <a:pt x="4354" y="1107"/>
                  <a:pt x="4354" y="929"/>
                </a:cubicBezTo>
                <a:cubicBezTo>
                  <a:pt x="4354" y="429"/>
                  <a:pt x="3944"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 name="Google Shape;1628;p118"/>
          <p:cNvGrpSpPr/>
          <p:nvPr/>
        </p:nvGrpSpPr>
        <p:grpSpPr>
          <a:xfrm>
            <a:off x="2654874" y="3396604"/>
            <a:ext cx="286331" cy="325789"/>
            <a:chOff x="2565233" y="3413348"/>
            <a:chExt cx="299697" cy="340997"/>
          </a:xfrm>
        </p:grpSpPr>
        <p:sp>
          <p:nvSpPr>
            <p:cNvPr id="1629" name="Google Shape;1629;p118"/>
            <p:cNvSpPr/>
            <p:nvPr/>
          </p:nvSpPr>
          <p:spPr>
            <a:xfrm>
              <a:off x="2625384" y="3473532"/>
              <a:ext cx="99749" cy="99717"/>
            </a:xfrm>
            <a:custGeom>
              <a:rect b="b" l="l" r="r" t="t"/>
              <a:pathLst>
                <a:path extrusionOk="0" h="3105" w="3106">
                  <a:moveTo>
                    <a:pt x="1553" y="625"/>
                  </a:moveTo>
                  <a:cubicBezTo>
                    <a:pt x="2070" y="625"/>
                    <a:pt x="2481" y="1035"/>
                    <a:pt x="2481" y="1553"/>
                  </a:cubicBezTo>
                  <a:cubicBezTo>
                    <a:pt x="2481" y="1731"/>
                    <a:pt x="2356" y="1856"/>
                    <a:pt x="2178" y="1856"/>
                  </a:cubicBezTo>
                  <a:cubicBezTo>
                    <a:pt x="1999" y="1856"/>
                    <a:pt x="1874" y="1731"/>
                    <a:pt x="1874" y="1553"/>
                  </a:cubicBezTo>
                  <a:cubicBezTo>
                    <a:pt x="1874" y="1142"/>
                    <a:pt x="1607" y="803"/>
                    <a:pt x="1250" y="678"/>
                  </a:cubicBezTo>
                  <a:cubicBezTo>
                    <a:pt x="1339" y="643"/>
                    <a:pt x="1446" y="625"/>
                    <a:pt x="1553" y="625"/>
                  </a:cubicBezTo>
                  <a:close/>
                  <a:moveTo>
                    <a:pt x="929" y="1231"/>
                  </a:moveTo>
                  <a:cubicBezTo>
                    <a:pt x="1107" y="1231"/>
                    <a:pt x="1250" y="1374"/>
                    <a:pt x="1250" y="1553"/>
                  </a:cubicBezTo>
                  <a:cubicBezTo>
                    <a:pt x="1250" y="1963"/>
                    <a:pt x="1500" y="2302"/>
                    <a:pt x="1874" y="2427"/>
                  </a:cubicBezTo>
                  <a:cubicBezTo>
                    <a:pt x="1767" y="2463"/>
                    <a:pt x="1660" y="2480"/>
                    <a:pt x="1553" y="2480"/>
                  </a:cubicBezTo>
                  <a:cubicBezTo>
                    <a:pt x="1036" y="2480"/>
                    <a:pt x="625" y="2070"/>
                    <a:pt x="625" y="1553"/>
                  </a:cubicBezTo>
                  <a:cubicBezTo>
                    <a:pt x="625" y="1374"/>
                    <a:pt x="768" y="1231"/>
                    <a:pt x="929" y="1231"/>
                  </a:cubicBezTo>
                  <a:close/>
                  <a:moveTo>
                    <a:pt x="1553" y="0"/>
                  </a:moveTo>
                  <a:cubicBezTo>
                    <a:pt x="697" y="0"/>
                    <a:pt x="1" y="696"/>
                    <a:pt x="1" y="1553"/>
                  </a:cubicBezTo>
                  <a:cubicBezTo>
                    <a:pt x="1" y="2409"/>
                    <a:pt x="697" y="3105"/>
                    <a:pt x="1553" y="3105"/>
                  </a:cubicBezTo>
                  <a:cubicBezTo>
                    <a:pt x="2410" y="3105"/>
                    <a:pt x="3105" y="2409"/>
                    <a:pt x="3105" y="1553"/>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8"/>
            <p:cNvSpPr/>
            <p:nvPr/>
          </p:nvSpPr>
          <p:spPr>
            <a:xfrm>
              <a:off x="2565233" y="3413348"/>
              <a:ext cx="220052" cy="340997"/>
            </a:xfrm>
            <a:custGeom>
              <a:rect b="b" l="l" r="r" t="t"/>
              <a:pathLst>
                <a:path extrusionOk="0" h="10618" w="6852">
                  <a:moveTo>
                    <a:pt x="3426" y="625"/>
                  </a:moveTo>
                  <a:cubicBezTo>
                    <a:pt x="4978" y="625"/>
                    <a:pt x="6227" y="1874"/>
                    <a:pt x="6227" y="3427"/>
                  </a:cubicBezTo>
                  <a:cubicBezTo>
                    <a:pt x="6227" y="4961"/>
                    <a:pt x="4978" y="6228"/>
                    <a:pt x="3426" y="6228"/>
                  </a:cubicBezTo>
                  <a:cubicBezTo>
                    <a:pt x="1892" y="6228"/>
                    <a:pt x="625" y="4961"/>
                    <a:pt x="625" y="3427"/>
                  </a:cubicBezTo>
                  <a:cubicBezTo>
                    <a:pt x="625" y="1874"/>
                    <a:pt x="1892" y="625"/>
                    <a:pt x="3426" y="625"/>
                  </a:cubicBezTo>
                  <a:close/>
                  <a:moveTo>
                    <a:pt x="3747" y="6835"/>
                  </a:moveTo>
                  <a:lnTo>
                    <a:pt x="3747" y="7477"/>
                  </a:lnTo>
                  <a:lnTo>
                    <a:pt x="3123" y="7477"/>
                  </a:lnTo>
                  <a:lnTo>
                    <a:pt x="3123" y="6835"/>
                  </a:lnTo>
                  <a:cubicBezTo>
                    <a:pt x="3212" y="6835"/>
                    <a:pt x="3319" y="6852"/>
                    <a:pt x="3426" y="6852"/>
                  </a:cubicBezTo>
                  <a:cubicBezTo>
                    <a:pt x="3533" y="6852"/>
                    <a:pt x="3640" y="6835"/>
                    <a:pt x="3747" y="6835"/>
                  </a:cubicBezTo>
                  <a:close/>
                  <a:moveTo>
                    <a:pt x="3747" y="8084"/>
                  </a:moveTo>
                  <a:lnTo>
                    <a:pt x="3747" y="8762"/>
                  </a:lnTo>
                  <a:lnTo>
                    <a:pt x="3123" y="8762"/>
                  </a:lnTo>
                  <a:lnTo>
                    <a:pt x="3123" y="8084"/>
                  </a:lnTo>
                  <a:close/>
                  <a:moveTo>
                    <a:pt x="3747" y="9368"/>
                  </a:moveTo>
                  <a:lnTo>
                    <a:pt x="3747" y="9689"/>
                  </a:lnTo>
                  <a:cubicBezTo>
                    <a:pt x="3747" y="9858"/>
                    <a:pt x="3604" y="9994"/>
                    <a:pt x="3423" y="9994"/>
                  </a:cubicBezTo>
                  <a:cubicBezTo>
                    <a:pt x="3413" y="9994"/>
                    <a:pt x="3402" y="9994"/>
                    <a:pt x="3390" y="9993"/>
                  </a:cubicBezTo>
                  <a:cubicBezTo>
                    <a:pt x="3230" y="9975"/>
                    <a:pt x="3123" y="9832"/>
                    <a:pt x="3123" y="9672"/>
                  </a:cubicBezTo>
                  <a:lnTo>
                    <a:pt x="3123" y="9368"/>
                  </a:lnTo>
                  <a:close/>
                  <a:moveTo>
                    <a:pt x="3426" y="1"/>
                  </a:moveTo>
                  <a:cubicBezTo>
                    <a:pt x="1535" y="1"/>
                    <a:pt x="0" y="1535"/>
                    <a:pt x="0" y="3427"/>
                  </a:cubicBezTo>
                  <a:cubicBezTo>
                    <a:pt x="0" y="4997"/>
                    <a:pt x="1053" y="6317"/>
                    <a:pt x="2498" y="6710"/>
                  </a:cubicBezTo>
                  <a:lnTo>
                    <a:pt x="2498" y="9689"/>
                  </a:lnTo>
                  <a:cubicBezTo>
                    <a:pt x="2498" y="10207"/>
                    <a:pt x="2909" y="10617"/>
                    <a:pt x="3426" y="10617"/>
                  </a:cubicBezTo>
                  <a:cubicBezTo>
                    <a:pt x="3943" y="10617"/>
                    <a:pt x="4354" y="10207"/>
                    <a:pt x="4354" y="9689"/>
                  </a:cubicBezTo>
                  <a:lnTo>
                    <a:pt x="4354" y="6710"/>
                  </a:lnTo>
                  <a:cubicBezTo>
                    <a:pt x="5799" y="6317"/>
                    <a:pt x="6852" y="4997"/>
                    <a:pt x="6852" y="3427"/>
                  </a:cubicBezTo>
                  <a:cubicBezTo>
                    <a:pt x="6852" y="1535"/>
                    <a:pt x="5317"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8"/>
            <p:cNvSpPr/>
            <p:nvPr/>
          </p:nvSpPr>
          <p:spPr>
            <a:xfrm>
              <a:off x="2804169" y="3494150"/>
              <a:ext cx="60762" cy="260196"/>
            </a:xfrm>
            <a:custGeom>
              <a:rect b="b" l="l" r="r" t="t"/>
              <a:pathLst>
                <a:path extrusionOk="0" h="8102" w="1892">
                  <a:moveTo>
                    <a:pt x="964" y="625"/>
                  </a:moveTo>
                  <a:cubicBezTo>
                    <a:pt x="1143" y="625"/>
                    <a:pt x="1267" y="750"/>
                    <a:pt x="1267" y="928"/>
                  </a:cubicBezTo>
                  <a:cubicBezTo>
                    <a:pt x="1267" y="1107"/>
                    <a:pt x="1143" y="1250"/>
                    <a:pt x="964" y="1250"/>
                  </a:cubicBezTo>
                  <a:cubicBezTo>
                    <a:pt x="786" y="1250"/>
                    <a:pt x="661" y="1107"/>
                    <a:pt x="661" y="928"/>
                  </a:cubicBezTo>
                  <a:cubicBezTo>
                    <a:pt x="661" y="750"/>
                    <a:pt x="786" y="625"/>
                    <a:pt x="964" y="625"/>
                  </a:cubicBezTo>
                  <a:close/>
                  <a:moveTo>
                    <a:pt x="961" y="0"/>
                  </a:moveTo>
                  <a:cubicBezTo>
                    <a:pt x="950" y="0"/>
                    <a:pt x="939" y="0"/>
                    <a:pt x="928" y="1"/>
                  </a:cubicBezTo>
                  <a:cubicBezTo>
                    <a:pt x="447" y="18"/>
                    <a:pt x="54" y="393"/>
                    <a:pt x="36" y="875"/>
                  </a:cubicBezTo>
                  <a:cubicBezTo>
                    <a:pt x="1" y="1303"/>
                    <a:pt x="268" y="1678"/>
                    <a:pt x="661" y="1803"/>
                  </a:cubicBezTo>
                  <a:lnTo>
                    <a:pt x="661" y="8101"/>
                  </a:lnTo>
                  <a:lnTo>
                    <a:pt x="1267" y="8101"/>
                  </a:lnTo>
                  <a:lnTo>
                    <a:pt x="1267" y="1803"/>
                  </a:lnTo>
                  <a:cubicBezTo>
                    <a:pt x="1642" y="1678"/>
                    <a:pt x="1892" y="1339"/>
                    <a:pt x="1892" y="928"/>
                  </a:cubicBezTo>
                  <a:cubicBezTo>
                    <a:pt x="1892" y="421"/>
                    <a:pt x="1481" y="0"/>
                    <a:pt x="9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118"/>
          <p:cNvSpPr/>
          <p:nvPr/>
        </p:nvSpPr>
        <p:spPr>
          <a:xfrm>
            <a:off x="1925583" y="3396496"/>
            <a:ext cx="325787" cy="325787"/>
          </a:xfrm>
          <a:custGeom>
            <a:rect b="b" l="l" r="r" t="t"/>
            <a:pathLst>
              <a:path extrusionOk="0" h="10618" w="10618">
                <a:moveTo>
                  <a:pt x="6870" y="625"/>
                </a:moveTo>
                <a:lnTo>
                  <a:pt x="6870" y="1874"/>
                </a:lnTo>
                <a:lnTo>
                  <a:pt x="3766" y="1874"/>
                </a:lnTo>
                <a:lnTo>
                  <a:pt x="3766" y="625"/>
                </a:lnTo>
                <a:lnTo>
                  <a:pt x="4569" y="625"/>
                </a:lnTo>
                <a:lnTo>
                  <a:pt x="5318" y="1375"/>
                </a:lnTo>
                <a:lnTo>
                  <a:pt x="6085" y="625"/>
                </a:lnTo>
                <a:close/>
                <a:moveTo>
                  <a:pt x="4997" y="2499"/>
                </a:moveTo>
                <a:lnTo>
                  <a:pt x="4997" y="3123"/>
                </a:lnTo>
                <a:lnTo>
                  <a:pt x="3998" y="3123"/>
                </a:lnTo>
                <a:lnTo>
                  <a:pt x="3837" y="2499"/>
                </a:lnTo>
                <a:close/>
                <a:moveTo>
                  <a:pt x="6799" y="2499"/>
                </a:moveTo>
                <a:lnTo>
                  <a:pt x="6638" y="3123"/>
                </a:lnTo>
                <a:lnTo>
                  <a:pt x="5621" y="3123"/>
                </a:lnTo>
                <a:lnTo>
                  <a:pt x="5621" y="2499"/>
                </a:lnTo>
                <a:close/>
                <a:moveTo>
                  <a:pt x="3141" y="1089"/>
                </a:moveTo>
                <a:lnTo>
                  <a:pt x="3141" y="2124"/>
                </a:lnTo>
                <a:lnTo>
                  <a:pt x="1410" y="3801"/>
                </a:lnTo>
                <a:lnTo>
                  <a:pt x="911" y="3409"/>
                </a:lnTo>
                <a:lnTo>
                  <a:pt x="3141" y="1089"/>
                </a:lnTo>
                <a:close/>
                <a:moveTo>
                  <a:pt x="7495" y="1089"/>
                </a:moveTo>
                <a:lnTo>
                  <a:pt x="9707" y="3409"/>
                </a:lnTo>
                <a:lnTo>
                  <a:pt x="9226" y="3801"/>
                </a:lnTo>
                <a:lnTo>
                  <a:pt x="7495" y="2124"/>
                </a:lnTo>
                <a:lnTo>
                  <a:pt x="7495" y="1089"/>
                </a:lnTo>
                <a:close/>
                <a:moveTo>
                  <a:pt x="6656" y="3730"/>
                </a:moveTo>
                <a:cubicBezTo>
                  <a:pt x="7209" y="5264"/>
                  <a:pt x="7495" y="6942"/>
                  <a:pt x="7495" y="8583"/>
                </a:cubicBezTo>
                <a:lnTo>
                  <a:pt x="7495" y="9493"/>
                </a:lnTo>
                <a:lnTo>
                  <a:pt x="6870" y="9814"/>
                </a:lnTo>
                <a:lnTo>
                  <a:pt x="6870" y="9101"/>
                </a:lnTo>
                <a:cubicBezTo>
                  <a:pt x="6870" y="8440"/>
                  <a:pt x="6835" y="7780"/>
                  <a:pt x="6781" y="7138"/>
                </a:cubicBezTo>
                <a:lnTo>
                  <a:pt x="6157" y="7191"/>
                </a:lnTo>
                <a:cubicBezTo>
                  <a:pt x="6210" y="7816"/>
                  <a:pt x="6246" y="8458"/>
                  <a:pt x="6246" y="9101"/>
                </a:cubicBezTo>
                <a:lnTo>
                  <a:pt x="6246" y="9993"/>
                </a:lnTo>
                <a:lnTo>
                  <a:pt x="4390" y="9993"/>
                </a:lnTo>
                <a:lnTo>
                  <a:pt x="4390" y="9101"/>
                </a:lnTo>
                <a:cubicBezTo>
                  <a:pt x="4390" y="8458"/>
                  <a:pt x="4408" y="7816"/>
                  <a:pt x="4479" y="7191"/>
                </a:cubicBezTo>
                <a:lnTo>
                  <a:pt x="3855" y="7138"/>
                </a:lnTo>
                <a:cubicBezTo>
                  <a:pt x="3784" y="7780"/>
                  <a:pt x="3766" y="8440"/>
                  <a:pt x="3766" y="9101"/>
                </a:cubicBezTo>
                <a:lnTo>
                  <a:pt x="3766" y="9814"/>
                </a:lnTo>
                <a:lnTo>
                  <a:pt x="3141" y="9493"/>
                </a:lnTo>
                <a:lnTo>
                  <a:pt x="3141" y="8583"/>
                </a:lnTo>
                <a:cubicBezTo>
                  <a:pt x="3141" y="6924"/>
                  <a:pt x="3427" y="5282"/>
                  <a:pt x="3980" y="3730"/>
                </a:cubicBezTo>
                <a:lnTo>
                  <a:pt x="4997" y="3730"/>
                </a:lnTo>
                <a:lnTo>
                  <a:pt x="4997" y="6228"/>
                </a:lnTo>
                <a:lnTo>
                  <a:pt x="5621" y="6228"/>
                </a:lnTo>
                <a:lnTo>
                  <a:pt x="5621" y="3730"/>
                </a:lnTo>
                <a:close/>
                <a:moveTo>
                  <a:pt x="3320" y="1"/>
                </a:moveTo>
                <a:lnTo>
                  <a:pt x="1" y="3444"/>
                </a:lnTo>
                <a:lnTo>
                  <a:pt x="1428" y="4640"/>
                </a:lnTo>
                <a:lnTo>
                  <a:pt x="3284" y="2856"/>
                </a:lnTo>
                <a:lnTo>
                  <a:pt x="3427" y="3409"/>
                </a:lnTo>
                <a:cubicBezTo>
                  <a:pt x="2820" y="5068"/>
                  <a:pt x="2517" y="6799"/>
                  <a:pt x="2517" y="8583"/>
                </a:cubicBezTo>
                <a:lnTo>
                  <a:pt x="2517" y="9886"/>
                </a:lnTo>
                <a:lnTo>
                  <a:pt x="3998" y="10617"/>
                </a:lnTo>
                <a:lnTo>
                  <a:pt x="6638" y="10617"/>
                </a:lnTo>
                <a:lnTo>
                  <a:pt x="8119" y="9886"/>
                </a:lnTo>
                <a:lnTo>
                  <a:pt x="8119" y="8583"/>
                </a:lnTo>
                <a:cubicBezTo>
                  <a:pt x="8119" y="6835"/>
                  <a:pt x="7798" y="5050"/>
                  <a:pt x="7191" y="3409"/>
                </a:cubicBezTo>
                <a:lnTo>
                  <a:pt x="7352" y="2856"/>
                </a:lnTo>
                <a:lnTo>
                  <a:pt x="9190" y="4640"/>
                </a:lnTo>
                <a:lnTo>
                  <a:pt x="10617" y="3444"/>
                </a:lnTo>
                <a:lnTo>
                  <a:pt x="7316" y="1"/>
                </a:lnTo>
                <a:lnTo>
                  <a:pt x="5835" y="1"/>
                </a:lnTo>
                <a:lnTo>
                  <a:pt x="5318" y="500"/>
                </a:lnTo>
                <a:lnTo>
                  <a:pt x="48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18"/>
          <p:cNvSpPr/>
          <p:nvPr/>
        </p:nvSpPr>
        <p:spPr>
          <a:xfrm>
            <a:off x="7602028" y="2873159"/>
            <a:ext cx="325204" cy="325756"/>
          </a:xfrm>
          <a:custGeom>
            <a:rect b="b" l="l" r="r" t="t"/>
            <a:pathLst>
              <a:path extrusionOk="0" h="10617" w="10599">
                <a:moveTo>
                  <a:pt x="6852" y="607"/>
                </a:moveTo>
                <a:lnTo>
                  <a:pt x="6852" y="3408"/>
                </a:lnTo>
                <a:lnTo>
                  <a:pt x="3747" y="3408"/>
                </a:lnTo>
                <a:lnTo>
                  <a:pt x="3747" y="607"/>
                </a:lnTo>
                <a:lnTo>
                  <a:pt x="4550" y="607"/>
                </a:lnTo>
                <a:lnTo>
                  <a:pt x="5300" y="1356"/>
                </a:lnTo>
                <a:lnTo>
                  <a:pt x="6067" y="607"/>
                </a:lnTo>
                <a:close/>
                <a:moveTo>
                  <a:pt x="3123" y="1071"/>
                </a:moveTo>
                <a:lnTo>
                  <a:pt x="3123" y="2124"/>
                </a:lnTo>
                <a:lnTo>
                  <a:pt x="1392" y="3801"/>
                </a:lnTo>
                <a:lnTo>
                  <a:pt x="910" y="3390"/>
                </a:lnTo>
                <a:lnTo>
                  <a:pt x="3123" y="1071"/>
                </a:lnTo>
                <a:close/>
                <a:moveTo>
                  <a:pt x="7476" y="1071"/>
                </a:moveTo>
                <a:lnTo>
                  <a:pt x="9689" y="3390"/>
                </a:lnTo>
                <a:lnTo>
                  <a:pt x="9207" y="3801"/>
                </a:lnTo>
                <a:lnTo>
                  <a:pt x="7476" y="2124"/>
                </a:lnTo>
                <a:lnTo>
                  <a:pt x="7476" y="1071"/>
                </a:lnTo>
                <a:close/>
                <a:moveTo>
                  <a:pt x="4372" y="4033"/>
                </a:moveTo>
                <a:lnTo>
                  <a:pt x="4372" y="4657"/>
                </a:lnTo>
                <a:lnTo>
                  <a:pt x="3747" y="4657"/>
                </a:lnTo>
                <a:lnTo>
                  <a:pt x="3747" y="4033"/>
                </a:lnTo>
                <a:close/>
                <a:moveTo>
                  <a:pt x="6852" y="4033"/>
                </a:moveTo>
                <a:lnTo>
                  <a:pt x="6852" y="4657"/>
                </a:lnTo>
                <a:lnTo>
                  <a:pt x="4996" y="4657"/>
                </a:lnTo>
                <a:lnTo>
                  <a:pt x="4996" y="4033"/>
                </a:lnTo>
                <a:close/>
                <a:moveTo>
                  <a:pt x="6852" y="5282"/>
                </a:moveTo>
                <a:lnTo>
                  <a:pt x="6852" y="9992"/>
                </a:lnTo>
                <a:lnTo>
                  <a:pt x="6174" y="9992"/>
                </a:lnTo>
                <a:lnTo>
                  <a:pt x="5567" y="6870"/>
                </a:lnTo>
                <a:lnTo>
                  <a:pt x="5032" y="6870"/>
                </a:lnTo>
                <a:lnTo>
                  <a:pt x="4425" y="9992"/>
                </a:lnTo>
                <a:lnTo>
                  <a:pt x="3747" y="9992"/>
                </a:lnTo>
                <a:lnTo>
                  <a:pt x="3747" y="5282"/>
                </a:lnTo>
                <a:lnTo>
                  <a:pt x="4372" y="5282"/>
                </a:lnTo>
                <a:lnTo>
                  <a:pt x="4372" y="5906"/>
                </a:lnTo>
                <a:lnTo>
                  <a:pt x="4996" y="5906"/>
                </a:lnTo>
                <a:lnTo>
                  <a:pt x="4996" y="5282"/>
                </a:lnTo>
                <a:close/>
                <a:moveTo>
                  <a:pt x="3301" y="0"/>
                </a:moveTo>
                <a:lnTo>
                  <a:pt x="0" y="3444"/>
                </a:lnTo>
                <a:lnTo>
                  <a:pt x="1428" y="4622"/>
                </a:lnTo>
                <a:lnTo>
                  <a:pt x="3123" y="2980"/>
                </a:lnTo>
                <a:lnTo>
                  <a:pt x="3123" y="10617"/>
                </a:lnTo>
                <a:lnTo>
                  <a:pt x="4925" y="10617"/>
                </a:lnTo>
                <a:lnTo>
                  <a:pt x="5300" y="8743"/>
                </a:lnTo>
                <a:lnTo>
                  <a:pt x="5674" y="10617"/>
                </a:lnTo>
                <a:lnTo>
                  <a:pt x="7476" y="10617"/>
                </a:lnTo>
                <a:lnTo>
                  <a:pt x="7476" y="2980"/>
                </a:lnTo>
                <a:lnTo>
                  <a:pt x="9189" y="4622"/>
                </a:lnTo>
                <a:lnTo>
                  <a:pt x="10599" y="3444"/>
                </a:lnTo>
                <a:lnTo>
                  <a:pt x="7298" y="0"/>
                </a:lnTo>
                <a:lnTo>
                  <a:pt x="5817" y="0"/>
                </a:lnTo>
                <a:lnTo>
                  <a:pt x="5300" y="482"/>
                </a:lnTo>
                <a:lnTo>
                  <a:pt x="48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 name="Google Shape;1634;p118"/>
          <p:cNvGrpSpPr/>
          <p:nvPr/>
        </p:nvGrpSpPr>
        <p:grpSpPr>
          <a:xfrm>
            <a:off x="6921760" y="2873250"/>
            <a:ext cx="267215" cy="325758"/>
            <a:chOff x="7031306" y="2865563"/>
            <a:chExt cx="279690" cy="340965"/>
          </a:xfrm>
        </p:grpSpPr>
        <p:sp>
          <p:nvSpPr>
            <p:cNvPr id="1635" name="Google Shape;1635;p118"/>
            <p:cNvSpPr/>
            <p:nvPr/>
          </p:nvSpPr>
          <p:spPr>
            <a:xfrm>
              <a:off x="7131023" y="3006515"/>
              <a:ext cx="80255" cy="60216"/>
            </a:xfrm>
            <a:custGeom>
              <a:rect b="b" l="l" r="r" t="t"/>
              <a:pathLst>
                <a:path extrusionOk="0" h="1875" w="2499">
                  <a:moveTo>
                    <a:pt x="1874" y="625"/>
                  </a:moveTo>
                  <a:lnTo>
                    <a:pt x="1874" y="1250"/>
                  </a:lnTo>
                  <a:lnTo>
                    <a:pt x="625" y="1250"/>
                  </a:lnTo>
                  <a:lnTo>
                    <a:pt x="625" y="625"/>
                  </a:lnTo>
                  <a:close/>
                  <a:moveTo>
                    <a:pt x="0" y="1"/>
                  </a:moveTo>
                  <a:lnTo>
                    <a:pt x="0" y="1874"/>
                  </a:lnTo>
                  <a:lnTo>
                    <a:pt x="2498" y="1874"/>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8"/>
            <p:cNvSpPr/>
            <p:nvPr/>
          </p:nvSpPr>
          <p:spPr>
            <a:xfrm>
              <a:off x="7031306" y="2865563"/>
              <a:ext cx="279690" cy="340965"/>
            </a:xfrm>
            <a:custGeom>
              <a:rect b="b" l="l" r="r" t="t"/>
              <a:pathLst>
                <a:path extrusionOk="0" h="10617" w="8709">
                  <a:moveTo>
                    <a:pt x="6228" y="607"/>
                  </a:moveTo>
                  <a:lnTo>
                    <a:pt x="6228" y="1285"/>
                  </a:lnTo>
                  <a:lnTo>
                    <a:pt x="2481" y="1285"/>
                  </a:lnTo>
                  <a:lnTo>
                    <a:pt x="2481" y="607"/>
                  </a:lnTo>
                  <a:close/>
                  <a:moveTo>
                    <a:pt x="5818" y="1892"/>
                  </a:moveTo>
                  <a:cubicBezTo>
                    <a:pt x="6281" y="2480"/>
                    <a:pt x="6210" y="3105"/>
                    <a:pt x="6228" y="3141"/>
                  </a:cubicBezTo>
                  <a:lnTo>
                    <a:pt x="5603" y="3141"/>
                  </a:lnTo>
                  <a:lnTo>
                    <a:pt x="5603" y="3765"/>
                  </a:lnTo>
                  <a:lnTo>
                    <a:pt x="6228" y="3765"/>
                  </a:lnTo>
                  <a:lnTo>
                    <a:pt x="6228" y="5871"/>
                  </a:lnTo>
                  <a:cubicBezTo>
                    <a:pt x="6228" y="6370"/>
                    <a:pt x="6335" y="6870"/>
                    <a:pt x="6549" y="7316"/>
                  </a:cubicBezTo>
                  <a:cubicBezTo>
                    <a:pt x="6692" y="7566"/>
                    <a:pt x="6781" y="7833"/>
                    <a:pt x="6817" y="8119"/>
                  </a:cubicBezTo>
                  <a:lnTo>
                    <a:pt x="4979" y="8119"/>
                  </a:lnTo>
                  <a:lnTo>
                    <a:pt x="4979" y="8743"/>
                  </a:lnTo>
                  <a:lnTo>
                    <a:pt x="6835" y="8743"/>
                  </a:lnTo>
                  <a:lnTo>
                    <a:pt x="6835" y="9992"/>
                  </a:lnTo>
                  <a:lnTo>
                    <a:pt x="1874" y="9992"/>
                  </a:lnTo>
                  <a:lnTo>
                    <a:pt x="1874" y="8797"/>
                  </a:lnTo>
                  <a:cubicBezTo>
                    <a:pt x="1874" y="8565"/>
                    <a:pt x="1874" y="8351"/>
                    <a:pt x="1910" y="8119"/>
                  </a:cubicBezTo>
                  <a:lnTo>
                    <a:pt x="3105" y="8119"/>
                  </a:lnTo>
                  <a:lnTo>
                    <a:pt x="3105" y="7494"/>
                  </a:lnTo>
                  <a:lnTo>
                    <a:pt x="2017" y="7494"/>
                  </a:lnTo>
                  <a:cubicBezTo>
                    <a:pt x="2053" y="7334"/>
                    <a:pt x="2106" y="7155"/>
                    <a:pt x="2160" y="6995"/>
                  </a:cubicBezTo>
                  <a:cubicBezTo>
                    <a:pt x="2374" y="6334"/>
                    <a:pt x="2481" y="5656"/>
                    <a:pt x="2481" y="4961"/>
                  </a:cubicBezTo>
                  <a:lnTo>
                    <a:pt x="2481" y="3765"/>
                  </a:lnTo>
                  <a:lnTo>
                    <a:pt x="3105" y="3765"/>
                  </a:lnTo>
                  <a:lnTo>
                    <a:pt x="3105" y="3141"/>
                  </a:lnTo>
                  <a:lnTo>
                    <a:pt x="2481" y="3141"/>
                  </a:lnTo>
                  <a:cubicBezTo>
                    <a:pt x="2499" y="3105"/>
                    <a:pt x="2427" y="2480"/>
                    <a:pt x="2927" y="1892"/>
                  </a:cubicBezTo>
                  <a:close/>
                  <a:moveTo>
                    <a:pt x="1874" y="0"/>
                  </a:moveTo>
                  <a:lnTo>
                    <a:pt x="1874" y="1892"/>
                  </a:lnTo>
                  <a:lnTo>
                    <a:pt x="2178" y="1892"/>
                  </a:lnTo>
                  <a:cubicBezTo>
                    <a:pt x="1981" y="2266"/>
                    <a:pt x="1874" y="2659"/>
                    <a:pt x="1874" y="3087"/>
                  </a:cubicBezTo>
                  <a:lnTo>
                    <a:pt x="1874" y="4961"/>
                  </a:lnTo>
                  <a:cubicBezTo>
                    <a:pt x="1874" y="5585"/>
                    <a:pt x="1767" y="6210"/>
                    <a:pt x="1571" y="6798"/>
                  </a:cubicBezTo>
                  <a:cubicBezTo>
                    <a:pt x="1357" y="7441"/>
                    <a:pt x="1250" y="8119"/>
                    <a:pt x="1250" y="8797"/>
                  </a:cubicBezTo>
                  <a:lnTo>
                    <a:pt x="1250" y="9992"/>
                  </a:lnTo>
                  <a:lnTo>
                    <a:pt x="1" y="9992"/>
                  </a:lnTo>
                  <a:lnTo>
                    <a:pt x="1" y="10617"/>
                  </a:lnTo>
                  <a:lnTo>
                    <a:pt x="8708" y="10617"/>
                  </a:lnTo>
                  <a:lnTo>
                    <a:pt x="8708" y="9992"/>
                  </a:lnTo>
                  <a:lnTo>
                    <a:pt x="7459" y="9992"/>
                  </a:lnTo>
                  <a:lnTo>
                    <a:pt x="7459" y="8511"/>
                  </a:lnTo>
                  <a:cubicBezTo>
                    <a:pt x="7459" y="7994"/>
                    <a:pt x="7352" y="7494"/>
                    <a:pt x="7120" y="7048"/>
                  </a:cubicBezTo>
                  <a:cubicBezTo>
                    <a:pt x="6942" y="6691"/>
                    <a:pt x="6835" y="6281"/>
                    <a:pt x="6835" y="5871"/>
                  </a:cubicBezTo>
                  <a:lnTo>
                    <a:pt x="6835" y="3051"/>
                  </a:lnTo>
                  <a:cubicBezTo>
                    <a:pt x="6835" y="2641"/>
                    <a:pt x="6745" y="2248"/>
                    <a:pt x="6549" y="1892"/>
                  </a:cubicBezTo>
                  <a:lnTo>
                    <a:pt x="6835" y="1892"/>
                  </a:lnTo>
                  <a:lnTo>
                    <a:pt x="68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8"/>
            <p:cNvSpPr/>
            <p:nvPr/>
          </p:nvSpPr>
          <p:spPr>
            <a:xfrm>
              <a:off x="7151062" y="3086161"/>
              <a:ext cx="60216" cy="20104"/>
            </a:xfrm>
            <a:custGeom>
              <a:rect b="b" l="l" r="r" t="t"/>
              <a:pathLst>
                <a:path extrusionOk="0" h="626" w="1875">
                  <a:moveTo>
                    <a:pt x="1" y="1"/>
                  </a:moveTo>
                  <a:lnTo>
                    <a:pt x="1" y="625"/>
                  </a:lnTo>
                  <a:lnTo>
                    <a:pt x="1874" y="625"/>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8"/>
            <p:cNvSpPr/>
            <p:nvPr/>
          </p:nvSpPr>
          <p:spPr>
            <a:xfrm>
              <a:off x="7131023" y="3146344"/>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18"/>
            <p:cNvSpPr/>
            <p:nvPr/>
          </p:nvSpPr>
          <p:spPr>
            <a:xfrm>
              <a:off x="7151062" y="2946364"/>
              <a:ext cx="40144" cy="20072"/>
            </a:xfrm>
            <a:custGeom>
              <a:rect b="b" l="l" r="r" t="t"/>
              <a:pathLst>
                <a:path extrusionOk="0" h="625" w="1250">
                  <a:moveTo>
                    <a:pt x="1" y="0"/>
                  </a:moveTo>
                  <a:lnTo>
                    <a:pt x="1" y="625"/>
                  </a:lnTo>
                  <a:lnTo>
                    <a:pt x="1250" y="625"/>
                  </a:lnTo>
                  <a:lnTo>
                    <a:pt x="12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118"/>
          <p:cNvGrpSpPr/>
          <p:nvPr/>
        </p:nvGrpSpPr>
        <p:grpSpPr>
          <a:xfrm>
            <a:off x="6185437" y="2873250"/>
            <a:ext cx="320849" cy="325758"/>
            <a:chOff x="6260610" y="2865563"/>
            <a:chExt cx="335827" cy="340965"/>
          </a:xfrm>
        </p:grpSpPr>
        <p:sp>
          <p:nvSpPr>
            <p:cNvPr id="1641" name="Google Shape;1641;p118"/>
            <p:cNvSpPr/>
            <p:nvPr/>
          </p:nvSpPr>
          <p:spPr>
            <a:xfrm>
              <a:off x="6260610" y="2865563"/>
              <a:ext cx="335827" cy="340965"/>
            </a:xfrm>
            <a:custGeom>
              <a:rect b="b" l="l" r="r" t="t"/>
              <a:pathLst>
                <a:path extrusionOk="0" h="10617" w="10457">
                  <a:moveTo>
                    <a:pt x="5228" y="607"/>
                  </a:moveTo>
                  <a:cubicBezTo>
                    <a:pt x="7370" y="607"/>
                    <a:pt x="9243" y="2266"/>
                    <a:pt x="9760" y="4622"/>
                  </a:cubicBezTo>
                  <a:cubicBezTo>
                    <a:pt x="9850" y="5014"/>
                    <a:pt x="9618" y="5407"/>
                    <a:pt x="9261" y="5549"/>
                  </a:cubicBezTo>
                  <a:cubicBezTo>
                    <a:pt x="9189" y="4443"/>
                    <a:pt x="8779" y="3408"/>
                    <a:pt x="8101" y="2623"/>
                  </a:cubicBezTo>
                  <a:cubicBezTo>
                    <a:pt x="7334" y="1731"/>
                    <a:pt x="6317" y="1231"/>
                    <a:pt x="5228" y="1231"/>
                  </a:cubicBezTo>
                  <a:cubicBezTo>
                    <a:pt x="4140" y="1231"/>
                    <a:pt x="3123" y="1731"/>
                    <a:pt x="2356" y="2623"/>
                  </a:cubicBezTo>
                  <a:cubicBezTo>
                    <a:pt x="1678" y="3408"/>
                    <a:pt x="1267" y="4443"/>
                    <a:pt x="1196" y="5532"/>
                  </a:cubicBezTo>
                  <a:cubicBezTo>
                    <a:pt x="839" y="5407"/>
                    <a:pt x="607" y="5014"/>
                    <a:pt x="696" y="4622"/>
                  </a:cubicBezTo>
                  <a:cubicBezTo>
                    <a:pt x="1214" y="2266"/>
                    <a:pt x="3087" y="607"/>
                    <a:pt x="5228" y="607"/>
                  </a:cubicBezTo>
                  <a:close/>
                  <a:moveTo>
                    <a:pt x="5228" y="1856"/>
                  </a:moveTo>
                  <a:cubicBezTo>
                    <a:pt x="7120" y="1856"/>
                    <a:pt x="8654" y="3676"/>
                    <a:pt x="8654" y="5906"/>
                  </a:cubicBezTo>
                  <a:cubicBezTo>
                    <a:pt x="8654" y="8154"/>
                    <a:pt x="7120" y="9992"/>
                    <a:pt x="5228" y="9992"/>
                  </a:cubicBezTo>
                  <a:cubicBezTo>
                    <a:pt x="3337" y="9992"/>
                    <a:pt x="1803" y="8154"/>
                    <a:pt x="1803" y="5906"/>
                  </a:cubicBezTo>
                  <a:cubicBezTo>
                    <a:pt x="1803" y="3676"/>
                    <a:pt x="3337" y="1856"/>
                    <a:pt x="5228" y="1856"/>
                  </a:cubicBezTo>
                  <a:close/>
                  <a:moveTo>
                    <a:pt x="5228" y="0"/>
                  </a:moveTo>
                  <a:cubicBezTo>
                    <a:pt x="4015" y="0"/>
                    <a:pt x="2855" y="464"/>
                    <a:pt x="1928" y="1285"/>
                  </a:cubicBezTo>
                  <a:cubicBezTo>
                    <a:pt x="1018" y="2106"/>
                    <a:pt x="375" y="3230"/>
                    <a:pt x="90" y="4497"/>
                  </a:cubicBezTo>
                  <a:cubicBezTo>
                    <a:pt x="1" y="4907"/>
                    <a:pt x="108" y="5353"/>
                    <a:pt x="375" y="5692"/>
                  </a:cubicBezTo>
                  <a:cubicBezTo>
                    <a:pt x="589" y="5942"/>
                    <a:pt x="875" y="6120"/>
                    <a:pt x="1196" y="6192"/>
                  </a:cubicBezTo>
                  <a:cubicBezTo>
                    <a:pt x="1249" y="7316"/>
                    <a:pt x="1660" y="8386"/>
                    <a:pt x="2356" y="9207"/>
                  </a:cubicBezTo>
                  <a:cubicBezTo>
                    <a:pt x="3123" y="10117"/>
                    <a:pt x="4140" y="10617"/>
                    <a:pt x="5228" y="10617"/>
                  </a:cubicBezTo>
                  <a:cubicBezTo>
                    <a:pt x="6317" y="10617"/>
                    <a:pt x="7334" y="10117"/>
                    <a:pt x="8101" y="9207"/>
                  </a:cubicBezTo>
                  <a:cubicBezTo>
                    <a:pt x="8797" y="8386"/>
                    <a:pt x="9207" y="7316"/>
                    <a:pt x="9261" y="6192"/>
                  </a:cubicBezTo>
                  <a:cubicBezTo>
                    <a:pt x="9582" y="6120"/>
                    <a:pt x="9867" y="5942"/>
                    <a:pt x="10082" y="5692"/>
                  </a:cubicBezTo>
                  <a:cubicBezTo>
                    <a:pt x="10349" y="5353"/>
                    <a:pt x="10456" y="4907"/>
                    <a:pt x="10367" y="4497"/>
                  </a:cubicBezTo>
                  <a:cubicBezTo>
                    <a:pt x="10082" y="3230"/>
                    <a:pt x="9439" y="2106"/>
                    <a:pt x="8529" y="1285"/>
                  </a:cubicBezTo>
                  <a:cubicBezTo>
                    <a:pt x="7601" y="464"/>
                    <a:pt x="6442" y="0"/>
                    <a:pt x="5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18"/>
            <p:cNvSpPr/>
            <p:nvPr/>
          </p:nvSpPr>
          <p:spPr>
            <a:xfrm>
              <a:off x="6373494" y="3128585"/>
              <a:ext cx="109480" cy="37253"/>
            </a:xfrm>
            <a:custGeom>
              <a:rect b="b" l="l" r="r" t="t"/>
              <a:pathLst>
                <a:path extrusionOk="0" h="1160" w="3409">
                  <a:moveTo>
                    <a:pt x="429" y="0"/>
                  </a:moveTo>
                  <a:lnTo>
                    <a:pt x="1" y="446"/>
                  </a:lnTo>
                  <a:cubicBezTo>
                    <a:pt x="500" y="910"/>
                    <a:pt x="1089" y="1160"/>
                    <a:pt x="1713" y="1160"/>
                  </a:cubicBezTo>
                  <a:cubicBezTo>
                    <a:pt x="2338" y="1160"/>
                    <a:pt x="2927" y="910"/>
                    <a:pt x="3408" y="446"/>
                  </a:cubicBezTo>
                  <a:lnTo>
                    <a:pt x="2998" y="0"/>
                  </a:lnTo>
                  <a:cubicBezTo>
                    <a:pt x="2623" y="339"/>
                    <a:pt x="2177" y="535"/>
                    <a:pt x="1713" y="535"/>
                  </a:cubicBezTo>
                  <a:cubicBezTo>
                    <a:pt x="1249" y="535"/>
                    <a:pt x="803" y="339"/>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18"/>
            <p:cNvSpPr/>
            <p:nvPr/>
          </p:nvSpPr>
          <p:spPr>
            <a:xfrm>
              <a:off x="6398704" y="2945786"/>
              <a:ext cx="59638" cy="60184"/>
            </a:xfrm>
            <a:custGeom>
              <a:rect b="b" l="l" r="r" t="t"/>
              <a:pathLst>
                <a:path extrusionOk="0" h="1874" w="1857">
                  <a:moveTo>
                    <a:pt x="928" y="625"/>
                  </a:moveTo>
                  <a:cubicBezTo>
                    <a:pt x="1107" y="625"/>
                    <a:pt x="1232" y="767"/>
                    <a:pt x="1232" y="928"/>
                  </a:cubicBezTo>
                  <a:cubicBezTo>
                    <a:pt x="1232" y="1107"/>
                    <a:pt x="1107" y="1249"/>
                    <a:pt x="928" y="1249"/>
                  </a:cubicBezTo>
                  <a:cubicBezTo>
                    <a:pt x="750" y="1249"/>
                    <a:pt x="625" y="1107"/>
                    <a:pt x="625" y="928"/>
                  </a:cubicBezTo>
                  <a:cubicBezTo>
                    <a:pt x="625" y="767"/>
                    <a:pt x="750" y="625"/>
                    <a:pt x="928" y="625"/>
                  </a:cubicBezTo>
                  <a:close/>
                  <a:moveTo>
                    <a:pt x="928" y="0"/>
                  </a:moveTo>
                  <a:cubicBezTo>
                    <a:pt x="411" y="0"/>
                    <a:pt x="1" y="428"/>
                    <a:pt x="1" y="928"/>
                  </a:cubicBezTo>
                  <a:cubicBezTo>
                    <a:pt x="1" y="1446"/>
                    <a:pt x="411" y="1874"/>
                    <a:pt x="928" y="1874"/>
                  </a:cubicBezTo>
                  <a:cubicBezTo>
                    <a:pt x="1446" y="1874"/>
                    <a:pt x="1856" y="1446"/>
                    <a:pt x="1856" y="928"/>
                  </a:cubicBezTo>
                  <a:cubicBezTo>
                    <a:pt x="1856" y="428"/>
                    <a:pt x="1446" y="0"/>
                    <a:pt x="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18"/>
            <p:cNvSpPr/>
            <p:nvPr/>
          </p:nvSpPr>
          <p:spPr>
            <a:xfrm>
              <a:off x="6338553" y="3045471"/>
              <a:ext cx="179940" cy="80255"/>
            </a:xfrm>
            <a:custGeom>
              <a:rect b="b" l="l" r="r" t="t"/>
              <a:pathLst>
                <a:path extrusionOk="0" h="2499" w="5603">
                  <a:moveTo>
                    <a:pt x="1856" y="1"/>
                  </a:moveTo>
                  <a:lnTo>
                    <a:pt x="1856" y="929"/>
                  </a:lnTo>
                  <a:cubicBezTo>
                    <a:pt x="1856" y="1250"/>
                    <a:pt x="1606" y="1535"/>
                    <a:pt x="1285" y="1571"/>
                  </a:cubicBezTo>
                  <a:cubicBezTo>
                    <a:pt x="1274" y="1572"/>
                    <a:pt x="1264" y="1572"/>
                    <a:pt x="1253" y="1572"/>
                  </a:cubicBezTo>
                  <a:cubicBezTo>
                    <a:pt x="910" y="1572"/>
                    <a:pt x="625" y="1293"/>
                    <a:pt x="625" y="947"/>
                  </a:cubicBezTo>
                  <a:lnTo>
                    <a:pt x="0" y="947"/>
                  </a:lnTo>
                  <a:cubicBezTo>
                    <a:pt x="0" y="1625"/>
                    <a:pt x="553" y="2196"/>
                    <a:pt x="1231" y="2196"/>
                  </a:cubicBezTo>
                  <a:cubicBezTo>
                    <a:pt x="1499" y="2196"/>
                    <a:pt x="1749" y="2106"/>
                    <a:pt x="1945" y="1964"/>
                  </a:cubicBezTo>
                  <a:cubicBezTo>
                    <a:pt x="2106" y="2285"/>
                    <a:pt x="2427" y="2499"/>
                    <a:pt x="2801" y="2499"/>
                  </a:cubicBezTo>
                  <a:cubicBezTo>
                    <a:pt x="3158" y="2499"/>
                    <a:pt x="3497" y="2285"/>
                    <a:pt x="3640" y="1964"/>
                  </a:cubicBezTo>
                  <a:cubicBezTo>
                    <a:pt x="3836" y="2106"/>
                    <a:pt x="4086" y="2196"/>
                    <a:pt x="4354" y="2196"/>
                  </a:cubicBezTo>
                  <a:cubicBezTo>
                    <a:pt x="5032" y="2196"/>
                    <a:pt x="5603" y="1625"/>
                    <a:pt x="5603" y="947"/>
                  </a:cubicBezTo>
                  <a:lnTo>
                    <a:pt x="4978" y="947"/>
                  </a:lnTo>
                  <a:cubicBezTo>
                    <a:pt x="4978" y="1293"/>
                    <a:pt x="4693" y="1572"/>
                    <a:pt x="4333" y="1572"/>
                  </a:cubicBezTo>
                  <a:cubicBezTo>
                    <a:pt x="4322" y="1572"/>
                    <a:pt x="4311" y="1572"/>
                    <a:pt x="4300" y="1571"/>
                  </a:cubicBezTo>
                  <a:cubicBezTo>
                    <a:pt x="3979" y="1535"/>
                    <a:pt x="3729" y="1250"/>
                    <a:pt x="3729" y="929"/>
                  </a:cubicBezTo>
                  <a:lnTo>
                    <a:pt x="3729" y="1"/>
                  </a:lnTo>
                  <a:lnTo>
                    <a:pt x="3105" y="1"/>
                  </a:lnTo>
                  <a:lnTo>
                    <a:pt x="3105" y="1553"/>
                  </a:lnTo>
                  <a:cubicBezTo>
                    <a:pt x="3105" y="1714"/>
                    <a:pt x="2998" y="1857"/>
                    <a:pt x="2837" y="1874"/>
                  </a:cubicBezTo>
                  <a:cubicBezTo>
                    <a:pt x="2826" y="1875"/>
                    <a:pt x="2815" y="1876"/>
                    <a:pt x="2804" y="1876"/>
                  </a:cubicBezTo>
                  <a:cubicBezTo>
                    <a:pt x="2623" y="1876"/>
                    <a:pt x="2480" y="1739"/>
                    <a:pt x="2480" y="1571"/>
                  </a:cubicBezTo>
                  <a:lnTo>
                    <a:pt x="24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18"/>
            <p:cNvSpPr/>
            <p:nvPr/>
          </p:nvSpPr>
          <p:spPr>
            <a:xfrm>
              <a:off x="6460012" y="3005937"/>
              <a:ext cx="55623" cy="36707"/>
            </a:xfrm>
            <a:custGeom>
              <a:rect b="b" l="l" r="r" t="t"/>
              <a:pathLst>
                <a:path extrusionOk="0" h="1143" w="1732">
                  <a:moveTo>
                    <a:pt x="1" y="1"/>
                  </a:moveTo>
                  <a:lnTo>
                    <a:pt x="1" y="625"/>
                  </a:lnTo>
                  <a:cubicBezTo>
                    <a:pt x="500" y="625"/>
                    <a:pt x="946" y="804"/>
                    <a:pt x="1285" y="1143"/>
                  </a:cubicBezTo>
                  <a:lnTo>
                    <a:pt x="1731" y="714"/>
                  </a:lnTo>
                  <a:cubicBezTo>
                    <a:pt x="1268" y="251"/>
                    <a:pt x="66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18"/>
            <p:cNvSpPr/>
            <p:nvPr/>
          </p:nvSpPr>
          <p:spPr>
            <a:xfrm>
              <a:off x="6341989" y="3005937"/>
              <a:ext cx="55045" cy="36707"/>
            </a:xfrm>
            <a:custGeom>
              <a:rect b="b" l="l" r="r" t="t"/>
              <a:pathLst>
                <a:path extrusionOk="0" h="1143" w="1714">
                  <a:moveTo>
                    <a:pt x="1713" y="1"/>
                  </a:moveTo>
                  <a:cubicBezTo>
                    <a:pt x="1071" y="1"/>
                    <a:pt x="446" y="251"/>
                    <a:pt x="0" y="714"/>
                  </a:cubicBezTo>
                  <a:lnTo>
                    <a:pt x="428" y="1143"/>
                  </a:lnTo>
                  <a:cubicBezTo>
                    <a:pt x="767" y="804"/>
                    <a:pt x="1231" y="625"/>
                    <a:pt x="1713" y="625"/>
                  </a:cubicBezTo>
                  <a:lnTo>
                    <a:pt x="1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 name="Google Shape;1647;p118"/>
          <p:cNvSpPr/>
          <p:nvPr/>
        </p:nvSpPr>
        <p:spPr>
          <a:xfrm>
            <a:off x="5540895" y="2873159"/>
            <a:ext cx="190538" cy="325756"/>
          </a:xfrm>
          <a:custGeom>
            <a:rect b="b" l="l" r="r" t="t"/>
            <a:pathLst>
              <a:path extrusionOk="0" h="10617" w="6210">
                <a:moveTo>
                  <a:pt x="3730" y="3123"/>
                </a:moveTo>
                <a:lnTo>
                  <a:pt x="3730" y="3747"/>
                </a:lnTo>
                <a:lnTo>
                  <a:pt x="2481" y="3747"/>
                </a:lnTo>
                <a:lnTo>
                  <a:pt x="2481" y="3123"/>
                </a:lnTo>
                <a:close/>
                <a:moveTo>
                  <a:pt x="3730" y="4372"/>
                </a:moveTo>
                <a:lnTo>
                  <a:pt x="3730" y="4996"/>
                </a:lnTo>
                <a:lnTo>
                  <a:pt x="2481" y="4996"/>
                </a:lnTo>
                <a:lnTo>
                  <a:pt x="2481" y="4372"/>
                </a:lnTo>
                <a:close/>
                <a:moveTo>
                  <a:pt x="3730" y="5603"/>
                </a:moveTo>
                <a:lnTo>
                  <a:pt x="3730" y="6227"/>
                </a:lnTo>
                <a:lnTo>
                  <a:pt x="2481" y="6227"/>
                </a:lnTo>
                <a:lnTo>
                  <a:pt x="2481" y="5603"/>
                </a:lnTo>
                <a:close/>
                <a:moveTo>
                  <a:pt x="4354" y="6852"/>
                </a:moveTo>
                <a:lnTo>
                  <a:pt x="4354" y="7476"/>
                </a:lnTo>
                <a:lnTo>
                  <a:pt x="1856" y="7476"/>
                </a:lnTo>
                <a:lnTo>
                  <a:pt x="1856" y="6852"/>
                </a:lnTo>
                <a:close/>
                <a:moveTo>
                  <a:pt x="4354" y="8101"/>
                </a:moveTo>
                <a:lnTo>
                  <a:pt x="4354" y="8725"/>
                </a:lnTo>
                <a:lnTo>
                  <a:pt x="1856" y="8725"/>
                </a:lnTo>
                <a:lnTo>
                  <a:pt x="1856" y="8101"/>
                </a:lnTo>
                <a:close/>
                <a:moveTo>
                  <a:pt x="607" y="1053"/>
                </a:moveTo>
                <a:lnTo>
                  <a:pt x="1856" y="1767"/>
                </a:lnTo>
                <a:lnTo>
                  <a:pt x="1856" y="6227"/>
                </a:lnTo>
                <a:lnTo>
                  <a:pt x="1232" y="6227"/>
                </a:lnTo>
                <a:lnTo>
                  <a:pt x="1232" y="9992"/>
                </a:lnTo>
                <a:lnTo>
                  <a:pt x="607" y="9992"/>
                </a:lnTo>
                <a:lnTo>
                  <a:pt x="607" y="1053"/>
                </a:lnTo>
                <a:close/>
                <a:moveTo>
                  <a:pt x="4354" y="9350"/>
                </a:moveTo>
                <a:lnTo>
                  <a:pt x="4354" y="9992"/>
                </a:lnTo>
                <a:lnTo>
                  <a:pt x="1856" y="9992"/>
                </a:lnTo>
                <a:lnTo>
                  <a:pt x="1856" y="9350"/>
                </a:lnTo>
                <a:close/>
                <a:moveTo>
                  <a:pt x="5585" y="1053"/>
                </a:moveTo>
                <a:lnTo>
                  <a:pt x="5585" y="9992"/>
                </a:lnTo>
                <a:lnTo>
                  <a:pt x="4979" y="9992"/>
                </a:lnTo>
                <a:lnTo>
                  <a:pt x="4979" y="6227"/>
                </a:lnTo>
                <a:lnTo>
                  <a:pt x="4354" y="6227"/>
                </a:lnTo>
                <a:lnTo>
                  <a:pt x="4354" y="1767"/>
                </a:lnTo>
                <a:lnTo>
                  <a:pt x="5585" y="1053"/>
                </a:lnTo>
                <a:close/>
                <a:moveTo>
                  <a:pt x="1" y="0"/>
                </a:moveTo>
                <a:lnTo>
                  <a:pt x="1" y="10617"/>
                </a:lnTo>
                <a:lnTo>
                  <a:pt x="6210" y="10617"/>
                </a:lnTo>
                <a:lnTo>
                  <a:pt x="6210" y="0"/>
                </a:lnTo>
                <a:lnTo>
                  <a:pt x="3730" y="1410"/>
                </a:lnTo>
                <a:lnTo>
                  <a:pt x="3730" y="2498"/>
                </a:lnTo>
                <a:lnTo>
                  <a:pt x="2481" y="2498"/>
                </a:lnTo>
                <a:lnTo>
                  <a:pt x="2481" y="141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118"/>
          <p:cNvGrpSpPr/>
          <p:nvPr/>
        </p:nvGrpSpPr>
        <p:grpSpPr>
          <a:xfrm>
            <a:off x="4802539" y="2873250"/>
            <a:ext cx="248591" cy="325758"/>
            <a:chOff x="4813155" y="2865563"/>
            <a:chExt cx="260196" cy="340965"/>
          </a:xfrm>
        </p:grpSpPr>
        <p:sp>
          <p:nvSpPr>
            <p:cNvPr id="1649" name="Google Shape;1649;p118"/>
            <p:cNvSpPr/>
            <p:nvPr/>
          </p:nvSpPr>
          <p:spPr>
            <a:xfrm>
              <a:off x="4813155" y="2865563"/>
              <a:ext cx="260196" cy="259586"/>
            </a:xfrm>
            <a:custGeom>
              <a:rect b="b" l="l" r="r" t="t"/>
              <a:pathLst>
                <a:path extrusionOk="0" h="8083" w="8102">
                  <a:moveTo>
                    <a:pt x="4051" y="607"/>
                  </a:moveTo>
                  <a:cubicBezTo>
                    <a:pt x="4265" y="607"/>
                    <a:pt x="4533" y="1196"/>
                    <a:pt x="4587" y="1303"/>
                  </a:cubicBezTo>
                  <a:cubicBezTo>
                    <a:pt x="4700" y="1238"/>
                    <a:pt x="5080" y="863"/>
                    <a:pt x="5295" y="863"/>
                  </a:cubicBezTo>
                  <a:cubicBezTo>
                    <a:pt x="5316" y="863"/>
                    <a:pt x="5336" y="867"/>
                    <a:pt x="5354" y="875"/>
                  </a:cubicBezTo>
                  <a:cubicBezTo>
                    <a:pt x="5550" y="946"/>
                    <a:pt x="5568" y="1606"/>
                    <a:pt x="5586" y="1731"/>
                  </a:cubicBezTo>
                  <a:cubicBezTo>
                    <a:pt x="5679" y="1704"/>
                    <a:pt x="6042" y="1568"/>
                    <a:pt x="6286" y="1568"/>
                  </a:cubicBezTo>
                  <a:cubicBezTo>
                    <a:pt x="6368" y="1568"/>
                    <a:pt x="6437" y="1583"/>
                    <a:pt x="6478" y="1624"/>
                  </a:cubicBezTo>
                  <a:cubicBezTo>
                    <a:pt x="6621" y="1767"/>
                    <a:pt x="6389" y="2373"/>
                    <a:pt x="6353" y="2498"/>
                  </a:cubicBezTo>
                  <a:cubicBezTo>
                    <a:pt x="6460" y="2516"/>
                    <a:pt x="7138" y="2534"/>
                    <a:pt x="7209" y="2730"/>
                  </a:cubicBezTo>
                  <a:cubicBezTo>
                    <a:pt x="7299" y="2926"/>
                    <a:pt x="6853" y="3390"/>
                    <a:pt x="6781" y="3497"/>
                  </a:cubicBezTo>
                  <a:cubicBezTo>
                    <a:pt x="6888" y="3569"/>
                    <a:pt x="7477" y="3819"/>
                    <a:pt x="7477" y="4033"/>
                  </a:cubicBezTo>
                  <a:cubicBezTo>
                    <a:pt x="7477" y="4247"/>
                    <a:pt x="6888" y="4514"/>
                    <a:pt x="6781" y="4586"/>
                  </a:cubicBezTo>
                  <a:cubicBezTo>
                    <a:pt x="6853" y="4693"/>
                    <a:pt x="7299" y="5139"/>
                    <a:pt x="7209" y="5353"/>
                  </a:cubicBezTo>
                  <a:cubicBezTo>
                    <a:pt x="7138" y="5532"/>
                    <a:pt x="6478" y="5549"/>
                    <a:pt x="6353" y="5585"/>
                  </a:cubicBezTo>
                  <a:cubicBezTo>
                    <a:pt x="6389" y="5692"/>
                    <a:pt x="6621" y="6317"/>
                    <a:pt x="6478" y="6459"/>
                  </a:cubicBezTo>
                  <a:cubicBezTo>
                    <a:pt x="6440" y="6493"/>
                    <a:pt x="6379" y="6506"/>
                    <a:pt x="6304" y="6506"/>
                  </a:cubicBezTo>
                  <a:cubicBezTo>
                    <a:pt x="6061" y="6506"/>
                    <a:pt x="5681" y="6366"/>
                    <a:pt x="5586" y="6352"/>
                  </a:cubicBezTo>
                  <a:cubicBezTo>
                    <a:pt x="5568" y="6459"/>
                    <a:pt x="5550" y="7120"/>
                    <a:pt x="5354" y="7191"/>
                  </a:cubicBezTo>
                  <a:cubicBezTo>
                    <a:pt x="5336" y="7199"/>
                    <a:pt x="5316" y="7203"/>
                    <a:pt x="5295" y="7203"/>
                  </a:cubicBezTo>
                  <a:cubicBezTo>
                    <a:pt x="5077" y="7203"/>
                    <a:pt x="4684" y="6828"/>
                    <a:pt x="4587" y="6763"/>
                  </a:cubicBezTo>
                  <a:cubicBezTo>
                    <a:pt x="4515" y="6870"/>
                    <a:pt x="4265" y="7459"/>
                    <a:pt x="4051" y="7459"/>
                  </a:cubicBezTo>
                  <a:cubicBezTo>
                    <a:pt x="3837" y="7459"/>
                    <a:pt x="3570" y="6870"/>
                    <a:pt x="3498" y="6763"/>
                  </a:cubicBezTo>
                  <a:cubicBezTo>
                    <a:pt x="3401" y="6828"/>
                    <a:pt x="3023" y="7203"/>
                    <a:pt x="2808" y="7203"/>
                  </a:cubicBezTo>
                  <a:cubicBezTo>
                    <a:pt x="2786" y="7203"/>
                    <a:pt x="2766" y="7199"/>
                    <a:pt x="2749" y="7191"/>
                  </a:cubicBezTo>
                  <a:cubicBezTo>
                    <a:pt x="2552" y="7120"/>
                    <a:pt x="2535" y="6459"/>
                    <a:pt x="2499" y="6352"/>
                  </a:cubicBezTo>
                  <a:cubicBezTo>
                    <a:pt x="2417" y="6366"/>
                    <a:pt x="2031" y="6506"/>
                    <a:pt x="1790" y="6506"/>
                  </a:cubicBezTo>
                  <a:cubicBezTo>
                    <a:pt x="1717" y="6506"/>
                    <a:pt x="1658" y="6493"/>
                    <a:pt x="1625" y="6459"/>
                  </a:cubicBezTo>
                  <a:cubicBezTo>
                    <a:pt x="1482" y="6317"/>
                    <a:pt x="1714" y="5692"/>
                    <a:pt x="1750" y="5585"/>
                  </a:cubicBezTo>
                  <a:cubicBezTo>
                    <a:pt x="1625" y="5549"/>
                    <a:pt x="964" y="5532"/>
                    <a:pt x="893" y="5353"/>
                  </a:cubicBezTo>
                  <a:cubicBezTo>
                    <a:pt x="804" y="5139"/>
                    <a:pt x="1250" y="4675"/>
                    <a:pt x="1321" y="4586"/>
                  </a:cubicBezTo>
                  <a:cubicBezTo>
                    <a:pt x="1214" y="4497"/>
                    <a:pt x="625" y="4247"/>
                    <a:pt x="625" y="4033"/>
                  </a:cubicBezTo>
                  <a:cubicBezTo>
                    <a:pt x="625" y="3819"/>
                    <a:pt x="1214" y="3569"/>
                    <a:pt x="1321" y="3497"/>
                  </a:cubicBezTo>
                  <a:cubicBezTo>
                    <a:pt x="1250" y="3373"/>
                    <a:pt x="804" y="2926"/>
                    <a:pt x="893" y="2730"/>
                  </a:cubicBezTo>
                  <a:cubicBezTo>
                    <a:pt x="964" y="2534"/>
                    <a:pt x="1625" y="2516"/>
                    <a:pt x="1750" y="2498"/>
                  </a:cubicBezTo>
                  <a:cubicBezTo>
                    <a:pt x="1714" y="2373"/>
                    <a:pt x="1482" y="1767"/>
                    <a:pt x="1625" y="1624"/>
                  </a:cubicBezTo>
                  <a:cubicBezTo>
                    <a:pt x="1659" y="1585"/>
                    <a:pt x="1722" y="1570"/>
                    <a:pt x="1798" y="1570"/>
                  </a:cubicBezTo>
                  <a:cubicBezTo>
                    <a:pt x="2039" y="1570"/>
                    <a:pt x="2418" y="1717"/>
                    <a:pt x="2499" y="1731"/>
                  </a:cubicBezTo>
                  <a:cubicBezTo>
                    <a:pt x="2535" y="1624"/>
                    <a:pt x="2552" y="946"/>
                    <a:pt x="2749" y="875"/>
                  </a:cubicBezTo>
                  <a:cubicBezTo>
                    <a:pt x="2766" y="867"/>
                    <a:pt x="2786" y="863"/>
                    <a:pt x="2808" y="863"/>
                  </a:cubicBezTo>
                  <a:cubicBezTo>
                    <a:pt x="3026" y="863"/>
                    <a:pt x="3417" y="1238"/>
                    <a:pt x="3498" y="1303"/>
                  </a:cubicBezTo>
                  <a:cubicBezTo>
                    <a:pt x="3587" y="1196"/>
                    <a:pt x="3837" y="607"/>
                    <a:pt x="4051" y="607"/>
                  </a:cubicBezTo>
                  <a:close/>
                  <a:moveTo>
                    <a:pt x="4051" y="0"/>
                  </a:moveTo>
                  <a:cubicBezTo>
                    <a:pt x="3855" y="0"/>
                    <a:pt x="3587" y="72"/>
                    <a:pt x="3320" y="393"/>
                  </a:cubicBezTo>
                  <a:cubicBezTo>
                    <a:pt x="3123" y="284"/>
                    <a:pt x="2948" y="247"/>
                    <a:pt x="2800" y="247"/>
                  </a:cubicBezTo>
                  <a:cubicBezTo>
                    <a:pt x="2680" y="247"/>
                    <a:pt x="2579" y="272"/>
                    <a:pt x="2499" y="304"/>
                  </a:cubicBezTo>
                  <a:cubicBezTo>
                    <a:pt x="2267" y="393"/>
                    <a:pt x="2089" y="625"/>
                    <a:pt x="1999" y="964"/>
                  </a:cubicBezTo>
                  <a:cubicBezTo>
                    <a:pt x="1923" y="952"/>
                    <a:pt x="1851" y="947"/>
                    <a:pt x="1782" y="947"/>
                  </a:cubicBezTo>
                  <a:cubicBezTo>
                    <a:pt x="1532" y="947"/>
                    <a:pt x="1337" y="1024"/>
                    <a:pt x="1196" y="1178"/>
                  </a:cubicBezTo>
                  <a:cubicBezTo>
                    <a:pt x="1000" y="1356"/>
                    <a:pt x="929" y="1642"/>
                    <a:pt x="982" y="1981"/>
                  </a:cubicBezTo>
                  <a:cubicBezTo>
                    <a:pt x="643" y="2070"/>
                    <a:pt x="411" y="2248"/>
                    <a:pt x="322" y="2480"/>
                  </a:cubicBezTo>
                  <a:cubicBezTo>
                    <a:pt x="233" y="2659"/>
                    <a:pt x="215" y="2944"/>
                    <a:pt x="411" y="3319"/>
                  </a:cubicBezTo>
                  <a:cubicBezTo>
                    <a:pt x="90" y="3569"/>
                    <a:pt x="1" y="3836"/>
                    <a:pt x="1" y="4033"/>
                  </a:cubicBezTo>
                  <a:cubicBezTo>
                    <a:pt x="1" y="4229"/>
                    <a:pt x="90" y="4497"/>
                    <a:pt x="411" y="4764"/>
                  </a:cubicBezTo>
                  <a:cubicBezTo>
                    <a:pt x="215" y="5121"/>
                    <a:pt x="233" y="5407"/>
                    <a:pt x="322" y="5585"/>
                  </a:cubicBezTo>
                  <a:cubicBezTo>
                    <a:pt x="411" y="5835"/>
                    <a:pt x="643" y="5995"/>
                    <a:pt x="982" y="6085"/>
                  </a:cubicBezTo>
                  <a:cubicBezTo>
                    <a:pt x="929" y="6441"/>
                    <a:pt x="1000" y="6709"/>
                    <a:pt x="1196" y="6888"/>
                  </a:cubicBezTo>
                  <a:cubicBezTo>
                    <a:pt x="1346" y="7052"/>
                    <a:pt x="1557" y="7128"/>
                    <a:pt x="1831" y="7128"/>
                  </a:cubicBezTo>
                  <a:cubicBezTo>
                    <a:pt x="1884" y="7128"/>
                    <a:pt x="1941" y="7125"/>
                    <a:pt x="1999" y="7120"/>
                  </a:cubicBezTo>
                  <a:cubicBezTo>
                    <a:pt x="2089" y="7441"/>
                    <a:pt x="2267" y="7673"/>
                    <a:pt x="2499" y="7780"/>
                  </a:cubicBezTo>
                  <a:cubicBezTo>
                    <a:pt x="2572" y="7809"/>
                    <a:pt x="2664" y="7829"/>
                    <a:pt x="2772" y="7829"/>
                  </a:cubicBezTo>
                  <a:cubicBezTo>
                    <a:pt x="2925" y="7829"/>
                    <a:pt x="3110" y="7788"/>
                    <a:pt x="3320" y="7673"/>
                  </a:cubicBezTo>
                  <a:cubicBezTo>
                    <a:pt x="3587" y="7994"/>
                    <a:pt x="3855" y="8083"/>
                    <a:pt x="4051" y="8083"/>
                  </a:cubicBezTo>
                  <a:cubicBezTo>
                    <a:pt x="4248" y="8083"/>
                    <a:pt x="4515" y="7994"/>
                    <a:pt x="4765" y="7673"/>
                  </a:cubicBezTo>
                  <a:cubicBezTo>
                    <a:pt x="4985" y="7788"/>
                    <a:pt x="5175" y="7829"/>
                    <a:pt x="5330" y="7829"/>
                  </a:cubicBezTo>
                  <a:cubicBezTo>
                    <a:pt x="5438" y="7829"/>
                    <a:pt x="5530" y="7809"/>
                    <a:pt x="5604" y="7780"/>
                  </a:cubicBezTo>
                  <a:cubicBezTo>
                    <a:pt x="5836" y="7673"/>
                    <a:pt x="6014" y="7441"/>
                    <a:pt x="6103" y="7120"/>
                  </a:cubicBezTo>
                  <a:cubicBezTo>
                    <a:pt x="6162" y="7125"/>
                    <a:pt x="6218" y="7128"/>
                    <a:pt x="6272" y="7128"/>
                  </a:cubicBezTo>
                  <a:cubicBezTo>
                    <a:pt x="6546" y="7128"/>
                    <a:pt x="6757" y="7052"/>
                    <a:pt x="6906" y="6888"/>
                  </a:cubicBezTo>
                  <a:cubicBezTo>
                    <a:pt x="7102" y="6709"/>
                    <a:pt x="7174" y="6441"/>
                    <a:pt x="7120" y="6085"/>
                  </a:cubicBezTo>
                  <a:cubicBezTo>
                    <a:pt x="7459" y="5995"/>
                    <a:pt x="7691" y="5835"/>
                    <a:pt x="7780" y="5585"/>
                  </a:cubicBezTo>
                  <a:cubicBezTo>
                    <a:pt x="7852" y="5407"/>
                    <a:pt x="7887" y="5121"/>
                    <a:pt x="7691" y="4764"/>
                  </a:cubicBezTo>
                  <a:cubicBezTo>
                    <a:pt x="8012" y="4497"/>
                    <a:pt x="8102" y="4229"/>
                    <a:pt x="8102" y="4033"/>
                  </a:cubicBezTo>
                  <a:cubicBezTo>
                    <a:pt x="8102" y="3836"/>
                    <a:pt x="8012" y="3569"/>
                    <a:pt x="7691" y="3319"/>
                  </a:cubicBezTo>
                  <a:cubicBezTo>
                    <a:pt x="7887" y="2944"/>
                    <a:pt x="7852" y="2659"/>
                    <a:pt x="7780" y="2480"/>
                  </a:cubicBezTo>
                  <a:cubicBezTo>
                    <a:pt x="7691" y="2248"/>
                    <a:pt x="7459" y="2070"/>
                    <a:pt x="7120" y="1981"/>
                  </a:cubicBezTo>
                  <a:cubicBezTo>
                    <a:pt x="7174" y="1642"/>
                    <a:pt x="7102" y="1356"/>
                    <a:pt x="6906" y="1178"/>
                  </a:cubicBezTo>
                  <a:cubicBezTo>
                    <a:pt x="6766" y="1024"/>
                    <a:pt x="6571" y="947"/>
                    <a:pt x="6320" y="947"/>
                  </a:cubicBezTo>
                  <a:cubicBezTo>
                    <a:pt x="6252" y="947"/>
                    <a:pt x="6180" y="952"/>
                    <a:pt x="6103" y="964"/>
                  </a:cubicBezTo>
                  <a:cubicBezTo>
                    <a:pt x="6014" y="625"/>
                    <a:pt x="5836" y="393"/>
                    <a:pt x="5604" y="304"/>
                  </a:cubicBezTo>
                  <a:cubicBezTo>
                    <a:pt x="5524" y="272"/>
                    <a:pt x="5422" y="247"/>
                    <a:pt x="5301" y="247"/>
                  </a:cubicBezTo>
                  <a:cubicBezTo>
                    <a:pt x="5151" y="247"/>
                    <a:pt x="4972" y="284"/>
                    <a:pt x="4765" y="393"/>
                  </a:cubicBezTo>
                  <a:cubicBezTo>
                    <a:pt x="4515" y="72"/>
                    <a:pt x="4248" y="0"/>
                    <a:pt x="40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18"/>
            <p:cNvSpPr/>
            <p:nvPr/>
          </p:nvSpPr>
          <p:spPr>
            <a:xfrm>
              <a:off x="4813155" y="3146344"/>
              <a:ext cx="260196" cy="60184"/>
            </a:xfrm>
            <a:custGeom>
              <a:rect b="b" l="l" r="r" t="t"/>
              <a:pathLst>
                <a:path extrusionOk="0" h="1874" w="8102">
                  <a:moveTo>
                    <a:pt x="7477" y="625"/>
                  </a:moveTo>
                  <a:lnTo>
                    <a:pt x="7477" y="1249"/>
                  </a:lnTo>
                  <a:lnTo>
                    <a:pt x="625" y="1249"/>
                  </a:lnTo>
                  <a:lnTo>
                    <a:pt x="625" y="625"/>
                  </a:lnTo>
                  <a:close/>
                  <a:moveTo>
                    <a:pt x="1" y="0"/>
                  </a:moveTo>
                  <a:lnTo>
                    <a:pt x="1" y="1874"/>
                  </a:lnTo>
                  <a:lnTo>
                    <a:pt x="8102" y="1874"/>
                  </a:lnTo>
                  <a:lnTo>
                    <a:pt x="81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18"/>
            <p:cNvSpPr/>
            <p:nvPr/>
          </p:nvSpPr>
          <p:spPr>
            <a:xfrm>
              <a:off x="4899705" y="3016246"/>
              <a:ext cx="37253" cy="44736"/>
            </a:xfrm>
            <a:custGeom>
              <a:rect b="b" l="l" r="r" t="t"/>
              <a:pathLst>
                <a:path extrusionOk="0" h="1393" w="1160">
                  <a:moveTo>
                    <a:pt x="625" y="1"/>
                  </a:moveTo>
                  <a:lnTo>
                    <a:pt x="0" y="1071"/>
                  </a:lnTo>
                  <a:lnTo>
                    <a:pt x="535" y="1393"/>
                  </a:lnTo>
                  <a:lnTo>
                    <a:pt x="1160" y="30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18"/>
            <p:cNvSpPr/>
            <p:nvPr/>
          </p:nvSpPr>
          <p:spPr>
            <a:xfrm>
              <a:off x="4949547" y="2929728"/>
              <a:ext cx="37286" cy="44736"/>
            </a:xfrm>
            <a:custGeom>
              <a:rect b="b" l="l" r="r" t="t"/>
              <a:pathLst>
                <a:path extrusionOk="0" h="1393" w="1161">
                  <a:moveTo>
                    <a:pt x="625" y="1"/>
                  </a:moveTo>
                  <a:lnTo>
                    <a:pt x="1" y="1071"/>
                  </a:lnTo>
                  <a:lnTo>
                    <a:pt x="536" y="1392"/>
                  </a:lnTo>
                  <a:lnTo>
                    <a:pt x="1160" y="30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18"/>
            <p:cNvSpPr/>
            <p:nvPr/>
          </p:nvSpPr>
          <p:spPr>
            <a:xfrm>
              <a:off x="4949547" y="3016246"/>
              <a:ext cx="37286" cy="44736"/>
            </a:xfrm>
            <a:custGeom>
              <a:rect b="b" l="l" r="r" t="t"/>
              <a:pathLst>
                <a:path extrusionOk="0" h="1393" w="1161">
                  <a:moveTo>
                    <a:pt x="536" y="1"/>
                  </a:moveTo>
                  <a:lnTo>
                    <a:pt x="1" y="304"/>
                  </a:lnTo>
                  <a:lnTo>
                    <a:pt x="625" y="1393"/>
                  </a:lnTo>
                  <a:lnTo>
                    <a:pt x="1160" y="1071"/>
                  </a:lnTo>
                  <a:lnTo>
                    <a:pt x="5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18"/>
            <p:cNvSpPr/>
            <p:nvPr/>
          </p:nvSpPr>
          <p:spPr>
            <a:xfrm>
              <a:off x="4899705" y="2929728"/>
              <a:ext cx="37253" cy="44736"/>
            </a:xfrm>
            <a:custGeom>
              <a:rect b="b" l="l" r="r" t="t"/>
              <a:pathLst>
                <a:path extrusionOk="0" h="1393" w="1160">
                  <a:moveTo>
                    <a:pt x="535" y="1"/>
                  </a:moveTo>
                  <a:lnTo>
                    <a:pt x="0" y="304"/>
                  </a:lnTo>
                  <a:lnTo>
                    <a:pt x="625" y="1392"/>
                  </a:lnTo>
                  <a:lnTo>
                    <a:pt x="1160" y="1071"/>
                  </a:lnTo>
                  <a:lnTo>
                    <a:pt x="5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18"/>
            <p:cNvSpPr/>
            <p:nvPr/>
          </p:nvSpPr>
          <p:spPr>
            <a:xfrm>
              <a:off x="4873338" y="2985319"/>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18"/>
            <p:cNvSpPr/>
            <p:nvPr/>
          </p:nvSpPr>
          <p:spPr>
            <a:xfrm>
              <a:off x="4973055" y="2985319"/>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118"/>
          <p:cNvGrpSpPr/>
          <p:nvPr/>
        </p:nvGrpSpPr>
        <p:grpSpPr>
          <a:xfrm>
            <a:off x="4073887" y="2873250"/>
            <a:ext cx="286361" cy="325758"/>
            <a:chOff x="4050488" y="2865563"/>
            <a:chExt cx="299729" cy="340965"/>
          </a:xfrm>
        </p:grpSpPr>
        <p:sp>
          <p:nvSpPr>
            <p:cNvPr id="1658" name="Google Shape;1658;p118"/>
            <p:cNvSpPr/>
            <p:nvPr/>
          </p:nvSpPr>
          <p:spPr>
            <a:xfrm>
              <a:off x="4050488" y="2865563"/>
              <a:ext cx="299729" cy="340965"/>
            </a:xfrm>
            <a:custGeom>
              <a:rect b="b" l="l" r="r" t="t"/>
              <a:pathLst>
                <a:path extrusionOk="0" h="10617" w="9333">
                  <a:moveTo>
                    <a:pt x="6227" y="607"/>
                  </a:moveTo>
                  <a:lnTo>
                    <a:pt x="6227" y="1285"/>
                  </a:lnTo>
                  <a:lnTo>
                    <a:pt x="3123" y="1285"/>
                  </a:lnTo>
                  <a:lnTo>
                    <a:pt x="3123" y="607"/>
                  </a:lnTo>
                  <a:close/>
                  <a:moveTo>
                    <a:pt x="6459" y="1892"/>
                  </a:moveTo>
                  <a:cubicBezTo>
                    <a:pt x="7209" y="2177"/>
                    <a:pt x="7780" y="2587"/>
                    <a:pt x="8155" y="3141"/>
                  </a:cubicBezTo>
                  <a:lnTo>
                    <a:pt x="1178" y="3141"/>
                  </a:lnTo>
                  <a:cubicBezTo>
                    <a:pt x="1553" y="2587"/>
                    <a:pt x="2124" y="2177"/>
                    <a:pt x="2855" y="1892"/>
                  </a:cubicBezTo>
                  <a:close/>
                  <a:moveTo>
                    <a:pt x="8494" y="3765"/>
                  </a:moveTo>
                  <a:cubicBezTo>
                    <a:pt x="8636" y="4140"/>
                    <a:pt x="8725" y="4568"/>
                    <a:pt x="8725" y="5014"/>
                  </a:cubicBezTo>
                  <a:cubicBezTo>
                    <a:pt x="8725" y="5781"/>
                    <a:pt x="8315" y="7102"/>
                    <a:pt x="7566" y="8101"/>
                  </a:cubicBezTo>
                  <a:cubicBezTo>
                    <a:pt x="7566" y="8119"/>
                    <a:pt x="7566" y="8119"/>
                    <a:pt x="7548" y="8119"/>
                  </a:cubicBezTo>
                  <a:lnTo>
                    <a:pt x="1785" y="8119"/>
                  </a:lnTo>
                  <a:cubicBezTo>
                    <a:pt x="1785" y="8119"/>
                    <a:pt x="1785" y="8119"/>
                    <a:pt x="1785" y="8101"/>
                  </a:cubicBezTo>
                  <a:cubicBezTo>
                    <a:pt x="1017" y="7102"/>
                    <a:pt x="625" y="5781"/>
                    <a:pt x="625" y="5014"/>
                  </a:cubicBezTo>
                  <a:cubicBezTo>
                    <a:pt x="625" y="4568"/>
                    <a:pt x="696" y="4140"/>
                    <a:pt x="857" y="3765"/>
                  </a:cubicBezTo>
                  <a:close/>
                  <a:moveTo>
                    <a:pt x="7191" y="8743"/>
                  </a:moveTo>
                  <a:cubicBezTo>
                    <a:pt x="6995" y="9136"/>
                    <a:pt x="6888" y="9546"/>
                    <a:pt x="6852" y="9992"/>
                  </a:cubicBezTo>
                  <a:lnTo>
                    <a:pt x="2481" y="9992"/>
                  </a:lnTo>
                  <a:cubicBezTo>
                    <a:pt x="2445" y="9564"/>
                    <a:pt x="2338" y="9136"/>
                    <a:pt x="2159" y="8743"/>
                  </a:cubicBezTo>
                  <a:close/>
                  <a:moveTo>
                    <a:pt x="1874" y="0"/>
                  </a:moveTo>
                  <a:lnTo>
                    <a:pt x="1874" y="607"/>
                  </a:lnTo>
                  <a:lnTo>
                    <a:pt x="2498" y="607"/>
                  </a:lnTo>
                  <a:lnTo>
                    <a:pt x="2498" y="1374"/>
                  </a:lnTo>
                  <a:cubicBezTo>
                    <a:pt x="1785" y="1660"/>
                    <a:pt x="1196" y="2106"/>
                    <a:pt x="768" y="2659"/>
                  </a:cubicBezTo>
                  <a:cubicBezTo>
                    <a:pt x="268" y="3319"/>
                    <a:pt x="0" y="4104"/>
                    <a:pt x="0" y="5014"/>
                  </a:cubicBezTo>
                  <a:cubicBezTo>
                    <a:pt x="0" y="6049"/>
                    <a:pt x="536" y="7476"/>
                    <a:pt x="1285" y="8476"/>
                  </a:cubicBezTo>
                  <a:cubicBezTo>
                    <a:pt x="1660" y="8993"/>
                    <a:pt x="1874" y="9617"/>
                    <a:pt x="1874" y="10260"/>
                  </a:cubicBezTo>
                  <a:lnTo>
                    <a:pt x="1874" y="10617"/>
                  </a:lnTo>
                  <a:lnTo>
                    <a:pt x="7476" y="10617"/>
                  </a:lnTo>
                  <a:lnTo>
                    <a:pt x="7476" y="10260"/>
                  </a:lnTo>
                  <a:cubicBezTo>
                    <a:pt x="7476" y="9617"/>
                    <a:pt x="7673" y="8993"/>
                    <a:pt x="8065" y="8476"/>
                  </a:cubicBezTo>
                  <a:cubicBezTo>
                    <a:pt x="8815" y="7476"/>
                    <a:pt x="9332" y="6049"/>
                    <a:pt x="9332" y="5014"/>
                  </a:cubicBezTo>
                  <a:cubicBezTo>
                    <a:pt x="9332" y="3337"/>
                    <a:pt x="8440" y="2034"/>
                    <a:pt x="6852" y="1392"/>
                  </a:cubicBezTo>
                  <a:lnTo>
                    <a:pt x="6852" y="607"/>
                  </a:lnTo>
                  <a:lnTo>
                    <a:pt x="7476" y="607"/>
                  </a:lnTo>
                  <a:lnTo>
                    <a:pt x="7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18"/>
            <p:cNvSpPr/>
            <p:nvPr/>
          </p:nvSpPr>
          <p:spPr>
            <a:xfrm>
              <a:off x="4150751" y="3006515"/>
              <a:ext cx="99749" cy="99749"/>
            </a:xfrm>
            <a:custGeom>
              <a:rect b="b" l="l" r="r" t="t"/>
              <a:pathLst>
                <a:path extrusionOk="0" h="3106" w="3106">
                  <a:moveTo>
                    <a:pt x="1553" y="625"/>
                  </a:moveTo>
                  <a:cubicBezTo>
                    <a:pt x="2071" y="625"/>
                    <a:pt x="2481" y="1035"/>
                    <a:pt x="2481" y="1553"/>
                  </a:cubicBezTo>
                  <a:cubicBezTo>
                    <a:pt x="2481" y="1731"/>
                    <a:pt x="2338" y="1874"/>
                    <a:pt x="2178" y="1874"/>
                  </a:cubicBezTo>
                  <a:cubicBezTo>
                    <a:pt x="1999" y="1874"/>
                    <a:pt x="1857" y="1731"/>
                    <a:pt x="1857" y="1553"/>
                  </a:cubicBezTo>
                  <a:cubicBezTo>
                    <a:pt x="1857" y="1143"/>
                    <a:pt x="1607" y="804"/>
                    <a:pt x="1232" y="679"/>
                  </a:cubicBezTo>
                  <a:cubicBezTo>
                    <a:pt x="1339" y="643"/>
                    <a:pt x="1446" y="625"/>
                    <a:pt x="1553" y="625"/>
                  </a:cubicBezTo>
                  <a:close/>
                  <a:moveTo>
                    <a:pt x="929" y="1250"/>
                  </a:moveTo>
                  <a:cubicBezTo>
                    <a:pt x="1107" y="1250"/>
                    <a:pt x="1232" y="1374"/>
                    <a:pt x="1232" y="1553"/>
                  </a:cubicBezTo>
                  <a:cubicBezTo>
                    <a:pt x="1232" y="1963"/>
                    <a:pt x="1500" y="2302"/>
                    <a:pt x="1857" y="2427"/>
                  </a:cubicBezTo>
                  <a:cubicBezTo>
                    <a:pt x="1767" y="2463"/>
                    <a:pt x="1660" y="2481"/>
                    <a:pt x="1553" y="2481"/>
                  </a:cubicBezTo>
                  <a:cubicBezTo>
                    <a:pt x="1036" y="2481"/>
                    <a:pt x="625" y="2070"/>
                    <a:pt x="625" y="1553"/>
                  </a:cubicBezTo>
                  <a:cubicBezTo>
                    <a:pt x="625" y="1374"/>
                    <a:pt x="750" y="1250"/>
                    <a:pt x="929" y="1250"/>
                  </a:cubicBezTo>
                  <a:close/>
                  <a:moveTo>
                    <a:pt x="1553" y="1"/>
                  </a:moveTo>
                  <a:cubicBezTo>
                    <a:pt x="697" y="1"/>
                    <a:pt x="1" y="696"/>
                    <a:pt x="1" y="1553"/>
                  </a:cubicBezTo>
                  <a:cubicBezTo>
                    <a:pt x="1" y="2409"/>
                    <a:pt x="697" y="3105"/>
                    <a:pt x="1553" y="3105"/>
                  </a:cubicBezTo>
                  <a:cubicBezTo>
                    <a:pt x="2410" y="3105"/>
                    <a:pt x="3105" y="2409"/>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118"/>
          <p:cNvGrpSpPr/>
          <p:nvPr/>
        </p:nvGrpSpPr>
        <p:grpSpPr>
          <a:xfrm>
            <a:off x="3344682" y="2911572"/>
            <a:ext cx="325758" cy="248560"/>
            <a:chOff x="3287242" y="2905674"/>
            <a:chExt cx="340965" cy="260164"/>
          </a:xfrm>
        </p:grpSpPr>
        <p:sp>
          <p:nvSpPr>
            <p:cNvPr id="1661" name="Google Shape;1661;p118"/>
            <p:cNvSpPr/>
            <p:nvPr/>
          </p:nvSpPr>
          <p:spPr>
            <a:xfrm>
              <a:off x="3307860" y="3105654"/>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18"/>
            <p:cNvSpPr/>
            <p:nvPr/>
          </p:nvSpPr>
          <p:spPr>
            <a:xfrm>
              <a:off x="3307860" y="3145766"/>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18"/>
            <p:cNvSpPr/>
            <p:nvPr/>
          </p:nvSpPr>
          <p:spPr>
            <a:xfrm>
              <a:off x="3287242" y="2905674"/>
              <a:ext cx="340965" cy="179940"/>
            </a:xfrm>
            <a:custGeom>
              <a:rect b="b" l="l" r="r" t="t"/>
              <a:pathLst>
                <a:path extrusionOk="0" h="5603" w="10617">
                  <a:moveTo>
                    <a:pt x="10010" y="625"/>
                  </a:moveTo>
                  <a:lnTo>
                    <a:pt x="10010" y="4978"/>
                  </a:lnTo>
                  <a:lnTo>
                    <a:pt x="624" y="4978"/>
                  </a:lnTo>
                  <a:lnTo>
                    <a:pt x="624" y="625"/>
                  </a:lnTo>
                  <a:close/>
                  <a:moveTo>
                    <a:pt x="0" y="0"/>
                  </a:moveTo>
                  <a:lnTo>
                    <a:pt x="0" y="5603"/>
                  </a:lnTo>
                  <a:lnTo>
                    <a:pt x="10616" y="5603"/>
                  </a:lnTo>
                  <a:lnTo>
                    <a:pt x="106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18"/>
            <p:cNvSpPr/>
            <p:nvPr/>
          </p:nvSpPr>
          <p:spPr>
            <a:xfrm>
              <a:off x="3327900" y="2945786"/>
              <a:ext cx="261352" cy="99717"/>
            </a:xfrm>
            <a:custGeom>
              <a:rect b="b" l="l" r="r" t="t"/>
              <a:pathLst>
                <a:path extrusionOk="0" h="3105" w="8138">
                  <a:moveTo>
                    <a:pt x="1553" y="625"/>
                  </a:moveTo>
                  <a:cubicBezTo>
                    <a:pt x="1642" y="625"/>
                    <a:pt x="1732" y="643"/>
                    <a:pt x="1785" y="678"/>
                  </a:cubicBezTo>
                  <a:cubicBezTo>
                    <a:pt x="1892" y="803"/>
                    <a:pt x="1874" y="1285"/>
                    <a:pt x="1874" y="1553"/>
                  </a:cubicBezTo>
                  <a:cubicBezTo>
                    <a:pt x="1874" y="1892"/>
                    <a:pt x="1892" y="2320"/>
                    <a:pt x="1785" y="2445"/>
                  </a:cubicBezTo>
                  <a:cubicBezTo>
                    <a:pt x="1732" y="2480"/>
                    <a:pt x="1642" y="2498"/>
                    <a:pt x="1553" y="2498"/>
                  </a:cubicBezTo>
                  <a:cubicBezTo>
                    <a:pt x="1054" y="2498"/>
                    <a:pt x="625" y="2070"/>
                    <a:pt x="625" y="1553"/>
                  </a:cubicBezTo>
                  <a:cubicBezTo>
                    <a:pt x="625" y="1035"/>
                    <a:pt x="1054" y="625"/>
                    <a:pt x="1553" y="625"/>
                  </a:cubicBezTo>
                  <a:close/>
                  <a:moveTo>
                    <a:pt x="3427" y="625"/>
                  </a:moveTo>
                  <a:cubicBezTo>
                    <a:pt x="3498" y="625"/>
                    <a:pt x="3605" y="643"/>
                    <a:pt x="3659" y="678"/>
                  </a:cubicBezTo>
                  <a:cubicBezTo>
                    <a:pt x="3766" y="803"/>
                    <a:pt x="3730" y="1285"/>
                    <a:pt x="3730" y="1553"/>
                  </a:cubicBezTo>
                  <a:cubicBezTo>
                    <a:pt x="3730" y="1892"/>
                    <a:pt x="3766" y="2320"/>
                    <a:pt x="3659" y="2445"/>
                  </a:cubicBezTo>
                  <a:cubicBezTo>
                    <a:pt x="3605" y="2480"/>
                    <a:pt x="3498" y="2498"/>
                    <a:pt x="3427" y="2498"/>
                  </a:cubicBezTo>
                  <a:cubicBezTo>
                    <a:pt x="2909" y="2498"/>
                    <a:pt x="2499" y="2070"/>
                    <a:pt x="2499" y="1553"/>
                  </a:cubicBezTo>
                  <a:cubicBezTo>
                    <a:pt x="2499" y="1035"/>
                    <a:pt x="2909" y="625"/>
                    <a:pt x="3427" y="625"/>
                  </a:cubicBezTo>
                  <a:close/>
                  <a:moveTo>
                    <a:pt x="5300" y="625"/>
                  </a:moveTo>
                  <a:cubicBezTo>
                    <a:pt x="5371" y="625"/>
                    <a:pt x="5479" y="643"/>
                    <a:pt x="5514" y="678"/>
                  </a:cubicBezTo>
                  <a:cubicBezTo>
                    <a:pt x="5639" y="803"/>
                    <a:pt x="5603" y="1285"/>
                    <a:pt x="5603" y="1553"/>
                  </a:cubicBezTo>
                  <a:cubicBezTo>
                    <a:pt x="5603" y="1892"/>
                    <a:pt x="5621" y="2320"/>
                    <a:pt x="5514" y="2445"/>
                  </a:cubicBezTo>
                  <a:cubicBezTo>
                    <a:pt x="5479" y="2480"/>
                    <a:pt x="5371" y="2498"/>
                    <a:pt x="5300" y="2498"/>
                  </a:cubicBezTo>
                  <a:cubicBezTo>
                    <a:pt x="4783" y="2498"/>
                    <a:pt x="4354" y="2070"/>
                    <a:pt x="4354" y="1553"/>
                  </a:cubicBezTo>
                  <a:cubicBezTo>
                    <a:pt x="4354" y="1035"/>
                    <a:pt x="4783" y="625"/>
                    <a:pt x="5300" y="625"/>
                  </a:cubicBezTo>
                  <a:close/>
                  <a:moveTo>
                    <a:pt x="7156" y="625"/>
                  </a:moveTo>
                  <a:cubicBezTo>
                    <a:pt x="7245" y="625"/>
                    <a:pt x="7334" y="643"/>
                    <a:pt x="7388" y="678"/>
                  </a:cubicBezTo>
                  <a:cubicBezTo>
                    <a:pt x="7495" y="803"/>
                    <a:pt x="7477" y="1285"/>
                    <a:pt x="7477" y="1553"/>
                  </a:cubicBezTo>
                  <a:cubicBezTo>
                    <a:pt x="7477" y="1892"/>
                    <a:pt x="7495" y="2320"/>
                    <a:pt x="7388" y="2445"/>
                  </a:cubicBezTo>
                  <a:cubicBezTo>
                    <a:pt x="7334" y="2480"/>
                    <a:pt x="7245" y="2498"/>
                    <a:pt x="7156" y="2498"/>
                  </a:cubicBezTo>
                  <a:cubicBezTo>
                    <a:pt x="6638" y="2498"/>
                    <a:pt x="6228" y="2070"/>
                    <a:pt x="6228" y="1553"/>
                  </a:cubicBezTo>
                  <a:cubicBezTo>
                    <a:pt x="6228" y="1035"/>
                    <a:pt x="6638" y="625"/>
                    <a:pt x="7156" y="625"/>
                  </a:cubicBezTo>
                  <a:close/>
                  <a:moveTo>
                    <a:pt x="1553" y="0"/>
                  </a:moveTo>
                  <a:cubicBezTo>
                    <a:pt x="697" y="0"/>
                    <a:pt x="1" y="696"/>
                    <a:pt x="1" y="1553"/>
                  </a:cubicBezTo>
                  <a:cubicBezTo>
                    <a:pt x="1" y="2409"/>
                    <a:pt x="697" y="3105"/>
                    <a:pt x="1553" y="3105"/>
                  </a:cubicBezTo>
                  <a:cubicBezTo>
                    <a:pt x="1839" y="3105"/>
                    <a:pt x="2071" y="3034"/>
                    <a:pt x="2231" y="2873"/>
                  </a:cubicBezTo>
                  <a:cubicBezTo>
                    <a:pt x="2285" y="2819"/>
                    <a:pt x="2320" y="2748"/>
                    <a:pt x="2356" y="2695"/>
                  </a:cubicBezTo>
                  <a:cubicBezTo>
                    <a:pt x="2642" y="2944"/>
                    <a:pt x="3016" y="3105"/>
                    <a:pt x="3427" y="3105"/>
                  </a:cubicBezTo>
                  <a:cubicBezTo>
                    <a:pt x="3712" y="3105"/>
                    <a:pt x="3944" y="3034"/>
                    <a:pt x="4087" y="2873"/>
                  </a:cubicBezTo>
                  <a:cubicBezTo>
                    <a:pt x="4140" y="2819"/>
                    <a:pt x="4194" y="2748"/>
                    <a:pt x="4230" y="2695"/>
                  </a:cubicBezTo>
                  <a:cubicBezTo>
                    <a:pt x="4515" y="2944"/>
                    <a:pt x="4890" y="3105"/>
                    <a:pt x="5300" y="3105"/>
                  </a:cubicBezTo>
                  <a:cubicBezTo>
                    <a:pt x="5586" y="3105"/>
                    <a:pt x="5800" y="3034"/>
                    <a:pt x="5960" y="2873"/>
                  </a:cubicBezTo>
                  <a:cubicBezTo>
                    <a:pt x="6014" y="2819"/>
                    <a:pt x="6067" y="2748"/>
                    <a:pt x="6085" y="2695"/>
                  </a:cubicBezTo>
                  <a:cubicBezTo>
                    <a:pt x="6371" y="2944"/>
                    <a:pt x="6745" y="3105"/>
                    <a:pt x="7156" y="3105"/>
                  </a:cubicBezTo>
                  <a:cubicBezTo>
                    <a:pt x="7441" y="3105"/>
                    <a:pt x="7673" y="3034"/>
                    <a:pt x="7834" y="2873"/>
                  </a:cubicBezTo>
                  <a:cubicBezTo>
                    <a:pt x="8137" y="2552"/>
                    <a:pt x="8101" y="2034"/>
                    <a:pt x="8101" y="1553"/>
                  </a:cubicBezTo>
                  <a:cubicBezTo>
                    <a:pt x="8101" y="1053"/>
                    <a:pt x="8137" y="553"/>
                    <a:pt x="7834" y="250"/>
                  </a:cubicBezTo>
                  <a:cubicBezTo>
                    <a:pt x="7673" y="89"/>
                    <a:pt x="7441" y="0"/>
                    <a:pt x="7156" y="0"/>
                  </a:cubicBezTo>
                  <a:cubicBezTo>
                    <a:pt x="6745" y="0"/>
                    <a:pt x="6371" y="161"/>
                    <a:pt x="6085" y="428"/>
                  </a:cubicBezTo>
                  <a:cubicBezTo>
                    <a:pt x="6067" y="357"/>
                    <a:pt x="6014" y="304"/>
                    <a:pt x="5960" y="250"/>
                  </a:cubicBezTo>
                  <a:cubicBezTo>
                    <a:pt x="5800" y="89"/>
                    <a:pt x="5586" y="0"/>
                    <a:pt x="5300" y="0"/>
                  </a:cubicBezTo>
                  <a:cubicBezTo>
                    <a:pt x="4890" y="0"/>
                    <a:pt x="4515" y="161"/>
                    <a:pt x="4230" y="428"/>
                  </a:cubicBezTo>
                  <a:cubicBezTo>
                    <a:pt x="4194" y="357"/>
                    <a:pt x="4140" y="304"/>
                    <a:pt x="4087" y="250"/>
                  </a:cubicBezTo>
                  <a:cubicBezTo>
                    <a:pt x="3944" y="89"/>
                    <a:pt x="3712" y="0"/>
                    <a:pt x="3427" y="0"/>
                  </a:cubicBezTo>
                  <a:cubicBezTo>
                    <a:pt x="3016" y="0"/>
                    <a:pt x="2642" y="161"/>
                    <a:pt x="2356" y="428"/>
                  </a:cubicBezTo>
                  <a:cubicBezTo>
                    <a:pt x="2320" y="357"/>
                    <a:pt x="2285" y="304"/>
                    <a:pt x="2231" y="250"/>
                  </a:cubicBezTo>
                  <a:cubicBezTo>
                    <a:pt x="2071" y="89"/>
                    <a:pt x="1839"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118"/>
          <p:cNvGrpSpPr/>
          <p:nvPr/>
        </p:nvGrpSpPr>
        <p:grpSpPr>
          <a:xfrm>
            <a:off x="2674020" y="2873250"/>
            <a:ext cx="248039" cy="325758"/>
            <a:chOff x="2585273" y="2865563"/>
            <a:chExt cx="259618" cy="340965"/>
          </a:xfrm>
        </p:grpSpPr>
        <p:sp>
          <p:nvSpPr>
            <p:cNvPr id="1666" name="Google Shape;1666;p118"/>
            <p:cNvSpPr/>
            <p:nvPr/>
          </p:nvSpPr>
          <p:spPr>
            <a:xfrm>
              <a:off x="2605345" y="2865563"/>
              <a:ext cx="220052" cy="279657"/>
            </a:xfrm>
            <a:custGeom>
              <a:rect b="b" l="l" r="r" t="t"/>
              <a:pathLst>
                <a:path extrusionOk="0" h="8708" w="6852">
                  <a:moveTo>
                    <a:pt x="3426" y="607"/>
                  </a:moveTo>
                  <a:cubicBezTo>
                    <a:pt x="3943" y="607"/>
                    <a:pt x="4354" y="1035"/>
                    <a:pt x="4354" y="1553"/>
                  </a:cubicBezTo>
                  <a:cubicBezTo>
                    <a:pt x="4354" y="1695"/>
                    <a:pt x="4318" y="1838"/>
                    <a:pt x="4265" y="1963"/>
                  </a:cubicBezTo>
                  <a:cubicBezTo>
                    <a:pt x="3997" y="1892"/>
                    <a:pt x="3712" y="1856"/>
                    <a:pt x="3426" y="1856"/>
                  </a:cubicBezTo>
                  <a:cubicBezTo>
                    <a:pt x="3141" y="1856"/>
                    <a:pt x="2855" y="1892"/>
                    <a:pt x="2587" y="1963"/>
                  </a:cubicBezTo>
                  <a:cubicBezTo>
                    <a:pt x="2516" y="1838"/>
                    <a:pt x="2498" y="1695"/>
                    <a:pt x="2498" y="1553"/>
                  </a:cubicBezTo>
                  <a:cubicBezTo>
                    <a:pt x="2498" y="1035"/>
                    <a:pt x="2909" y="607"/>
                    <a:pt x="3426" y="607"/>
                  </a:cubicBezTo>
                  <a:close/>
                  <a:moveTo>
                    <a:pt x="3426" y="4961"/>
                  </a:moveTo>
                  <a:cubicBezTo>
                    <a:pt x="3587" y="4961"/>
                    <a:pt x="3729" y="5103"/>
                    <a:pt x="3729" y="5282"/>
                  </a:cubicBezTo>
                  <a:cubicBezTo>
                    <a:pt x="3729" y="5442"/>
                    <a:pt x="3587" y="5585"/>
                    <a:pt x="3426" y="5585"/>
                  </a:cubicBezTo>
                  <a:cubicBezTo>
                    <a:pt x="3248" y="5585"/>
                    <a:pt x="3105" y="5442"/>
                    <a:pt x="3105" y="5282"/>
                  </a:cubicBezTo>
                  <a:cubicBezTo>
                    <a:pt x="3105" y="5103"/>
                    <a:pt x="3248" y="4961"/>
                    <a:pt x="3426" y="4961"/>
                  </a:cubicBezTo>
                  <a:close/>
                  <a:moveTo>
                    <a:pt x="3426" y="2480"/>
                  </a:moveTo>
                  <a:cubicBezTo>
                    <a:pt x="4961" y="2480"/>
                    <a:pt x="6227" y="3729"/>
                    <a:pt x="6227" y="5282"/>
                  </a:cubicBezTo>
                  <a:cubicBezTo>
                    <a:pt x="6227" y="6727"/>
                    <a:pt x="5139" y="7905"/>
                    <a:pt x="3729" y="8065"/>
                  </a:cubicBezTo>
                  <a:lnTo>
                    <a:pt x="3729" y="6156"/>
                  </a:lnTo>
                  <a:cubicBezTo>
                    <a:pt x="4104" y="6031"/>
                    <a:pt x="4354" y="5692"/>
                    <a:pt x="4354" y="5282"/>
                  </a:cubicBezTo>
                  <a:cubicBezTo>
                    <a:pt x="4354" y="4764"/>
                    <a:pt x="3943" y="4354"/>
                    <a:pt x="3426" y="4354"/>
                  </a:cubicBezTo>
                  <a:cubicBezTo>
                    <a:pt x="2909" y="4354"/>
                    <a:pt x="2498" y="4764"/>
                    <a:pt x="2498" y="5282"/>
                  </a:cubicBezTo>
                  <a:cubicBezTo>
                    <a:pt x="2498" y="5692"/>
                    <a:pt x="2748" y="6031"/>
                    <a:pt x="3105" y="6156"/>
                  </a:cubicBezTo>
                  <a:lnTo>
                    <a:pt x="3105" y="8065"/>
                  </a:lnTo>
                  <a:cubicBezTo>
                    <a:pt x="1713" y="7905"/>
                    <a:pt x="625" y="6727"/>
                    <a:pt x="625" y="5282"/>
                  </a:cubicBezTo>
                  <a:cubicBezTo>
                    <a:pt x="625" y="3729"/>
                    <a:pt x="1874" y="2480"/>
                    <a:pt x="3426" y="2480"/>
                  </a:cubicBezTo>
                  <a:close/>
                  <a:moveTo>
                    <a:pt x="3426" y="0"/>
                  </a:moveTo>
                  <a:cubicBezTo>
                    <a:pt x="2570" y="0"/>
                    <a:pt x="1874" y="696"/>
                    <a:pt x="1874" y="1553"/>
                  </a:cubicBezTo>
                  <a:cubicBezTo>
                    <a:pt x="1874" y="1767"/>
                    <a:pt x="1909" y="1981"/>
                    <a:pt x="1999" y="2177"/>
                  </a:cubicBezTo>
                  <a:cubicBezTo>
                    <a:pt x="821" y="2712"/>
                    <a:pt x="0" y="3908"/>
                    <a:pt x="0" y="5282"/>
                  </a:cubicBezTo>
                  <a:cubicBezTo>
                    <a:pt x="0" y="7173"/>
                    <a:pt x="1535" y="8707"/>
                    <a:pt x="3426" y="8707"/>
                  </a:cubicBezTo>
                  <a:cubicBezTo>
                    <a:pt x="5317" y="8707"/>
                    <a:pt x="6852" y="7173"/>
                    <a:pt x="6852" y="5282"/>
                  </a:cubicBezTo>
                  <a:cubicBezTo>
                    <a:pt x="6852" y="3908"/>
                    <a:pt x="6031" y="2712"/>
                    <a:pt x="4853" y="2177"/>
                  </a:cubicBezTo>
                  <a:cubicBezTo>
                    <a:pt x="4925" y="1981"/>
                    <a:pt x="4978" y="1767"/>
                    <a:pt x="4978" y="1553"/>
                  </a:cubicBezTo>
                  <a:cubicBezTo>
                    <a:pt x="4978" y="696"/>
                    <a:pt x="4282" y="0"/>
                    <a:pt x="3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18"/>
            <p:cNvSpPr/>
            <p:nvPr/>
          </p:nvSpPr>
          <p:spPr>
            <a:xfrm>
              <a:off x="2585273" y="3146344"/>
              <a:ext cx="259618" cy="60184"/>
            </a:xfrm>
            <a:custGeom>
              <a:rect b="b" l="l" r="r" t="t"/>
              <a:pathLst>
                <a:path extrusionOk="0" h="1874" w="8084">
                  <a:moveTo>
                    <a:pt x="946" y="625"/>
                  </a:moveTo>
                  <a:cubicBezTo>
                    <a:pt x="1107" y="625"/>
                    <a:pt x="1250" y="767"/>
                    <a:pt x="1250" y="928"/>
                  </a:cubicBezTo>
                  <a:cubicBezTo>
                    <a:pt x="1250" y="1106"/>
                    <a:pt x="1107" y="1249"/>
                    <a:pt x="946" y="1249"/>
                  </a:cubicBezTo>
                  <a:cubicBezTo>
                    <a:pt x="768" y="1249"/>
                    <a:pt x="625" y="1106"/>
                    <a:pt x="625" y="928"/>
                  </a:cubicBezTo>
                  <a:cubicBezTo>
                    <a:pt x="625" y="767"/>
                    <a:pt x="768" y="625"/>
                    <a:pt x="946" y="625"/>
                  </a:cubicBezTo>
                  <a:close/>
                  <a:moveTo>
                    <a:pt x="946" y="0"/>
                  </a:moveTo>
                  <a:cubicBezTo>
                    <a:pt x="429" y="0"/>
                    <a:pt x="1" y="411"/>
                    <a:pt x="1" y="928"/>
                  </a:cubicBezTo>
                  <a:cubicBezTo>
                    <a:pt x="1" y="1445"/>
                    <a:pt x="429" y="1874"/>
                    <a:pt x="946" y="1874"/>
                  </a:cubicBezTo>
                  <a:cubicBezTo>
                    <a:pt x="1339" y="1874"/>
                    <a:pt x="1696" y="1606"/>
                    <a:pt x="1821" y="1249"/>
                  </a:cubicBezTo>
                  <a:lnTo>
                    <a:pt x="8083" y="1249"/>
                  </a:lnTo>
                  <a:lnTo>
                    <a:pt x="8083" y="625"/>
                  </a:lnTo>
                  <a:lnTo>
                    <a:pt x="1821" y="625"/>
                  </a:lnTo>
                  <a:cubicBezTo>
                    <a:pt x="1696" y="268"/>
                    <a:pt x="1339"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8" name="Google Shape;1668;p118"/>
          <p:cNvSpPr/>
          <p:nvPr/>
        </p:nvSpPr>
        <p:spPr>
          <a:xfrm>
            <a:off x="1964456" y="2873159"/>
            <a:ext cx="248037" cy="325756"/>
          </a:xfrm>
          <a:custGeom>
            <a:rect b="b" l="l" r="r" t="t"/>
            <a:pathLst>
              <a:path extrusionOk="0" h="10617" w="8084">
                <a:moveTo>
                  <a:pt x="6228" y="607"/>
                </a:moveTo>
                <a:lnTo>
                  <a:pt x="6228" y="1231"/>
                </a:lnTo>
                <a:lnTo>
                  <a:pt x="1874" y="1231"/>
                </a:lnTo>
                <a:lnTo>
                  <a:pt x="1874" y="607"/>
                </a:lnTo>
                <a:close/>
                <a:moveTo>
                  <a:pt x="1874" y="1856"/>
                </a:moveTo>
                <a:lnTo>
                  <a:pt x="1874" y="5532"/>
                </a:lnTo>
                <a:cubicBezTo>
                  <a:pt x="1874" y="6531"/>
                  <a:pt x="2195" y="7476"/>
                  <a:pt x="2802" y="8261"/>
                </a:cubicBezTo>
                <a:cubicBezTo>
                  <a:pt x="1482" y="7548"/>
                  <a:pt x="625" y="6174"/>
                  <a:pt x="625" y="4604"/>
                </a:cubicBezTo>
                <a:lnTo>
                  <a:pt x="625" y="1856"/>
                </a:lnTo>
                <a:close/>
                <a:moveTo>
                  <a:pt x="7477" y="1856"/>
                </a:moveTo>
                <a:lnTo>
                  <a:pt x="7477" y="4604"/>
                </a:lnTo>
                <a:cubicBezTo>
                  <a:pt x="7477" y="6174"/>
                  <a:pt x="6602" y="7548"/>
                  <a:pt x="5300" y="8261"/>
                </a:cubicBezTo>
                <a:cubicBezTo>
                  <a:pt x="5889" y="7476"/>
                  <a:pt x="6228" y="6531"/>
                  <a:pt x="6228" y="5532"/>
                </a:cubicBezTo>
                <a:lnTo>
                  <a:pt x="6228" y="1856"/>
                </a:lnTo>
                <a:close/>
                <a:moveTo>
                  <a:pt x="3730" y="1856"/>
                </a:moveTo>
                <a:lnTo>
                  <a:pt x="3730" y="8368"/>
                </a:lnTo>
                <a:cubicBezTo>
                  <a:pt x="2945" y="7637"/>
                  <a:pt x="2499" y="6620"/>
                  <a:pt x="2499" y="5532"/>
                </a:cubicBezTo>
                <a:lnTo>
                  <a:pt x="2499" y="1856"/>
                </a:lnTo>
                <a:close/>
                <a:moveTo>
                  <a:pt x="5603" y="1856"/>
                </a:moveTo>
                <a:lnTo>
                  <a:pt x="5603" y="5532"/>
                </a:lnTo>
                <a:cubicBezTo>
                  <a:pt x="5603" y="6620"/>
                  <a:pt x="5139" y="7637"/>
                  <a:pt x="4354" y="8368"/>
                </a:cubicBezTo>
                <a:lnTo>
                  <a:pt x="4354" y="1856"/>
                </a:lnTo>
                <a:close/>
                <a:moveTo>
                  <a:pt x="1250" y="0"/>
                </a:moveTo>
                <a:lnTo>
                  <a:pt x="1250" y="1231"/>
                </a:lnTo>
                <a:lnTo>
                  <a:pt x="1" y="1231"/>
                </a:lnTo>
                <a:lnTo>
                  <a:pt x="1" y="4604"/>
                </a:lnTo>
                <a:cubicBezTo>
                  <a:pt x="1" y="5728"/>
                  <a:pt x="411" y="6834"/>
                  <a:pt x="1143" y="7690"/>
                </a:cubicBezTo>
                <a:cubicBezTo>
                  <a:pt x="1803" y="8493"/>
                  <a:pt x="2731" y="9047"/>
                  <a:pt x="3730" y="9261"/>
                </a:cubicBezTo>
                <a:lnTo>
                  <a:pt x="3730" y="10617"/>
                </a:lnTo>
                <a:lnTo>
                  <a:pt x="4354" y="10617"/>
                </a:lnTo>
                <a:lnTo>
                  <a:pt x="4354" y="9261"/>
                </a:lnTo>
                <a:cubicBezTo>
                  <a:pt x="5371" y="9047"/>
                  <a:pt x="6281" y="8493"/>
                  <a:pt x="6959" y="7690"/>
                </a:cubicBezTo>
                <a:cubicBezTo>
                  <a:pt x="7691" y="6834"/>
                  <a:pt x="8083" y="5728"/>
                  <a:pt x="8083" y="4604"/>
                </a:cubicBezTo>
                <a:lnTo>
                  <a:pt x="8083" y="1231"/>
                </a:lnTo>
                <a:lnTo>
                  <a:pt x="6852" y="1231"/>
                </a:lnTo>
                <a:lnTo>
                  <a:pt x="68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 name="Google Shape;1669;p118"/>
          <p:cNvGrpSpPr/>
          <p:nvPr/>
        </p:nvGrpSpPr>
        <p:grpSpPr>
          <a:xfrm>
            <a:off x="7678916" y="2349312"/>
            <a:ext cx="171915" cy="325789"/>
            <a:chOff x="7823807" y="2317167"/>
            <a:chExt cx="179940" cy="340997"/>
          </a:xfrm>
        </p:grpSpPr>
        <p:sp>
          <p:nvSpPr>
            <p:cNvPr id="1670" name="Google Shape;1670;p118"/>
            <p:cNvSpPr/>
            <p:nvPr/>
          </p:nvSpPr>
          <p:spPr>
            <a:xfrm>
              <a:off x="7823807" y="2317167"/>
              <a:ext cx="179940" cy="340997"/>
            </a:xfrm>
            <a:custGeom>
              <a:rect b="b" l="l" r="r" t="t"/>
              <a:pathLst>
                <a:path extrusionOk="0" h="10618" w="5603">
                  <a:moveTo>
                    <a:pt x="3729" y="2517"/>
                  </a:moveTo>
                  <a:lnTo>
                    <a:pt x="3729" y="3123"/>
                  </a:lnTo>
                  <a:lnTo>
                    <a:pt x="1874" y="3123"/>
                  </a:lnTo>
                  <a:lnTo>
                    <a:pt x="1874" y="2517"/>
                  </a:lnTo>
                  <a:close/>
                  <a:moveTo>
                    <a:pt x="4978" y="3748"/>
                  </a:moveTo>
                  <a:lnTo>
                    <a:pt x="4978" y="6246"/>
                  </a:lnTo>
                  <a:lnTo>
                    <a:pt x="625" y="6246"/>
                  </a:lnTo>
                  <a:lnTo>
                    <a:pt x="625" y="3748"/>
                  </a:lnTo>
                  <a:close/>
                  <a:moveTo>
                    <a:pt x="3105" y="6870"/>
                  </a:moveTo>
                  <a:lnTo>
                    <a:pt x="3105" y="8726"/>
                  </a:lnTo>
                  <a:lnTo>
                    <a:pt x="2498" y="8726"/>
                  </a:lnTo>
                  <a:lnTo>
                    <a:pt x="2498" y="6870"/>
                  </a:lnTo>
                  <a:close/>
                  <a:moveTo>
                    <a:pt x="3105" y="9350"/>
                  </a:moveTo>
                  <a:lnTo>
                    <a:pt x="3105" y="9993"/>
                  </a:lnTo>
                  <a:lnTo>
                    <a:pt x="2498" y="9993"/>
                  </a:lnTo>
                  <a:lnTo>
                    <a:pt x="2498" y="9350"/>
                  </a:lnTo>
                  <a:close/>
                  <a:moveTo>
                    <a:pt x="2498" y="1"/>
                  </a:moveTo>
                  <a:lnTo>
                    <a:pt x="2498" y="1892"/>
                  </a:lnTo>
                  <a:lnTo>
                    <a:pt x="1249" y="1892"/>
                  </a:lnTo>
                  <a:lnTo>
                    <a:pt x="1249" y="3123"/>
                  </a:lnTo>
                  <a:lnTo>
                    <a:pt x="0" y="3123"/>
                  </a:lnTo>
                  <a:lnTo>
                    <a:pt x="0" y="6870"/>
                  </a:lnTo>
                  <a:lnTo>
                    <a:pt x="1874" y="6870"/>
                  </a:lnTo>
                  <a:lnTo>
                    <a:pt x="1874" y="8726"/>
                  </a:lnTo>
                  <a:lnTo>
                    <a:pt x="1249" y="8726"/>
                  </a:lnTo>
                  <a:lnTo>
                    <a:pt x="1249" y="9350"/>
                  </a:lnTo>
                  <a:lnTo>
                    <a:pt x="1874" y="9350"/>
                  </a:lnTo>
                  <a:lnTo>
                    <a:pt x="1874" y="10617"/>
                  </a:lnTo>
                  <a:lnTo>
                    <a:pt x="3729" y="10617"/>
                  </a:lnTo>
                  <a:lnTo>
                    <a:pt x="3729" y="9350"/>
                  </a:lnTo>
                  <a:lnTo>
                    <a:pt x="4354" y="9350"/>
                  </a:lnTo>
                  <a:lnTo>
                    <a:pt x="4354" y="8726"/>
                  </a:lnTo>
                  <a:lnTo>
                    <a:pt x="3729" y="8726"/>
                  </a:lnTo>
                  <a:lnTo>
                    <a:pt x="3729" y="6870"/>
                  </a:lnTo>
                  <a:lnTo>
                    <a:pt x="5603" y="6870"/>
                  </a:lnTo>
                  <a:lnTo>
                    <a:pt x="5603" y="3123"/>
                  </a:lnTo>
                  <a:lnTo>
                    <a:pt x="4354" y="3123"/>
                  </a:lnTo>
                  <a:lnTo>
                    <a:pt x="4354" y="1892"/>
                  </a:lnTo>
                  <a:lnTo>
                    <a:pt x="3105" y="1892"/>
                  </a:lnTo>
                  <a:lnTo>
                    <a:pt x="3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18"/>
            <p:cNvSpPr/>
            <p:nvPr/>
          </p:nvSpPr>
          <p:spPr>
            <a:xfrm>
              <a:off x="7904031" y="2457574"/>
              <a:ext cx="19494" cy="40144"/>
            </a:xfrm>
            <a:custGeom>
              <a:rect b="b" l="l" r="r" t="t"/>
              <a:pathLst>
                <a:path extrusionOk="0" h="1250" w="607">
                  <a:moveTo>
                    <a:pt x="0" y="0"/>
                  </a:moveTo>
                  <a:lnTo>
                    <a:pt x="0" y="1249"/>
                  </a:lnTo>
                  <a:lnTo>
                    <a:pt x="607" y="1249"/>
                  </a:lnTo>
                  <a:lnTo>
                    <a:pt x="6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18"/>
            <p:cNvSpPr/>
            <p:nvPr/>
          </p:nvSpPr>
          <p:spPr>
            <a:xfrm>
              <a:off x="7863919" y="2457574"/>
              <a:ext cx="20072" cy="40144"/>
            </a:xfrm>
            <a:custGeom>
              <a:rect b="b" l="l" r="r" t="t"/>
              <a:pathLst>
                <a:path extrusionOk="0" h="1250" w="625">
                  <a:moveTo>
                    <a:pt x="0" y="0"/>
                  </a:moveTo>
                  <a:lnTo>
                    <a:pt x="0" y="1249"/>
                  </a:lnTo>
                  <a:lnTo>
                    <a:pt x="625" y="1249"/>
                  </a:lnTo>
                  <a:lnTo>
                    <a:pt x="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18"/>
            <p:cNvSpPr/>
            <p:nvPr/>
          </p:nvSpPr>
          <p:spPr>
            <a:xfrm>
              <a:off x="7943564" y="2457574"/>
              <a:ext cx="20072" cy="40144"/>
            </a:xfrm>
            <a:custGeom>
              <a:rect b="b" l="l" r="r" t="t"/>
              <a:pathLst>
                <a:path extrusionOk="0" h="1250" w="625">
                  <a:moveTo>
                    <a:pt x="0" y="0"/>
                  </a:moveTo>
                  <a:lnTo>
                    <a:pt x="0" y="1249"/>
                  </a:lnTo>
                  <a:lnTo>
                    <a:pt x="625" y="1249"/>
                  </a:lnTo>
                  <a:lnTo>
                    <a:pt x="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 name="Google Shape;1674;p118"/>
          <p:cNvSpPr/>
          <p:nvPr/>
        </p:nvSpPr>
        <p:spPr>
          <a:xfrm>
            <a:off x="6950012" y="2349239"/>
            <a:ext cx="210267" cy="325787"/>
          </a:xfrm>
          <a:custGeom>
            <a:rect b="b" l="l" r="r" t="t"/>
            <a:pathLst>
              <a:path extrusionOk="0" h="10618" w="6853">
                <a:moveTo>
                  <a:pt x="4675" y="625"/>
                </a:moveTo>
                <a:cubicBezTo>
                  <a:pt x="4890" y="625"/>
                  <a:pt x="5104" y="911"/>
                  <a:pt x="5407" y="1089"/>
                </a:cubicBezTo>
                <a:lnTo>
                  <a:pt x="3890" y="3106"/>
                </a:lnTo>
                <a:lnTo>
                  <a:pt x="2963" y="3106"/>
                </a:lnTo>
                <a:lnTo>
                  <a:pt x="1446" y="1089"/>
                </a:lnTo>
                <a:cubicBezTo>
                  <a:pt x="1749" y="911"/>
                  <a:pt x="1963" y="625"/>
                  <a:pt x="2177" y="625"/>
                </a:cubicBezTo>
                <a:cubicBezTo>
                  <a:pt x="2320" y="625"/>
                  <a:pt x="2445" y="732"/>
                  <a:pt x="2606" y="857"/>
                </a:cubicBezTo>
                <a:cubicBezTo>
                  <a:pt x="2820" y="1036"/>
                  <a:pt x="3070" y="1250"/>
                  <a:pt x="3426" y="1250"/>
                </a:cubicBezTo>
                <a:cubicBezTo>
                  <a:pt x="3783" y="1250"/>
                  <a:pt x="4033" y="1036"/>
                  <a:pt x="4247" y="857"/>
                </a:cubicBezTo>
                <a:cubicBezTo>
                  <a:pt x="4408" y="732"/>
                  <a:pt x="4533" y="625"/>
                  <a:pt x="4675" y="625"/>
                </a:cubicBezTo>
                <a:close/>
                <a:moveTo>
                  <a:pt x="3980" y="3730"/>
                </a:moveTo>
                <a:cubicBezTo>
                  <a:pt x="5371" y="4462"/>
                  <a:pt x="6228" y="5871"/>
                  <a:pt x="6228" y="7441"/>
                </a:cubicBezTo>
                <a:lnTo>
                  <a:pt x="6228" y="7459"/>
                </a:lnTo>
                <a:lnTo>
                  <a:pt x="625" y="7459"/>
                </a:lnTo>
                <a:lnTo>
                  <a:pt x="625" y="7441"/>
                </a:lnTo>
                <a:cubicBezTo>
                  <a:pt x="625" y="5871"/>
                  <a:pt x="1482" y="4462"/>
                  <a:pt x="2873" y="3730"/>
                </a:cubicBezTo>
                <a:lnTo>
                  <a:pt x="3123" y="3730"/>
                </a:lnTo>
                <a:lnTo>
                  <a:pt x="3123" y="4355"/>
                </a:lnTo>
                <a:cubicBezTo>
                  <a:pt x="3123" y="5033"/>
                  <a:pt x="2552" y="5603"/>
                  <a:pt x="1874" y="5603"/>
                </a:cubicBezTo>
                <a:lnTo>
                  <a:pt x="1874" y="6228"/>
                </a:lnTo>
                <a:cubicBezTo>
                  <a:pt x="2516" y="6228"/>
                  <a:pt x="3087" y="5889"/>
                  <a:pt x="3426" y="5389"/>
                </a:cubicBezTo>
                <a:cubicBezTo>
                  <a:pt x="3765" y="5889"/>
                  <a:pt x="4336" y="6228"/>
                  <a:pt x="4979" y="6228"/>
                </a:cubicBezTo>
                <a:lnTo>
                  <a:pt x="4979" y="5603"/>
                </a:lnTo>
                <a:cubicBezTo>
                  <a:pt x="4301" y="5603"/>
                  <a:pt x="3730" y="5033"/>
                  <a:pt x="3730" y="4355"/>
                </a:cubicBezTo>
                <a:lnTo>
                  <a:pt x="3730" y="3730"/>
                </a:lnTo>
                <a:close/>
                <a:moveTo>
                  <a:pt x="1250" y="8084"/>
                </a:moveTo>
                <a:lnTo>
                  <a:pt x="1250" y="9939"/>
                </a:lnTo>
                <a:cubicBezTo>
                  <a:pt x="893" y="9814"/>
                  <a:pt x="625" y="9457"/>
                  <a:pt x="625" y="9065"/>
                </a:cubicBezTo>
                <a:lnTo>
                  <a:pt x="625" y="8084"/>
                </a:lnTo>
                <a:close/>
                <a:moveTo>
                  <a:pt x="6228" y="8084"/>
                </a:moveTo>
                <a:lnTo>
                  <a:pt x="6228" y="9065"/>
                </a:lnTo>
                <a:cubicBezTo>
                  <a:pt x="6228" y="9457"/>
                  <a:pt x="5960" y="9814"/>
                  <a:pt x="5603" y="9939"/>
                </a:cubicBezTo>
                <a:lnTo>
                  <a:pt x="5603" y="8084"/>
                </a:lnTo>
                <a:close/>
                <a:moveTo>
                  <a:pt x="2499" y="8084"/>
                </a:moveTo>
                <a:lnTo>
                  <a:pt x="2499" y="9993"/>
                </a:lnTo>
                <a:lnTo>
                  <a:pt x="1874" y="9993"/>
                </a:lnTo>
                <a:lnTo>
                  <a:pt x="1874" y="8084"/>
                </a:lnTo>
                <a:close/>
                <a:moveTo>
                  <a:pt x="3730" y="8084"/>
                </a:moveTo>
                <a:lnTo>
                  <a:pt x="3730" y="9993"/>
                </a:lnTo>
                <a:lnTo>
                  <a:pt x="3123" y="9993"/>
                </a:lnTo>
                <a:lnTo>
                  <a:pt x="3123" y="8084"/>
                </a:lnTo>
                <a:close/>
                <a:moveTo>
                  <a:pt x="4979" y="8084"/>
                </a:moveTo>
                <a:lnTo>
                  <a:pt x="4979" y="9993"/>
                </a:lnTo>
                <a:lnTo>
                  <a:pt x="4354" y="9993"/>
                </a:lnTo>
                <a:lnTo>
                  <a:pt x="4354" y="8084"/>
                </a:lnTo>
                <a:close/>
                <a:moveTo>
                  <a:pt x="2177" y="1"/>
                </a:moveTo>
                <a:cubicBezTo>
                  <a:pt x="1821" y="1"/>
                  <a:pt x="1571" y="215"/>
                  <a:pt x="1357" y="376"/>
                </a:cubicBezTo>
                <a:cubicBezTo>
                  <a:pt x="1214" y="518"/>
                  <a:pt x="1071" y="625"/>
                  <a:pt x="946" y="625"/>
                </a:cubicBezTo>
                <a:lnTo>
                  <a:pt x="322" y="625"/>
                </a:lnTo>
                <a:lnTo>
                  <a:pt x="2338" y="3320"/>
                </a:lnTo>
                <a:cubicBezTo>
                  <a:pt x="1678" y="3712"/>
                  <a:pt x="1125" y="4265"/>
                  <a:pt x="732" y="4908"/>
                </a:cubicBezTo>
                <a:cubicBezTo>
                  <a:pt x="250" y="5675"/>
                  <a:pt x="1" y="6549"/>
                  <a:pt x="1" y="7441"/>
                </a:cubicBezTo>
                <a:lnTo>
                  <a:pt x="1" y="9065"/>
                </a:lnTo>
                <a:cubicBezTo>
                  <a:pt x="1" y="9921"/>
                  <a:pt x="697" y="10617"/>
                  <a:pt x="1553" y="10617"/>
                </a:cubicBezTo>
                <a:lnTo>
                  <a:pt x="5300" y="10617"/>
                </a:lnTo>
                <a:cubicBezTo>
                  <a:pt x="6156" y="10617"/>
                  <a:pt x="6852" y="9921"/>
                  <a:pt x="6852" y="9065"/>
                </a:cubicBezTo>
                <a:lnTo>
                  <a:pt x="6852" y="7441"/>
                </a:lnTo>
                <a:cubicBezTo>
                  <a:pt x="6852" y="6549"/>
                  <a:pt x="6602" y="5675"/>
                  <a:pt x="6121" y="4908"/>
                </a:cubicBezTo>
                <a:cubicBezTo>
                  <a:pt x="5728" y="4265"/>
                  <a:pt x="5175" y="3712"/>
                  <a:pt x="4515" y="3320"/>
                </a:cubicBezTo>
                <a:lnTo>
                  <a:pt x="6531" y="625"/>
                </a:lnTo>
                <a:lnTo>
                  <a:pt x="5907" y="625"/>
                </a:lnTo>
                <a:cubicBezTo>
                  <a:pt x="5782" y="625"/>
                  <a:pt x="5639" y="518"/>
                  <a:pt x="5496" y="376"/>
                </a:cubicBezTo>
                <a:cubicBezTo>
                  <a:pt x="5282" y="215"/>
                  <a:pt x="5032" y="1"/>
                  <a:pt x="4675" y="1"/>
                </a:cubicBezTo>
                <a:cubicBezTo>
                  <a:pt x="4319" y="1"/>
                  <a:pt x="4051" y="215"/>
                  <a:pt x="3855" y="376"/>
                </a:cubicBezTo>
                <a:cubicBezTo>
                  <a:pt x="3694" y="518"/>
                  <a:pt x="3551" y="625"/>
                  <a:pt x="3426" y="625"/>
                </a:cubicBezTo>
                <a:cubicBezTo>
                  <a:pt x="3302" y="625"/>
                  <a:pt x="3159" y="518"/>
                  <a:pt x="2998" y="376"/>
                </a:cubicBezTo>
                <a:cubicBezTo>
                  <a:pt x="2802" y="215"/>
                  <a:pt x="2534"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118"/>
          <p:cNvGrpSpPr/>
          <p:nvPr/>
        </p:nvGrpSpPr>
        <p:grpSpPr>
          <a:xfrm>
            <a:off x="5512075" y="2349312"/>
            <a:ext cx="248560" cy="325789"/>
            <a:chOff x="5555814" y="2317167"/>
            <a:chExt cx="260164" cy="340997"/>
          </a:xfrm>
        </p:grpSpPr>
        <p:sp>
          <p:nvSpPr>
            <p:cNvPr id="1676" name="Google Shape;1676;p118"/>
            <p:cNvSpPr/>
            <p:nvPr/>
          </p:nvSpPr>
          <p:spPr>
            <a:xfrm>
              <a:off x="5605656" y="2393954"/>
              <a:ext cx="159901" cy="103185"/>
            </a:xfrm>
            <a:custGeom>
              <a:rect b="b" l="l" r="r" t="t"/>
              <a:pathLst>
                <a:path extrusionOk="0" h="3213" w="4979">
                  <a:moveTo>
                    <a:pt x="928" y="1"/>
                  </a:moveTo>
                  <a:lnTo>
                    <a:pt x="339" y="197"/>
                  </a:lnTo>
                  <a:lnTo>
                    <a:pt x="500" y="715"/>
                  </a:lnTo>
                  <a:lnTo>
                    <a:pt x="0" y="715"/>
                  </a:lnTo>
                  <a:lnTo>
                    <a:pt x="0" y="1339"/>
                  </a:lnTo>
                  <a:lnTo>
                    <a:pt x="714" y="1339"/>
                  </a:lnTo>
                  <a:lnTo>
                    <a:pt x="910" y="1964"/>
                  </a:lnTo>
                  <a:lnTo>
                    <a:pt x="322" y="1964"/>
                  </a:lnTo>
                  <a:lnTo>
                    <a:pt x="322" y="2588"/>
                  </a:lnTo>
                  <a:lnTo>
                    <a:pt x="1107" y="2588"/>
                  </a:lnTo>
                  <a:lnTo>
                    <a:pt x="1321" y="3212"/>
                  </a:lnTo>
                  <a:lnTo>
                    <a:pt x="1802" y="3212"/>
                  </a:lnTo>
                  <a:lnTo>
                    <a:pt x="2498" y="1268"/>
                  </a:lnTo>
                  <a:lnTo>
                    <a:pt x="3194" y="3212"/>
                  </a:lnTo>
                  <a:lnTo>
                    <a:pt x="3676" y="3212"/>
                  </a:lnTo>
                  <a:lnTo>
                    <a:pt x="3890" y="2588"/>
                  </a:lnTo>
                  <a:lnTo>
                    <a:pt x="4675" y="2588"/>
                  </a:lnTo>
                  <a:lnTo>
                    <a:pt x="4675" y="1964"/>
                  </a:lnTo>
                  <a:lnTo>
                    <a:pt x="4086" y="1964"/>
                  </a:lnTo>
                  <a:lnTo>
                    <a:pt x="4283" y="1339"/>
                  </a:lnTo>
                  <a:lnTo>
                    <a:pt x="4978" y="1339"/>
                  </a:lnTo>
                  <a:lnTo>
                    <a:pt x="4978" y="715"/>
                  </a:lnTo>
                  <a:lnTo>
                    <a:pt x="4497" y="715"/>
                  </a:lnTo>
                  <a:lnTo>
                    <a:pt x="4657" y="197"/>
                  </a:lnTo>
                  <a:lnTo>
                    <a:pt x="4068" y="1"/>
                  </a:lnTo>
                  <a:lnTo>
                    <a:pt x="3426" y="1999"/>
                  </a:lnTo>
                  <a:lnTo>
                    <a:pt x="2748" y="90"/>
                  </a:lnTo>
                  <a:lnTo>
                    <a:pt x="2249" y="90"/>
                  </a:lnTo>
                  <a:lnTo>
                    <a:pt x="1571" y="1999"/>
                  </a:lnTo>
                  <a:lnTo>
                    <a:pt x="9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18"/>
            <p:cNvSpPr/>
            <p:nvPr/>
          </p:nvSpPr>
          <p:spPr>
            <a:xfrm>
              <a:off x="5555814" y="2317167"/>
              <a:ext cx="260164" cy="340997"/>
            </a:xfrm>
            <a:custGeom>
              <a:rect b="b" l="l" r="r" t="t"/>
              <a:pathLst>
                <a:path extrusionOk="0" h="10618" w="8101">
                  <a:moveTo>
                    <a:pt x="4050" y="625"/>
                  </a:moveTo>
                  <a:cubicBezTo>
                    <a:pt x="5942" y="625"/>
                    <a:pt x="7476" y="2160"/>
                    <a:pt x="7476" y="4051"/>
                  </a:cubicBezTo>
                  <a:cubicBezTo>
                    <a:pt x="7476" y="5925"/>
                    <a:pt x="5942" y="7459"/>
                    <a:pt x="4050" y="7459"/>
                  </a:cubicBezTo>
                  <a:cubicBezTo>
                    <a:pt x="2159" y="7459"/>
                    <a:pt x="625" y="5925"/>
                    <a:pt x="625" y="4051"/>
                  </a:cubicBezTo>
                  <a:cubicBezTo>
                    <a:pt x="625" y="2160"/>
                    <a:pt x="2159" y="625"/>
                    <a:pt x="4050" y="625"/>
                  </a:cubicBezTo>
                  <a:close/>
                  <a:moveTo>
                    <a:pt x="7476" y="8084"/>
                  </a:moveTo>
                  <a:lnTo>
                    <a:pt x="7476" y="8726"/>
                  </a:lnTo>
                  <a:lnTo>
                    <a:pt x="625" y="8726"/>
                  </a:lnTo>
                  <a:lnTo>
                    <a:pt x="625" y="8084"/>
                  </a:lnTo>
                  <a:close/>
                  <a:moveTo>
                    <a:pt x="7476" y="9350"/>
                  </a:moveTo>
                  <a:lnTo>
                    <a:pt x="7476" y="9993"/>
                  </a:lnTo>
                  <a:lnTo>
                    <a:pt x="625" y="9993"/>
                  </a:lnTo>
                  <a:lnTo>
                    <a:pt x="625" y="9350"/>
                  </a:lnTo>
                  <a:close/>
                  <a:moveTo>
                    <a:pt x="4032" y="1"/>
                  </a:moveTo>
                  <a:cubicBezTo>
                    <a:pt x="1820" y="1"/>
                    <a:pt x="18" y="1821"/>
                    <a:pt x="0" y="4033"/>
                  </a:cubicBezTo>
                  <a:cubicBezTo>
                    <a:pt x="0" y="5479"/>
                    <a:pt x="767" y="6745"/>
                    <a:pt x="1891" y="7459"/>
                  </a:cubicBezTo>
                  <a:lnTo>
                    <a:pt x="0" y="7459"/>
                  </a:lnTo>
                  <a:lnTo>
                    <a:pt x="0" y="10617"/>
                  </a:lnTo>
                  <a:lnTo>
                    <a:pt x="8101" y="10617"/>
                  </a:lnTo>
                  <a:lnTo>
                    <a:pt x="8101" y="7459"/>
                  </a:lnTo>
                  <a:lnTo>
                    <a:pt x="6209" y="7459"/>
                  </a:lnTo>
                  <a:cubicBezTo>
                    <a:pt x="7333" y="6745"/>
                    <a:pt x="8101" y="5479"/>
                    <a:pt x="8101" y="4051"/>
                  </a:cubicBezTo>
                  <a:cubicBezTo>
                    <a:pt x="8101" y="1803"/>
                    <a:pt x="6281" y="1"/>
                    <a:pt x="40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118"/>
          <p:cNvGrpSpPr/>
          <p:nvPr/>
        </p:nvGrpSpPr>
        <p:grpSpPr>
          <a:xfrm>
            <a:off x="4760933" y="2349312"/>
            <a:ext cx="328519" cy="325789"/>
            <a:chOff x="4769607" y="2317167"/>
            <a:chExt cx="343855" cy="340997"/>
          </a:xfrm>
        </p:grpSpPr>
        <p:sp>
          <p:nvSpPr>
            <p:cNvPr id="1679" name="Google Shape;1679;p118"/>
            <p:cNvSpPr/>
            <p:nvPr/>
          </p:nvSpPr>
          <p:spPr>
            <a:xfrm>
              <a:off x="4922057" y="2408855"/>
              <a:ext cx="99717" cy="99749"/>
            </a:xfrm>
            <a:custGeom>
              <a:rect b="b" l="l" r="r" t="t"/>
              <a:pathLst>
                <a:path extrusionOk="0" h="3106" w="3105">
                  <a:moveTo>
                    <a:pt x="1963" y="714"/>
                  </a:moveTo>
                  <a:cubicBezTo>
                    <a:pt x="2052" y="768"/>
                    <a:pt x="2141" y="821"/>
                    <a:pt x="2213" y="893"/>
                  </a:cubicBezTo>
                  <a:cubicBezTo>
                    <a:pt x="2391" y="1071"/>
                    <a:pt x="2480" y="1303"/>
                    <a:pt x="2480" y="1553"/>
                  </a:cubicBezTo>
                  <a:cubicBezTo>
                    <a:pt x="2480" y="1803"/>
                    <a:pt x="2391" y="2035"/>
                    <a:pt x="2213" y="2213"/>
                  </a:cubicBezTo>
                  <a:cubicBezTo>
                    <a:pt x="2150" y="2276"/>
                    <a:pt x="2070" y="2307"/>
                    <a:pt x="1990" y="2307"/>
                  </a:cubicBezTo>
                  <a:cubicBezTo>
                    <a:pt x="1909" y="2307"/>
                    <a:pt x="1829" y="2276"/>
                    <a:pt x="1767" y="2213"/>
                  </a:cubicBezTo>
                  <a:cubicBezTo>
                    <a:pt x="1713" y="2160"/>
                    <a:pt x="1677" y="2088"/>
                    <a:pt x="1677" y="1999"/>
                  </a:cubicBezTo>
                  <a:cubicBezTo>
                    <a:pt x="1677" y="1910"/>
                    <a:pt x="1713" y="1839"/>
                    <a:pt x="1767" y="1785"/>
                  </a:cubicBezTo>
                  <a:cubicBezTo>
                    <a:pt x="2052" y="1500"/>
                    <a:pt x="2123" y="1071"/>
                    <a:pt x="1963" y="714"/>
                  </a:cubicBezTo>
                  <a:close/>
                  <a:moveTo>
                    <a:pt x="1106" y="804"/>
                  </a:moveTo>
                  <a:cubicBezTo>
                    <a:pt x="1196" y="804"/>
                    <a:pt x="1267" y="839"/>
                    <a:pt x="1338" y="893"/>
                  </a:cubicBezTo>
                  <a:cubicBezTo>
                    <a:pt x="1463" y="1018"/>
                    <a:pt x="1463" y="1214"/>
                    <a:pt x="1338" y="1339"/>
                  </a:cubicBezTo>
                  <a:cubicBezTo>
                    <a:pt x="1160" y="1517"/>
                    <a:pt x="1053" y="1749"/>
                    <a:pt x="1053" y="1999"/>
                  </a:cubicBezTo>
                  <a:cubicBezTo>
                    <a:pt x="1053" y="2142"/>
                    <a:pt x="1088" y="2285"/>
                    <a:pt x="1142" y="2392"/>
                  </a:cubicBezTo>
                  <a:cubicBezTo>
                    <a:pt x="1053" y="2356"/>
                    <a:pt x="964" y="2302"/>
                    <a:pt x="892" y="2213"/>
                  </a:cubicBezTo>
                  <a:cubicBezTo>
                    <a:pt x="714" y="2035"/>
                    <a:pt x="625" y="1803"/>
                    <a:pt x="625" y="1553"/>
                  </a:cubicBezTo>
                  <a:cubicBezTo>
                    <a:pt x="625" y="1303"/>
                    <a:pt x="714" y="1071"/>
                    <a:pt x="892" y="893"/>
                  </a:cubicBezTo>
                  <a:cubicBezTo>
                    <a:pt x="946" y="839"/>
                    <a:pt x="1035" y="804"/>
                    <a:pt x="1106" y="804"/>
                  </a:cubicBezTo>
                  <a:close/>
                  <a:moveTo>
                    <a:pt x="1552" y="1"/>
                  </a:moveTo>
                  <a:cubicBezTo>
                    <a:pt x="1160" y="1"/>
                    <a:pt x="767" y="161"/>
                    <a:pt x="482" y="429"/>
                  </a:cubicBezTo>
                  <a:cubicBezTo>
                    <a:pt x="482" y="429"/>
                    <a:pt x="464" y="447"/>
                    <a:pt x="446" y="465"/>
                  </a:cubicBezTo>
                  <a:cubicBezTo>
                    <a:pt x="161" y="750"/>
                    <a:pt x="0" y="1143"/>
                    <a:pt x="0" y="1553"/>
                  </a:cubicBezTo>
                  <a:cubicBezTo>
                    <a:pt x="0" y="1981"/>
                    <a:pt x="161" y="2356"/>
                    <a:pt x="446" y="2659"/>
                  </a:cubicBezTo>
                  <a:cubicBezTo>
                    <a:pt x="749" y="2945"/>
                    <a:pt x="1142" y="3105"/>
                    <a:pt x="1552" y="3105"/>
                  </a:cubicBezTo>
                  <a:cubicBezTo>
                    <a:pt x="1963" y="3105"/>
                    <a:pt x="2355" y="2945"/>
                    <a:pt x="2659" y="2659"/>
                  </a:cubicBezTo>
                  <a:cubicBezTo>
                    <a:pt x="2944" y="2356"/>
                    <a:pt x="3105" y="1981"/>
                    <a:pt x="3105" y="1553"/>
                  </a:cubicBezTo>
                  <a:cubicBezTo>
                    <a:pt x="3105" y="1143"/>
                    <a:pt x="2944" y="750"/>
                    <a:pt x="2659" y="465"/>
                  </a:cubicBezTo>
                  <a:cubicBezTo>
                    <a:pt x="2355" y="161"/>
                    <a:pt x="1963"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18"/>
            <p:cNvSpPr/>
            <p:nvPr/>
          </p:nvSpPr>
          <p:spPr>
            <a:xfrm>
              <a:off x="4769607" y="2317167"/>
              <a:ext cx="343855" cy="340997"/>
            </a:xfrm>
            <a:custGeom>
              <a:rect b="b" l="l" r="r" t="t"/>
              <a:pathLst>
                <a:path extrusionOk="0" h="10618" w="10707">
                  <a:moveTo>
                    <a:pt x="6514" y="625"/>
                  </a:moveTo>
                  <a:cubicBezTo>
                    <a:pt x="6763" y="625"/>
                    <a:pt x="6995" y="715"/>
                    <a:pt x="7174" y="893"/>
                  </a:cubicBezTo>
                  <a:lnTo>
                    <a:pt x="9814" y="3534"/>
                  </a:lnTo>
                  <a:cubicBezTo>
                    <a:pt x="9993" y="3712"/>
                    <a:pt x="10100" y="3944"/>
                    <a:pt x="10100" y="4194"/>
                  </a:cubicBezTo>
                  <a:cubicBezTo>
                    <a:pt x="10100" y="4444"/>
                    <a:pt x="9993" y="4676"/>
                    <a:pt x="9814" y="4854"/>
                  </a:cubicBezTo>
                  <a:lnTo>
                    <a:pt x="7834" y="6835"/>
                  </a:lnTo>
                  <a:cubicBezTo>
                    <a:pt x="7316" y="7370"/>
                    <a:pt x="6603" y="7655"/>
                    <a:pt x="5853" y="7655"/>
                  </a:cubicBezTo>
                  <a:cubicBezTo>
                    <a:pt x="5104" y="7655"/>
                    <a:pt x="4408" y="7370"/>
                    <a:pt x="3873" y="6835"/>
                  </a:cubicBezTo>
                  <a:cubicBezTo>
                    <a:pt x="3355" y="6299"/>
                    <a:pt x="3052" y="5603"/>
                    <a:pt x="3052" y="4854"/>
                  </a:cubicBezTo>
                  <a:cubicBezTo>
                    <a:pt x="3052" y="4105"/>
                    <a:pt x="3355" y="3409"/>
                    <a:pt x="3873" y="2874"/>
                  </a:cubicBezTo>
                  <a:lnTo>
                    <a:pt x="5853" y="893"/>
                  </a:lnTo>
                  <a:cubicBezTo>
                    <a:pt x="6032" y="715"/>
                    <a:pt x="6264" y="625"/>
                    <a:pt x="6514" y="625"/>
                  </a:cubicBezTo>
                  <a:close/>
                  <a:moveTo>
                    <a:pt x="3230" y="7049"/>
                  </a:moveTo>
                  <a:cubicBezTo>
                    <a:pt x="3373" y="7209"/>
                    <a:pt x="3516" y="7352"/>
                    <a:pt x="3677" y="7477"/>
                  </a:cubicBezTo>
                  <a:lnTo>
                    <a:pt x="2784" y="8369"/>
                  </a:lnTo>
                  <a:lnTo>
                    <a:pt x="2356" y="7923"/>
                  </a:lnTo>
                  <a:lnTo>
                    <a:pt x="3230" y="7049"/>
                  </a:lnTo>
                  <a:close/>
                  <a:moveTo>
                    <a:pt x="1910" y="8369"/>
                  </a:moveTo>
                  <a:lnTo>
                    <a:pt x="2356" y="8797"/>
                  </a:lnTo>
                  <a:lnTo>
                    <a:pt x="1910" y="9243"/>
                  </a:lnTo>
                  <a:lnTo>
                    <a:pt x="1464" y="8797"/>
                  </a:lnTo>
                  <a:lnTo>
                    <a:pt x="1910" y="8369"/>
                  </a:lnTo>
                  <a:close/>
                  <a:moveTo>
                    <a:pt x="1036" y="9243"/>
                  </a:moveTo>
                  <a:lnTo>
                    <a:pt x="1464" y="9689"/>
                  </a:lnTo>
                  <a:lnTo>
                    <a:pt x="1250" y="9904"/>
                  </a:lnTo>
                  <a:cubicBezTo>
                    <a:pt x="1187" y="9966"/>
                    <a:pt x="1107" y="9997"/>
                    <a:pt x="1027" y="9997"/>
                  </a:cubicBezTo>
                  <a:cubicBezTo>
                    <a:pt x="947" y="9997"/>
                    <a:pt x="866" y="9966"/>
                    <a:pt x="804" y="9904"/>
                  </a:cubicBezTo>
                  <a:cubicBezTo>
                    <a:pt x="697" y="9779"/>
                    <a:pt x="697" y="9582"/>
                    <a:pt x="804" y="9457"/>
                  </a:cubicBezTo>
                  <a:lnTo>
                    <a:pt x="1036" y="9243"/>
                  </a:lnTo>
                  <a:close/>
                  <a:moveTo>
                    <a:pt x="6514" y="1"/>
                  </a:moveTo>
                  <a:cubicBezTo>
                    <a:pt x="6103" y="1"/>
                    <a:pt x="5711" y="161"/>
                    <a:pt x="5425" y="447"/>
                  </a:cubicBezTo>
                  <a:lnTo>
                    <a:pt x="3445" y="2427"/>
                  </a:lnTo>
                  <a:cubicBezTo>
                    <a:pt x="2802" y="3088"/>
                    <a:pt x="2445" y="3944"/>
                    <a:pt x="2445" y="4854"/>
                  </a:cubicBezTo>
                  <a:cubicBezTo>
                    <a:pt x="2445" y="5443"/>
                    <a:pt x="2588" y="6014"/>
                    <a:pt x="2874" y="6513"/>
                  </a:cubicBezTo>
                  <a:lnTo>
                    <a:pt x="376" y="9029"/>
                  </a:lnTo>
                  <a:cubicBezTo>
                    <a:pt x="1" y="9386"/>
                    <a:pt x="1" y="9975"/>
                    <a:pt x="376" y="10350"/>
                  </a:cubicBezTo>
                  <a:cubicBezTo>
                    <a:pt x="554" y="10528"/>
                    <a:pt x="790" y="10617"/>
                    <a:pt x="1029" y="10617"/>
                  </a:cubicBezTo>
                  <a:cubicBezTo>
                    <a:pt x="1268" y="10617"/>
                    <a:pt x="1509" y="10528"/>
                    <a:pt x="1696" y="10350"/>
                  </a:cubicBezTo>
                  <a:lnTo>
                    <a:pt x="4194" y="7834"/>
                  </a:lnTo>
                  <a:cubicBezTo>
                    <a:pt x="4711" y="8137"/>
                    <a:pt x="5282" y="8280"/>
                    <a:pt x="5853" y="8280"/>
                  </a:cubicBezTo>
                  <a:cubicBezTo>
                    <a:pt x="6728" y="8280"/>
                    <a:pt x="7620" y="7941"/>
                    <a:pt x="8280" y="7281"/>
                  </a:cubicBezTo>
                  <a:lnTo>
                    <a:pt x="10260" y="5300"/>
                  </a:lnTo>
                  <a:cubicBezTo>
                    <a:pt x="10546" y="4997"/>
                    <a:pt x="10707" y="4604"/>
                    <a:pt x="10707" y="4194"/>
                  </a:cubicBezTo>
                  <a:cubicBezTo>
                    <a:pt x="10707" y="3784"/>
                    <a:pt x="10546" y="3391"/>
                    <a:pt x="10260" y="3088"/>
                  </a:cubicBezTo>
                  <a:lnTo>
                    <a:pt x="7620" y="447"/>
                  </a:lnTo>
                  <a:cubicBezTo>
                    <a:pt x="7334" y="161"/>
                    <a:pt x="6942" y="1"/>
                    <a:pt x="65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 name="Google Shape;1681;p118"/>
          <p:cNvSpPr/>
          <p:nvPr/>
        </p:nvSpPr>
        <p:spPr>
          <a:xfrm>
            <a:off x="6182510" y="2361297"/>
            <a:ext cx="325756" cy="301670"/>
          </a:xfrm>
          <a:custGeom>
            <a:rect b="b" l="l" r="r" t="t"/>
            <a:pathLst>
              <a:path extrusionOk="0" h="9832" w="10617">
                <a:moveTo>
                  <a:pt x="1249" y="2338"/>
                </a:moveTo>
                <a:lnTo>
                  <a:pt x="1249" y="3034"/>
                </a:lnTo>
                <a:lnTo>
                  <a:pt x="625" y="2998"/>
                </a:lnTo>
                <a:lnTo>
                  <a:pt x="625" y="2356"/>
                </a:lnTo>
                <a:lnTo>
                  <a:pt x="1249" y="2338"/>
                </a:lnTo>
                <a:close/>
                <a:moveTo>
                  <a:pt x="7512" y="2070"/>
                </a:moveTo>
                <a:lnTo>
                  <a:pt x="7512" y="3283"/>
                </a:lnTo>
                <a:lnTo>
                  <a:pt x="1874" y="3052"/>
                </a:lnTo>
                <a:lnTo>
                  <a:pt x="1874" y="2302"/>
                </a:lnTo>
                <a:lnTo>
                  <a:pt x="7512" y="2070"/>
                </a:lnTo>
                <a:close/>
                <a:moveTo>
                  <a:pt x="10010" y="1000"/>
                </a:moveTo>
                <a:lnTo>
                  <a:pt x="10010" y="4354"/>
                </a:lnTo>
                <a:lnTo>
                  <a:pt x="8137" y="3426"/>
                </a:lnTo>
                <a:lnTo>
                  <a:pt x="8137" y="1945"/>
                </a:lnTo>
                <a:lnTo>
                  <a:pt x="10010" y="1000"/>
                </a:lnTo>
                <a:close/>
                <a:moveTo>
                  <a:pt x="7833" y="5478"/>
                </a:moveTo>
                <a:cubicBezTo>
                  <a:pt x="7994" y="5478"/>
                  <a:pt x="8137" y="5621"/>
                  <a:pt x="8137" y="5799"/>
                </a:cubicBezTo>
                <a:cubicBezTo>
                  <a:pt x="8137" y="5960"/>
                  <a:pt x="7994" y="6103"/>
                  <a:pt x="7833" y="6103"/>
                </a:cubicBezTo>
                <a:cubicBezTo>
                  <a:pt x="7655" y="6103"/>
                  <a:pt x="7512" y="5960"/>
                  <a:pt x="7512" y="5799"/>
                </a:cubicBezTo>
                <a:cubicBezTo>
                  <a:pt x="7512" y="5621"/>
                  <a:pt x="7655" y="5478"/>
                  <a:pt x="7833" y="5478"/>
                </a:cubicBezTo>
                <a:close/>
                <a:moveTo>
                  <a:pt x="7848" y="6722"/>
                </a:moveTo>
                <a:cubicBezTo>
                  <a:pt x="8005" y="6722"/>
                  <a:pt x="8137" y="6869"/>
                  <a:pt x="8137" y="7030"/>
                </a:cubicBezTo>
                <a:lnTo>
                  <a:pt x="8137" y="8208"/>
                </a:lnTo>
                <a:cubicBezTo>
                  <a:pt x="8137" y="8547"/>
                  <a:pt x="8190" y="8886"/>
                  <a:pt x="8297" y="9207"/>
                </a:cubicBezTo>
                <a:lnTo>
                  <a:pt x="7351" y="9207"/>
                </a:lnTo>
                <a:cubicBezTo>
                  <a:pt x="7459" y="8886"/>
                  <a:pt x="7512" y="8547"/>
                  <a:pt x="7512" y="8208"/>
                </a:cubicBezTo>
                <a:lnTo>
                  <a:pt x="7512" y="7030"/>
                </a:lnTo>
                <a:cubicBezTo>
                  <a:pt x="7512" y="6870"/>
                  <a:pt x="7637" y="6745"/>
                  <a:pt x="7798" y="6727"/>
                </a:cubicBezTo>
                <a:cubicBezTo>
                  <a:pt x="7814" y="6724"/>
                  <a:pt x="7831" y="6722"/>
                  <a:pt x="7848" y="6722"/>
                </a:cubicBezTo>
                <a:close/>
                <a:moveTo>
                  <a:pt x="10617" y="0"/>
                </a:moveTo>
                <a:lnTo>
                  <a:pt x="7744" y="1428"/>
                </a:lnTo>
                <a:lnTo>
                  <a:pt x="0" y="1767"/>
                </a:lnTo>
                <a:lnTo>
                  <a:pt x="0" y="3605"/>
                </a:lnTo>
                <a:lnTo>
                  <a:pt x="7512" y="3908"/>
                </a:lnTo>
                <a:lnTo>
                  <a:pt x="7512" y="4907"/>
                </a:lnTo>
                <a:cubicBezTo>
                  <a:pt x="7155" y="5032"/>
                  <a:pt x="6888" y="5389"/>
                  <a:pt x="6888" y="5781"/>
                </a:cubicBezTo>
                <a:cubicBezTo>
                  <a:pt x="6888" y="6031"/>
                  <a:pt x="6977" y="6245"/>
                  <a:pt x="7137" y="6406"/>
                </a:cubicBezTo>
                <a:cubicBezTo>
                  <a:pt x="6977" y="6567"/>
                  <a:pt x="6888" y="6798"/>
                  <a:pt x="6888" y="7030"/>
                </a:cubicBezTo>
                <a:lnTo>
                  <a:pt x="6888" y="8208"/>
                </a:lnTo>
                <a:cubicBezTo>
                  <a:pt x="6888" y="8601"/>
                  <a:pt x="6798" y="9011"/>
                  <a:pt x="6620" y="9386"/>
                </a:cubicBezTo>
                <a:lnTo>
                  <a:pt x="6388" y="9832"/>
                </a:lnTo>
                <a:lnTo>
                  <a:pt x="9261" y="9832"/>
                </a:lnTo>
                <a:lnTo>
                  <a:pt x="9029" y="9386"/>
                </a:lnTo>
                <a:cubicBezTo>
                  <a:pt x="8850" y="9011"/>
                  <a:pt x="8761" y="8601"/>
                  <a:pt x="8761" y="8208"/>
                </a:cubicBezTo>
                <a:lnTo>
                  <a:pt x="8761" y="7030"/>
                </a:lnTo>
                <a:cubicBezTo>
                  <a:pt x="8761" y="6798"/>
                  <a:pt x="8672" y="6567"/>
                  <a:pt x="8529" y="6406"/>
                </a:cubicBezTo>
                <a:cubicBezTo>
                  <a:pt x="8672" y="6245"/>
                  <a:pt x="8761" y="6031"/>
                  <a:pt x="8761" y="5781"/>
                </a:cubicBezTo>
                <a:cubicBezTo>
                  <a:pt x="8761" y="5389"/>
                  <a:pt x="8493" y="5032"/>
                  <a:pt x="8137" y="4907"/>
                </a:cubicBezTo>
                <a:lnTo>
                  <a:pt x="8137" y="4122"/>
                </a:lnTo>
                <a:lnTo>
                  <a:pt x="10617" y="5353"/>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118"/>
          <p:cNvGrpSpPr/>
          <p:nvPr/>
        </p:nvGrpSpPr>
        <p:grpSpPr>
          <a:xfrm>
            <a:off x="4054188" y="2349312"/>
            <a:ext cx="325758" cy="325789"/>
            <a:chOff x="4029870" y="2317167"/>
            <a:chExt cx="340965" cy="340997"/>
          </a:xfrm>
        </p:grpSpPr>
        <p:sp>
          <p:nvSpPr>
            <p:cNvPr id="1683" name="Google Shape;1683;p118"/>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18"/>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118"/>
          <p:cNvGrpSpPr/>
          <p:nvPr/>
        </p:nvGrpSpPr>
        <p:grpSpPr>
          <a:xfrm>
            <a:off x="3383527" y="2349312"/>
            <a:ext cx="248591" cy="325789"/>
            <a:chOff x="3327900" y="2317167"/>
            <a:chExt cx="260196" cy="340997"/>
          </a:xfrm>
        </p:grpSpPr>
        <p:sp>
          <p:nvSpPr>
            <p:cNvPr id="1686" name="Google Shape;1686;p118"/>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18"/>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8" name="Google Shape;1688;p118"/>
          <p:cNvSpPr/>
          <p:nvPr/>
        </p:nvSpPr>
        <p:spPr>
          <a:xfrm>
            <a:off x="2635066" y="2349117"/>
            <a:ext cx="329622" cy="325910"/>
          </a:xfrm>
          <a:custGeom>
            <a:rect b="b" l="l" r="r" t="t"/>
            <a:pathLst>
              <a:path extrusionOk="0" h="10622" w="10743">
                <a:moveTo>
                  <a:pt x="7176" y="620"/>
                </a:moveTo>
                <a:cubicBezTo>
                  <a:pt x="7334" y="620"/>
                  <a:pt x="7495" y="683"/>
                  <a:pt x="7620" y="808"/>
                </a:cubicBezTo>
                <a:lnTo>
                  <a:pt x="9814" y="3002"/>
                </a:lnTo>
                <a:cubicBezTo>
                  <a:pt x="10064" y="3252"/>
                  <a:pt x="10064" y="3645"/>
                  <a:pt x="9814" y="3895"/>
                </a:cubicBezTo>
                <a:cubicBezTo>
                  <a:pt x="9698" y="4011"/>
                  <a:pt x="9542" y="4069"/>
                  <a:pt x="9384" y="4069"/>
                </a:cubicBezTo>
                <a:cubicBezTo>
                  <a:pt x="9226" y="4069"/>
                  <a:pt x="9065" y="4011"/>
                  <a:pt x="8940" y="3895"/>
                </a:cubicBezTo>
                <a:lnTo>
                  <a:pt x="6745" y="1682"/>
                </a:lnTo>
                <a:cubicBezTo>
                  <a:pt x="6496" y="1450"/>
                  <a:pt x="6496" y="1058"/>
                  <a:pt x="6745" y="808"/>
                </a:cubicBezTo>
                <a:cubicBezTo>
                  <a:pt x="6861" y="683"/>
                  <a:pt x="7018" y="620"/>
                  <a:pt x="7176" y="620"/>
                </a:cubicBezTo>
                <a:close/>
                <a:moveTo>
                  <a:pt x="5856" y="1941"/>
                </a:moveTo>
                <a:cubicBezTo>
                  <a:pt x="6014" y="1941"/>
                  <a:pt x="6174" y="2003"/>
                  <a:pt x="6299" y="2128"/>
                </a:cubicBezTo>
                <a:lnTo>
                  <a:pt x="8494" y="4323"/>
                </a:lnTo>
                <a:cubicBezTo>
                  <a:pt x="8744" y="4573"/>
                  <a:pt x="8744" y="4965"/>
                  <a:pt x="8494" y="5215"/>
                </a:cubicBezTo>
                <a:cubicBezTo>
                  <a:pt x="8378" y="5331"/>
                  <a:pt x="8222" y="5389"/>
                  <a:pt x="8064" y="5389"/>
                </a:cubicBezTo>
                <a:cubicBezTo>
                  <a:pt x="7905" y="5389"/>
                  <a:pt x="7745" y="5331"/>
                  <a:pt x="7620" y="5215"/>
                </a:cubicBezTo>
                <a:lnTo>
                  <a:pt x="5425" y="3002"/>
                </a:lnTo>
                <a:cubicBezTo>
                  <a:pt x="5175" y="2771"/>
                  <a:pt x="5175" y="2378"/>
                  <a:pt x="5425" y="2128"/>
                </a:cubicBezTo>
                <a:cubicBezTo>
                  <a:pt x="5541" y="2003"/>
                  <a:pt x="5697" y="1941"/>
                  <a:pt x="5856" y="1941"/>
                </a:cubicBezTo>
                <a:close/>
                <a:moveTo>
                  <a:pt x="4542" y="3261"/>
                </a:moveTo>
                <a:cubicBezTo>
                  <a:pt x="4702" y="3261"/>
                  <a:pt x="4863" y="3324"/>
                  <a:pt x="4979" y="3449"/>
                </a:cubicBezTo>
                <a:lnTo>
                  <a:pt x="7174" y="5643"/>
                </a:lnTo>
                <a:cubicBezTo>
                  <a:pt x="7423" y="5893"/>
                  <a:pt x="7423" y="6286"/>
                  <a:pt x="7174" y="6517"/>
                </a:cubicBezTo>
                <a:cubicBezTo>
                  <a:pt x="7058" y="6642"/>
                  <a:pt x="6902" y="6705"/>
                  <a:pt x="6743" y="6705"/>
                </a:cubicBezTo>
                <a:cubicBezTo>
                  <a:pt x="6585" y="6705"/>
                  <a:pt x="6424" y="6642"/>
                  <a:pt x="6299" y="6517"/>
                </a:cubicBezTo>
                <a:lnTo>
                  <a:pt x="4105" y="4323"/>
                </a:lnTo>
                <a:cubicBezTo>
                  <a:pt x="3855" y="4091"/>
                  <a:pt x="3855" y="3698"/>
                  <a:pt x="4105" y="3449"/>
                </a:cubicBezTo>
                <a:cubicBezTo>
                  <a:pt x="4221" y="3324"/>
                  <a:pt x="4381" y="3261"/>
                  <a:pt x="4542" y="3261"/>
                </a:cubicBezTo>
                <a:close/>
                <a:moveTo>
                  <a:pt x="3228" y="4582"/>
                </a:moveTo>
                <a:cubicBezTo>
                  <a:pt x="3387" y="4582"/>
                  <a:pt x="3543" y="4644"/>
                  <a:pt x="3659" y="4769"/>
                </a:cubicBezTo>
                <a:lnTo>
                  <a:pt x="5853" y="6964"/>
                </a:lnTo>
                <a:cubicBezTo>
                  <a:pt x="6103" y="7213"/>
                  <a:pt x="6103" y="7606"/>
                  <a:pt x="5853" y="7838"/>
                </a:cubicBezTo>
                <a:cubicBezTo>
                  <a:pt x="5737" y="7963"/>
                  <a:pt x="5581" y="8025"/>
                  <a:pt x="5423" y="8025"/>
                </a:cubicBezTo>
                <a:cubicBezTo>
                  <a:pt x="5265" y="8025"/>
                  <a:pt x="5104" y="7963"/>
                  <a:pt x="4979" y="7838"/>
                </a:cubicBezTo>
                <a:lnTo>
                  <a:pt x="2784" y="5643"/>
                </a:lnTo>
                <a:cubicBezTo>
                  <a:pt x="2535" y="5411"/>
                  <a:pt x="2535" y="5001"/>
                  <a:pt x="2784" y="4769"/>
                </a:cubicBezTo>
                <a:cubicBezTo>
                  <a:pt x="2909" y="4644"/>
                  <a:pt x="3070" y="4582"/>
                  <a:pt x="3228" y="4582"/>
                </a:cubicBezTo>
                <a:close/>
                <a:moveTo>
                  <a:pt x="7176" y="0"/>
                </a:moveTo>
                <a:cubicBezTo>
                  <a:pt x="6857" y="0"/>
                  <a:pt x="6540" y="121"/>
                  <a:pt x="6299" y="362"/>
                </a:cubicBezTo>
                <a:cubicBezTo>
                  <a:pt x="6032" y="629"/>
                  <a:pt x="5925" y="986"/>
                  <a:pt x="5943" y="1325"/>
                </a:cubicBezTo>
                <a:cubicBezTo>
                  <a:pt x="5921" y="1324"/>
                  <a:pt x="5900" y="1324"/>
                  <a:pt x="5879" y="1324"/>
                </a:cubicBezTo>
                <a:cubicBezTo>
                  <a:pt x="5559" y="1324"/>
                  <a:pt x="5230" y="1448"/>
                  <a:pt x="4979" y="1682"/>
                </a:cubicBezTo>
                <a:cubicBezTo>
                  <a:pt x="4711" y="1950"/>
                  <a:pt x="4604" y="2307"/>
                  <a:pt x="4622" y="2646"/>
                </a:cubicBezTo>
                <a:cubicBezTo>
                  <a:pt x="4601" y="2644"/>
                  <a:pt x="4580" y="2644"/>
                  <a:pt x="4558" y="2644"/>
                </a:cubicBezTo>
                <a:cubicBezTo>
                  <a:pt x="4239" y="2644"/>
                  <a:pt x="3910" y="2768"/>
                  <a:pt x="3659" y="3002"/>
                </a:cubicBezTo>
                <a:cubicBezTo>
                  <a:pt x="3391" y="3270"/>
                  <a:pt x="3284" y="3627"/>
                  <a:pt x="3302" y="3966"/>
                </a:cubicBezTo>
                <a:cubicBezTo>
                  <a:pt x="3281" y="3965"/>
                  <a:pt x="3259" y="3964"/>
                  <a:pt x="3238" y="3964"/>
                </a:cubicBezTo>
                <a:cubicBezTo>
                  <a:pt x="2918" y="3964"/>
                  <a:pt x="2589" y="4089"/>
                  <a:pt x="2338" y="4323"/>
                </a:cubicBezTo>
                <a:cubicBezTo>
                  <a:pt x="1857" y="4805"/>
                  <a:pt x="1857" y="5607"/>
                  <a:pt x="2338" y="6089"/>
                </a:cubicBezTo>
                <a:lnTo>
                  <a:pt x="3230" y="6964"/>
                </a:lnTo>
                <a:lnTo>
                  <a:pt x="1" y="10175"/>
                </a:lnTo>
                <a:lnTo>
                  <a:pt x="447" y="10621"/>
                </a:lnTo>
                <a:lnTo>
                  <a:pt x="3659" y="7410"/>
                </a:lnTo>
                <a:lnTo>
                  <a:pt x="4551" y="8284"/>
                </a:lnTo>
                <a:cubicBezTo>
                  <a:pt x="4792" y="8525"/>
                  <a:pt x="5108" y="8645"/>
                  <a:pt x="5425" y="8645"/>
                </a:cubicBezTo>
                <a:cubicBezTo>
                  <a:pt x="5742" y="8645"/>
                  <a:pt x="6059" y="8525"/>
                  <a:pt x="6299" y="8284"/>
                </a:cubicBezTo>
                <a:cubicBezTo>
                  <a:pt x="6567" y="8016"/>
                  <a:pt x="6692" y="7677"/>
                  <a:pt x="6656" y="7320"/>
                </a:cubicBezTo>
                <a:lnTo>
                  <a:pt x="6656" y="7320"/>
                </a:lnTo>
                <a:cubicBezTo>
                  <a:pt x="6694" y="7324"/>
                  <a:pt x="6732" y="7326"/>
                  <a:pt x="6770" y="7326"/>
                </a:cubicBezTo>
                <a:cubicBezTo>
                  <a:pt x="7099" y="7326"/>
                  <a:pt x="7395" y="7188"/>
                  <a:pt x="7620" y="6964"/>
                </a:cubicBezTo>
                <a:cubicBezTo>
                  <a:pt x="7887" y="6696"/>
                  <a:pt x="8012" y="6357"/>
                  <a:pt x="7977" y="6000"/>
                </a:cubicBezTo>
                <a:lnTo>
                  <a:pt x="7977" y="6000"/>
                </a:lnTo>
                <a:cubicBezTo>
                  <a:pt x="8013" y="6004"/>
                  <a:pt x="8049" y="6005"/>
                  <a:pt x="8086" y="6005"/>
                </a:cubicBezTo>
                <a:cubicBezTo>
                  <a:pt x="8405" y="6005"/>
                  <a:pt x="8716" y="5867"/>
                  <a:pt x="8940" y="5643"/>
                </a:cubicBezTo>
                <a:cubicBezTo>
                  <a:pt x="9208" y="5376"/>
                  <a:pt x="9315" y="5037"/>
                  <a:pt x="9297" y="4680"/>
                </a:cubicBezTo>
                <a:lnTo>
                  <a:pt x="9297" y="4680"/>
                </a:lnTo>
                <a:cubicBezTo>
                  <a:pt x="9333" y="4683"/>
                  <a:pt x="9370" y="4685"/>
                  <a:pt x="9406" y="4685"/>
                </a:cubicBezTo>
                <a:cubicBezTo>
                  <a:pt x="9726" y="4685"/>
                  <a:pt x="10036" y="4547"/>
                  <a:pt x="10260" y="4323"/>
                </a:cubicBezTo>
                <a:cubicBezTo>
                  <a:pt x="10742" y="3841"/>
                  <a:pt x="10742" y="3056"/>
                  <a:pt x="10260" y="2574"/>
                </a:cubicBezTo>
                <a:lnTo>
                  <a:pt x="9386" y="1682"/>
                </a:lnTo>
                <a:lnTo>
                  <a:pt x="10046" y="1022"/>
                </a:lnTo>
                <a:lnTo>
                  <a:pt x="9600" y="594"/>
                </a:lnTo>
                <a:lnTo>
                  <a:pt x="8940" y="1254"/>
                </a:lnTo>
                <a:lnTo>
                  <a:pt x="8066" y="362"/>
                </a:lnTo>
                <a:cubicBezTo>
                  <a:pt x="7816" y="121"/>
                  <a:pt x="7495" y="0"/>
                  <a:pt x="7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18"/>
          <p:cNvSpPr/>
          <p:nvPr/>
        </p:nvSpPr>
        <p:spPr>
          <a:xfrm>
            <a:off x="1920674" y="2349239"/>
            <a:ext cx="335605" cy="325664"/>
          </a:xfrm>
          <a:custGeom>
            <a:rect b="b" l="l" r="r" t="t"/>
            <a:pathLst>
              <a:path extrusionOk="0" h="10614" w="10938">
                <a:moveTo>
                  <a:pt x="5478" y="625"/>
                </a:moveTo>
                <a:cubicBezTo>
                  <a:pt x="5603" y="625"/>
                  <a:pt x="5710" y="697"/>
                  <a:pt x="5763" y="822"/>
                </a:cubicBezTo>
                <a:lnTo>
                  <a:pt x="5888" y="1107"/>
                </a:lnTo>
                <a:cubicBezTo>
                  <a:pt x="6120" y="1000"/>
                  <a:pt x="6227" y="929"/>
                  <a:pt x="6406" y="929"/>
                </a:cubicBezTo>
                <a:cubicBezTo>
                  <a:pt x="6745" y="929"/>
                  <a:pt x="7030" y="1214"/>
                  <a:pt x="7030" y="1553"/>
                </a:cubicBezTo>
                <a:cubicBezTo>
                  <a:pt x="7030" y="2499"/>
                  <a:pt x="6727" y="3801"/>
                  <a:pt x="5871" y="4765"/>
                </a:cubicBezTo>
                <a:cubicBezTo>
                  <a:pt x="5746" y="4711"/>
                  <a:pt x="5621" y="4694"/>
                  <a:pt x="5478" y="4694"/>
                </a:cubicBezTo>
                <a:lnTo>
                  <a:pt x="5353" y="4694"/>
                </a:lnTo>
                <a:cubicBezTo>
                  <a:pt x="5032" y="4176"/>
                  <a:pt x="4639" y="3712"/>
                  <a:pt x="4158" y="3320"/>
                </a:cubicBezTo>
                <a:lnTo>
                  <a:pt x="4175" y="3320"/>
                </a:lnTo>
                <a:cubicBezTo>
                  <a:pt x="4015" y="2874"/>
                  <a:pt x="3926" y="2071"/>
                  <a:pt x="3926" y="1553"/>
                </a:cubicBezTo>
                <a:cubicBezTo>
                  <a:pt x="3926" y="1214"/>
                  <a:pt x="4193" y="929"/>
                  <a:pt x="4550" y="929"/>
                </a:cubicBezTo>
                <a:cubicBezTo>
                  <a:pt x="4729" y="929"/>
                  <a:pt x="4818" y="1000"/>
                  <a:pt x="5068" y="1107"/>
                </a:cubicBezTo>
                <a:lnTo>
                  <a:pt x="5192" y="822"/>
                </a:lnTo>
                <a:cubicBezTo>
                  <a:pt x="5228" y="697"/>
                  <a:pt x="5353" y="625"/>
                  <a:pt x="5478" y="625"/>
                </a:cubicBezTo>
                <a:close/>
                <a:moveTo>
                  <a:pt x="5478" y="5300"/>
                </a:moveTo>
                <a:cubicBezTo>
                  <a:pt x="5639" y="5300"/>
                  <a:pt x="5781" y="5443"/>
                  <a:pt x="5781" y="5621"/>
                </a:cubicBezTo>
                <a:cubicBezTo>
                  <a:pt x="5781" y="5782"/>
                  <a:pt x="5639" y="5925"/>
                  <a:pt x="5478" y="5925"/>
                </a:cubicBezTo>
                <a:cubicBezTo>
                  <a:pt x="5300" y="5925"/>
                  <a:pt x="5157" y="5782"/>
                  <a:pt x="5157" y="5621"/>
                </a:cubicBezTo>
                <a:cubicBezTo>
                  <a:pt x="5157" y="5443"/>
                  <a:pt x="5300" y="5300"/>
                  <a:pt x="5478" y="5300"/>
                </a:cubicBezTo>
                <a:close/>
                <a:moveTo>
                  <a:pt x="8898" y="2950"/>
                </a:moveTo>
                <a:cubicBezTo>
                  <a:pt x="9159" y="2950"/>
                  <a:pt x="9406" y="3118"/>
                  <a:pt x="9493" y="3391"/>
                </a:cubicBezTo>
                <a:cubicBezTo>
                  <a:pt x="9546" y="3569"/>
                  <a:pt x="9510" y="3676"/>
                  <a:pt x="9493" y="3944"/>
                </a:cubicBezTo>
                <a:lnTo>
                  <a:pt x="9796" y="3962"/>
                </a:lnTo>
                <a:cubicBezTo>
                  <a:pt x="9956" y="3980"/>
                  <a:pt x="10117" y="4087"/>
                  <a:pt x="10153" y="4176"/>
                </a:cubicBezTo>
                <a:cubicBezTo>
                  <a:pt x="10188" y="4265"/>
                  <a:pt x="10099" y="4408"/>
                  <a:pt x="9974" y="4515"/>
                </a:cubicBezTo>
                <a:lnTo>
                  <a:pt x="9742" y="4711"/>
                </a:lnTo>
                <a:cubicBezTo>
                  <a:pt x="9903" y="4908"/>
                  <a:pt x="10010" y="4979"/>
                  <a:pt x="10064" y="5157"/>
                </a:cubicBezTo>
                <a:cubicBezTo>
                  <a:pt x="10171" y="5479"/>
                  <a:pt x="9992" y="5835"/>
                  <a:pt x="9671" y="5942"/>
                </a:cubicBezTo>
                <a:cubicBezTo>
                  <a:pt x="9244" y="6083"/>
                  <a:pt x="8792" y="6153"/>
                  <a:pt x="8334" y="6153"/>
                </a:cubicBezTo>
                <a:cubicBezTo>
                  <a:pt x="7685" y="6153"/>
                  <a:pt x="7024" y="6011"/>
                  <a:pt x="6406" y="5728"/>
                </a:cubicBezTo>
                <a:cubicBezTo>
                  <a:pt x="6406" y="5693"/>
                  <a:pt x="6406" y="5657"/>
                  <a:pt x="6406" y="5621"/>
                </a:cubicBezTo>
                <a:cubicBezTo>
                  <a:pt x="6406" y="5479"/>
                  <a:pt x="6370" y="5336"/>
                  <a:pt x="6317" y="5211"/>
                </a:cubicBezTo>
                <a:cubicBezTo>
                  <a:pt x="6709" y="4765"/>
                  <a:pt x="7030" y="4247"/>
                  <a:pt x="7244" y="3659"/>
                </a:cubicBezTo>
                <a:lnTo>
                  <a:pt x="7262" y="3659"/>
                </a:lnTo>
                <a:cubicBezTo>
                  <a:pt x="7566" y="3427"/>
                  <a:pt x="8065" y="3195"/>
                  <a:pt x="8707" y="2981"/>
                </a:cubicBezTo>
                <a:cubicBezTo>
                  <a:pt x="8770" y="2960"/>
                  <a:pt x="8835" y="2950"/>
                  <a:pt x="8898" y="2950"/>
                </a:cubicBezTo>
                <a:close/>
                <a:moveTo>
                  <a:pt x="2022" y="2950"/>
                </a:moveTo>
                <a:cubicBezTo>
                  <a:pt x="2086" y="2950"/>
                  <a:pt x="2150" y="2960"/>
                  <a:pt x="2213" y="2981"/>
                </a:cubicBezTo>
                <a:cubicBezTo>
                  <a:pt x="3337" y="3355"/>
                  <a:pt x="4247" y="4051"/>
                  <a:pt x="4800" y="4979"/>
                </a:cubicBezTo>
                <a:cubicBezTo>
                  <a:pt x="4675" y="5104"/>
                  <a:pt x="4586" y="5282"/>
                  <a:pt x="4550" y="5461"/>
                </a:cubicBezTo>
                <a:cubicBezTo>
                  <a:pt x="3961" y="5586"/>
                  <a:pt x="3408" y="5835"/>
                  <a:pt x="2891" y="6174"/>
                </a:cubicBezTo>
                <a:cubicBezTo>
                  <a:pt x="2891" y="6192"/>
                  <a:pt x="2891" y="6192"/>
                  <a:pt x="2891" y="6192"/>
                </a:cubicBezTo>
                <a:lnTo>
                  <a:pt x="2873" y="6139"/>
                </a:lnTo>
                <a:cubicBezTo>
                  <a:pt x="2821" y="6141"/>
                  <a:pt x="2767" y="6141"/>
                  <a:pt x="2712" y="6141"/>
                </a:cubicBezTo>
                <a:cubicBezTo>
                  <a:pt x="2221" y="6141"/>
                  <a:pt x="1636" y="6071"/>
                  <a:pt x="1267" y="5942"/>
                </a:cubicBezTo>
                <a:cubicBezTo>
                  <a:pt x="928" y="5835"/>
                  <a:pt x="750" y="5479"/>
                  <a:pt x="857" y="5157"/>
                </a:cubicBezTo>
                <a:cubicBezTo>
                  <a:pt x="910" y="4979"/>
                  <a:pt x="1017" y="4908"/>
                  <a:pt x="1178" y="4711"/>
                </a:cubicBezTo>
                <a:lnTo>
                  <a:pt x="946" y="4515"/>
                </a:lnTo>
                <a:cubicBezTo>
                  <a:pt x="839" y="4426"/>
                  <a:pt x="768" y="4283"/>
                  <a:pt x="803" y="4176"/>
                </a:cubicBezTo>
                <a:cubicBezTo>
                  <a:pt x="839" y="4069"/>
                  <a:pt x="982" y="3980"/>
                  <a:pt x="1124" y="3962"/>
                </a:cubicBezTo>
                <a:lnTo>
                  <a:pt x="1428" y="3944"/>
                </a:lnTo>
                <a:cubicBezTo>
                  <a:pt x="1428" y="3676"/>
                  <a:pt x="1374" y="3569"/>
                  <a:pt x="1446" y="3391"/>
                </a:cubicBezTo>
                <a:cubicBezTo>
                  <a:pt x="1517" y="3118"/>
                  <a:pt x="1762" y="2950"/>
                  <a:pt x="2022" y="2950"/>
                </a:cubicBezTo>
                <a:close/>
                <a:moveTo>
                  <a:pt x="4657" y="6067"/>
                </a:moveTo>
                <a:cubicBezTo>
                  <a:pt x="4746" y="6228"/>
                  <a:pt x="4871" y="6353"/>
                  <a:pt x="5032" y="6442"/>
                </a:cubicBezTo>
                <a:cubicBezTo>
                  <a:pt x="4961" y="7102"/>
                  <a:pt x="4996" y="7762"/>
                  <a:pt x="5139" y="8387"/>
                </a:cubicBezTo>
                <a:cubicBezTo>
                  <a:pt x="4961" y="8976"/>
                  <a:pt x="4746" y="9440"/>
                  <a:pt x="4532" y="9743"/>
                </a:cubicBezTo>
                <a:cubicBezTo>
                  <a:pt x="4415" y="9904"/>
                  <a:pt x="4226" y="9993"/>
                  <a:pt x="4036" y="9993"/>
                </a:cubicBezTo>
                <a:cubicBezTo>
                  <a:pt x="3910" y="9993"/>
                  <a:pt x="3783" y="9954"/>
                  <a:pt x="3676" y="9868"/>
                </a:cubicBezTo>
                <a:cubicBezTo>
                  <a:pt x="3515" y="9761"/>
                  <a:pt x="3480" y="9654"/>
                  <a:pt x="3337" y="9422"/>
                </a:cubicBezTo>
                <a:lnTo>
                  <a:pt x="3069" y="9600"/>
                </a:lnTo>
                <a:cubicBezTo>
                  <a:pt x="3020" y="9625"/>
                  <a:pt x="2966" y="9638"/>
                  <a:pt x="2912" y="9638"/>
                </a:cubicBezTo>
                <a:cubicBezTo>
                  <a:pt x="2850" y="9638"/>
                  <a:pt x="2788" y="9621"/>
                  <a:pt x="2730" y="9582"/>
                </a:cubicBezTo>
                <a:cubicBezTo>
                  <a:pt x="2623" y="9511"/>
                  <a:pt x="2587" y="9386"/>
                  <a:pt x="2605" y="9261"/>
                </a:cubicBezTo>
                <a:lnTo>
                  <a:pt x="2695" y="8958"/>
                </a:lnTo>
                <a:cubicBezTo>
                  <a:pt x="2427" y="8887"/>
                  <a:pt x="2320" y="8887"/>
                  <a:pt x="2159" y="8779"/>
                </a:cubicBezTo>
                <a:cubicBezTo>
                  <a:pt x="1892" y="8583"/>
                  <a:pt x="1820" y="8191"/>
                  <a:pt x="2016" y="7905"/>
                </a:cubicBezTo>
                <a:cubicBezTo>
                  <a:pt x="2748" y="6924"/>
                  <a:pt x="3622" y="6299"/>
                  <a:pt x="4657" y="6067"/>
                </a:cubicBezTo>
                <a:close/>
                <a:moveTo>
                  <a:pt x="6120" y="6282"/>
                </a:moveTo>
                <a:cubicBezTo>
                  <a:pt x="6709" y="6549"/>
                  <a:pt x="7316" y="6710"/>
                  <a:pt x="7940" y="6763"/>
                </a:cubicBezTo>
                <a:cubicBezTo>
                  <a:pt x="8297" y="7031"/>
                  <a:pt x="8654" y="7530"/>
                  <a:pt x="8922" y="7905"/>
                </a:cubicBezTo>
                <a:cubicBezTo>
                  <a:pt x="9136" y="8191"/>
                  <a:pt x="9064" y="8583"/>
                  <a:pt x="8797" y="8779"/>
                </a:cubicBezTo>
                <a:cubicBezTo>
                  <a:pt x="8636" y="8887"/>
                  <a:pt x="8511" y="8887"/>
                  <a:pt x="8261" y="8958"/>
                </a:cubicBezTo>
                <a:lnTo>
                  <a:pt x="8333" y="9261"/>
                </a:lnTo>
                <a:cubicBezTo>
                  <a:pt x="8368" y="9368"/>
                  <a:pt x="8315" y="9511"/>
                  <a:pt x="8226" y="9582"/>
                </a:cubicBezTo>
                <a:cubicBezTo>
                  <a:pt x="8172" y="9618"/>
                  <a:pt x="8110" y="9636"/>
                  <a:pt x="8047" y="9636"/>
                </a:cubicBezTo>
                <a:cubicBezTo>
                  <a:pt x="7985" y="9636"/>
                  <a:pt x="7922" y="9618"/>
                  <a:pt x="7869" y="9582"/>
                </a:cubicBezTo>
                <a:lnTo>
                  <a:pt x="7601" y="9422"/>
                </a:lnTo>
                <a:cubicBezTo>
                  <a:pt x="7459" y="9654"/>
                  <a:pt x="7441" y="9761"/>
                  <a:pt x="7280" y="9868"/>
                </a:cubicBezTo>
                <a:cubicBezTo>
                  <a:pt x="7166" y="9954"/>
                  <a:pt x="7037" y="9993"/>
                  <a:pt x="6911" y="9993"/>
                </a:cubicBezTo>
                <a:cubicBezTo>
                  <a:pt x="6721" y="9993"/>
                  <a:pt x="6534" y="9904"/>
                  <a:pt x="6406" y="9743"/>
                </a:cubicBezTo>
                <a:cubicBezTo>
                  <a:pt x="5781" y="8887"/>
                  <a:pt x="5514" y="7727"/>
                  <a:pt x="5656" y="6531"/>
                </a:cubicBezTo>
                <a:cubicBezTo>
                  <a:pt x="5835" y="6496"/>
                  <a:pt x="5995" y="6406"/>
                  <a:pt x="6120" y="6282"/>
                </a:cubicBezTo>
                <a:close/>
                <a:moveTo>
                  <a:pt x="5478" y="1"/>
                </a:moveTo>
                <a:cubicBezTo>
                  <a:pt x="5192" y="1"/>
                  <a:pt x="4943" y="126"/>
                  <a:pt x="4764" y="322"/>
                </a:cubicBezTo>
                <a:cubicBezTo>
                  <a:pt x="4695" y="311"/>
                  <a:pt x="4626" y="305"/>
                  <a:pt x="4558" y="305"/>
                </a:cubicBezTo>
                <a:cubicBezTo>
                  <a:pt x="3877" y="305"/>
                  <a:pt x="3301" y="855"/>
                  <a:pt x="3301" y="1553"/>
                </a:cubicBezTo>
                <a:cubicBezTo>
                  <a:pt x="3301" y="1910"/>
                  <a:pt x="3337" y="2392"/>
                  <a:pt x="3408" y="2820"/>
                </a:cubicBezTo>
                <a:cubicBezTo>
                  <a:pt x="3105" y="2659"/>
                  <a:pt x="2766" y="2517"/>
                  <a:pt x="2409" y="2392"/>
                </a:cubicBezTo>
                <a:cubicBezTo>
                  <a:pt x="2284" y="2352"/>
                  <a:pt x="2157" y="2333"/>
                  <a:pt x="2033" y="2333"/>
                </a:cubicBezTo>
                <a:cubicBezTo>
                  <a:pt x="1434" y="2333"/>
                  <a:pt x="892" y="2773"/>
                  <a:pt x="803" y="3409"/>
                </a:cubicBezTo>
                <a:cubicBezTo>
                  <a:pt x="553" y="3498"/>
                  <a:pt x="304" y="3694"/>
                  <a:pt x="197" y="3980"/>
                </a:cubicBezTo>
                <a:cubicBezTo>
                  <a:pt x="125" y="4247"/>
                  <a:pt x="179" y="4533"/>
                  <a:pt x="357" y="4765"/>
                </a:cubicBezTo>
                <a:cubicBezTo>
                  <a:pt x="0" y="5461"/>
                  <a:pt x="339" y="6299"/>
                  <a:pt x="1071" y="6531"/>
                </a:cubicBezTo>
                <a:cubicBezTo>
                  <a:pt x="1410" y="6638"/>
                  <a:pt x="1820" y="6710"/>
                  <a:pt x="2213" y="6745"/>
                </a:cubicBezTo>
                <a:cubicBezTo>
                  <a:pt x="1963" y="6977"/>
                  <a:pt x="1731" y="7245"/>
                  <a:pt x="1517" y="7548"/>
                </a:cubicBezTo>
                <a:cubicBezTo>
                  <a:pt x="1071" y="8173"/>
                  <a:pt x="1285" y="9065"/>
                  <a:pt x="1981" y="9386"/>
                </a:cubicBezTo>
                <a:cubicBezTo>
                  <a:pt x="1999" y="9672"/>
                  <a:pt x="2141" y="9921"/>
                  <a:pt x="2373" y="10082"/>
                </a:cubicBezTo>
                <a:cubicBezTo>
                  <a:pt x="2525" y="10196"/>
                  <a:pt x="2712" y="10256"/>
                  <a:pt x="2904" y="10256"/>
                </a:cubicBezTo>
                <a:cubicBezTo>
                  <a:pt x="2983" y="10256"/>
                  <a:pt x="3062" y="10246"/>
                  <a:pt x="3141" y="10225"/>
                </a:cubicBezTo>
                <a:cubicBezTo>
                  <a:pt x="3386" y="10487"/>
                  <a:pt x="3711" y="10614"/>
                  <a:pt x="4035" y="10614"/>
                </a:cubicBezTo>
                <a:cubicBezTo>
                  <a:pt x="4417" y="10614"/>
                  <a:pt x="4799" y="10438"/>
                  <a:pt x="5050" y="10100"/>
                </a:cubicBezTo>
                <a:cubicBezTo>
                  <a:pt x="5192" y="9904"/>
                  <a:pt x="5335" y="9636"/>
                  <a:pt x="5460" y="9333"/>
                </a:cubicBezTo>
                <a:cubicBezTo>
                  <a:pt x="5585" y="9600"/>
                  <a:pt x="5728" y="9868"/>
                  <a:pt x="5906" y="10100"/>
                </a:cubicBezTo>
                <a:cubicBezTo>
                  <a:pt x="6157" y="10438"/>
                  <a:pt x="6539" y="10614"/>
                  <a:pt x="6921" y="10614"/>
                </a:cubicBezTo>
                <a:cubicBezTo>
                  <a:pt x="7245" y="10614"/>
                  <a:pt x="7570" y="10487"/>
                  <a:pt x="7815" y="10225"/>
                </a:cubicBezTo>
                <a:cubicBezTo>
                  <a:pt x="7893" y="10246"/>
                  <a:pt x="7972" y="10256"/>
                  <a:pt x="8049" y="10256"/>
                </a:cubicBezTo>
                <a:cubicBezTo>
                  <a:pt x="8236" y="10256"/>
                  <a:pt x="8418" y="10196"/>
                  <a:pt x="8583" y="10082"/>
                </a:cubicBezTo>
                <a:cubicBezTo>
                  <a:pt x="8815" y="9921"/>
                  <a:pt x="8939" y="9672"/>
                  <a:pt x="8957" y="9386"/>
                </a:cubicBezTo>
                <a:cubicBezTo>
                  <a:pt x="9671" y="9065"/>
                  <a:pt x="9885" y="8173"/>
                  <a:pt x="9439" y="7548"/>
                </a:cubicBezTo>
                <a:cubicBezTo>
                  <a:pt x="9243" y="7281"/>
                  <a:pt x="9046" y="7013"/>
                  <a:pt x="8832" y="6745"/>
                </a:cubicBezTo>
                <a:cubicBezTo>
                  <a:pt x="9171" y="6710"/>
                  <a:pt x="9528" y="6638"/>
                  <a:pt x="9867" y="6531"/>
                </a:cubicBezTo>
                <a:cubicBezTo>
                  <a:pt x="10599" y="6299"/>
                  <a:pt x="10938" y="5461"/>
                  <a:pt x="10581" y="4783"/>
                </a:cubicBezTo>
                <a:cubicBezTo>
                  <a:pt x="10742" y="4551"/>
                  <a:pt x="10849" y="4283"/>
                  <a:pt x="10742" y="3980"/>
                </a:cubicBezTo>
                <a:cubicBezTo>
                  <a:pt x="10652" y="3694"/>
                  <a:pt x="10403" y="3498"/>
                  <a:pt x="10135" y="3409"/>
                </a:cubicBezTo>
                <a:cubicBezTo>
                  <a:pt x="10046" y="2773"/>
                  <a:pt x="9492" y="2333"/>
                  <a:pt x="8888" y="2333"/>
                </a:cubicBezTo>
                <a:cubicBezTo>
                  <a:pt x="8763" y="2333"/>
                  <a:pt x="8637" y="2352"/>
                  <a:pt x="8511" y="2392"/>
                </a:cubicBezTo>
                <a:cubicBezTo>
                  <a:pt x="8137" y="2517"/>
                  <a:pt x="7798" y="2659"/>
                  <a:pt x="7512" y="2784"/>
                </a:cubicBezTo>
                <a:cubicBezTo>
                  <a:pt x="7601" y="2374"/>
                  <a:pt x="7655" y="1964"/>
                  <a:pt x="7655" y="1553"/>
                </a:cubicBezTo>
                <a:cubicBezTo>
                  <a:pt x="7655" y="855"/>
                  <a:pt x="7079" y="305"/>
                  <a:pt x="6398" y="305"/>
                </a:cubicBezTo>
                <a:cubicBezTo>
                  <a:pt x="6330" y="305"/>
                  <a:pt x="6261" y="311"/>
                  <a:pt x="6192" y="322"/>
                </a:cubicBezTo>
                <a:cubicBezTo>
                  <a:pt x="6013" y="126"/>
                  <a:pt x="5763" y="1"/>
                  <a:pt x="5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18"/>
          <p:cNvSpPr/>
          <p:nvPr/>
        </p:nvSpPr>
        <p:spPr>
          <a:xfrm>
            <a:off x="1216100" y="3406898"/>
            <a:ext cx="325787" cy="305536"/>
          </a:xfrm>
          <a:custGeom>
            <a:rect b="b" l="l" r="r" t="t"/>
            <a:pathLst>
              <a:path extrusionOk="0" h="9958" w="10618">
                <a:moveTo>
                  <a:pt x="2820" y="625"/>
                </a:moveTo>
                <a:cubicBezTo>
                  <a:pt x="3284" y="625"/>
                  <a:pt x="3730" y="768"/>
                  <a:pt x="4069" y="1018"/>
                </a:cubicBezTo>
                <a:lnTo>
                  <a:pt x="3212" y="3159"/>
                </a:lnTo>
                <a:cubicBezTo>
                  <a:pt x="3088" y="3123"/>
                  <a:pt x="2954" y="3105"/>
                  <a:pt x="2818" y="3105"/>
                </a:cubicBezTo>
                <a:cubicBezTo>
                  <a:pt x="2682" y="3105"/>
                  <a:pt x="2543" y="3123"/>
                  <a:pt x="2410" y="3159"/>
                </a:cubicBezTo>
                <a:lnTo>
                  <a:pt x="1553" y="1018"/>
                </a:lnTo>
                <a:cubicBezTo>
                  <a:pt x="1910" y="768"/>
                  <a:pt x="2356" y="625"/>
                  <a:pt x="2820" y="625"/>
                </a:cubicBezTo>
                <a:close/>
                <a:moveTo>
                  <a:pt x="7798" y="625"/>
                </a:moveTo>
                <a:cubicBezTo>
                  <a:pt x="8280" y="625"/>
                  <a:pt x="8708" y="768"/>
                  <a:pt x="9065" y="1018"/>
                </a:cubicBezTo>
                <a:lnTo>
                  <a:pt x="8208" y="3159"/>
                </a:lnTo>
                <a:cubicBezTo>
                  <a:pt x="8075" y="3123"/>
                  <a:pt x="7941" y="3105"/>
                  <a:pt x="7807" y="3105"/>
                </a:cubicBezTo>
                <a:cubicBezTo>
                  <a:pt x="7673" y="3105"/>
                  <a:pt x="7539" y="3123"/>
                  <a:pt x="7405" y="3159"/>
                </a:cubicBezTo>
                <a:lnTo>
                  <a:pt x="6549" y="1018"/>
                </a:lnTo>
                <a:cubicBezTo>
                  <a:pt x="6906" y="768"/>
                  <a:pt x="7334" y="625"/>
                  <a:pt x="7798" y="625"/>
                </a:cubicBezTo>
                <a:close/>
                <a:moveTo>
                  <a:pt x="2820" y="3730"/>
                </a:moveTo>
                <a:cubicBezTo>
                  <a:pt x="3337" y="3730"/>
                  <a:pt x="3766" y="4140"/>
                  <a:pt x="3766" y="4658"/>
                </a:cubicBezTo>
                <a:lnTo>
                  <a:pt x="3766" y="7156"/>
                </a:lnTo>
                <a:cubicBezTo>
                  <a:pt x="3766" y="7673"/>
                  <a:pt x="3337" y="8084"/>
                  <a:pt x="2820" y="8084"/>
                </a:cubicBezTo>
                <a:cubicBezTo>
                  <a:pt x="2302" y="8084"/>
                  <a:pt x="1874" y="7655"/>
                  <a:pt x="1874" y="7156"/>
                </a:cubicBezTo>
                <a:lnTo>
                  <a:pt x="1874" y="4658"/>
                </a:lnTo>
                <a:cubicBezTo>
                  <a:pt x="1874" y="4158"/>
                  <a:pt x="2302" y="3730"/>
                  <a:pt x="2820" y="3730"/>
                </a:cubicBezTo>
                <a:close/>
                <a:moveTo>
                  <a:pt x="7798" y="3730"/>
                </a:moveTo>
                <a:cubicBezTo>
                  <a:pt x="8315" y="3730"/>
                  <a:pt x="8762" y="4158"/>
                  <a:pt x="8762" y="4658"/>
                </a:cubicBezTo>
                <a:lnTo>
                  <a:pt x="8762" y="7156"/>
                </a:lnTo>
                <a:cubicBezTo>
                  <a:pt x="8762" y="7655"/>
                  <a:pt x="8315" y="8084"/>
                  <a:pt x="7798" y="8084"/>
                </a:cubicBezTo>
                <a:cubicBezTo>
                  <a:pt x="7281" y="8084"/>
                  <a:pt x="6870" y="7673"/>
                  <a:pt x="6870" y="7156"/>
                </a:cubicBezTo>
                <a:lnTo>
                  <a:pt x="6870" y="4658"/>
                </a:lnTo>
                <a:cubicBezTo>
                  <a:pt x="6870" y="4140"/>
                  <a:pt x="7281" y="3730"/>
                  <a:pt x="7798" y="3730"/>
                </a:cubicBezTo>
                <a:close/>
                <a:moveTo>
                  <a:pt x="4551" y="1482"/>
                </a:moveTo>
                <a:cubicBezTo>
                  <a:pt x="4836" y="1839"/>
                  <a:pt x="4997" y="2303"/>
                  <a:pt x="4997" y="2802"/>
                </a:cubicBezTo>
                <a:lnTo>
                  <a:pt x="4997" y="7156"/>
                </a:lnTo>
                <a:cubicBezTo>
                  <a:pt x="4997" y="8351"/>
                  <a:pt x="4033" y="9333"/>
                  <a:pt x="2820" y="9333"/>
                </a:cubicBezTo>
                <a:cubicBezTo>
                  <a:pt x="1607" y="9333"/>
                  <a:pt x="625" y="8351"/>
                  <a:pt x="625" y="7156"/>
                </a:cubicBezTo>
                <a:lnTo>
                  <a:pt x="625" y="2802"/>
                </a:lnTo>
                <a:cubicBezTo>
                  <a:pt x="625" y="2303"/>
                  <a:pt x="804" y="1856"/>
                  <a:pt x="1071" y="1482"/>
                </a:cubicBezTo>
                <a:lnTo>
                  <a:pt x="1856" y="3444"/>
                </a:lnTo>
                <a:cubicBezTo>
                  <a:pt x="1464" y="3748"/>
                  <a:pt x="1250" y="4194"/>
                  <a:pt x="1250" y="4658"/>
                </a:cubicBezTo>
                <a:lnTo>
                  <a:pt x="1250" y="7156"/>
                </a:lnTo>
                <a:cubicBezTo>
                  <a:pt x="1250" y="8012"/>
                  <a:pt x="1963" y="8708"/>
                  <a:pt x="2820" y="8708"/>
                </a:cubicBezTo>
                <a:cubicBezTo>
                  <a:pt x="3676" y="8708"/>
                  <a:pt x="4390" y="8012"/>
                  <a:pt x="4390" y="7156"/>
                </a:cubicBezTo>
                <a:lnTo>
                  <a:pt x="4390" y="4658"/>
                </a:lnTo>
                <a:cubicBezTo>
                  <a:pt x="4390" y="4158"/>
                  <a:pt x="4140" y="3712"/>
                  <a:pt x="3783" y="3427"/>
                </a:cubicBezTo>
                <a:lnTo>
                  <a:pt x="4551" y="1482"/>
                </a:lnTo>
                <a:close/>
                <a:moveTo>
                  <a:pt x="9547" y="1482"/>
                </a:moveTo>
                <a:cubicBezTo>
                  <a:pt x="9832" y="1856"/>
                  <a:pt x="9993" y="2303"/>
                  <a:pt x="9993" y="2802"/>
                </a:cubicBezTo>
                <a:lnTo>
                  <a:pt x="9993" y="7156"/>
                </a:lnTo>
                <a:cubicBezTo>
                  <a:pt x="9993" y="8351"/>
                  <a:pt x="9011" y="9333"/>
                  <a:pt x="7798" y="9333"/>
                </a:cubicBezTo>
                <a:cubicBezTo>
                  <a:pt x="6603" y="9333"/>
                  <a:pt x="5621" y="8351"/>
                  <a:pt x="5621" y="7156"/>
                </a:cubicBezTo>
                <a:lnTo>
                  <a:pt x="5621" y="2802"/>
                </a:lnTo>
                <a:cubicBezTo>
                  <a:pt x="5621" y="2303"/>
                  <a:pt x="5800" y="1839"/>
                  <a:pt x="6067" y="1482"/>
                </a:cubicBezTo>
                <a:lnTo>
                  <a:pt x="6852" y="3427"/>
                </a:lnTo>
                <a:cubicBezTo>
                  <a:pt x="6478" y="3712"/>
                  <a:pt x="6246" y="4158"/>
                  <a:pt x="6246" y="4658"/>
                </a:cubicBezTo>
                <a:lnTo>
                  <a:pt x="6246" y="7156"/>
                </a:lnTo>
                <a:cubicBezTo>
                  <a:pt x="6246" y="8012"/>
                  <a:pt x="6942" y="8708"/>
                  <a:pt x="7798" y="8708"/>
                </a:cubicBezTo>
                <a:cubicBezTo>
                  <a:pt x="8654" y="8708"/>
                  <a:pt x="9386" y="8012"/>
                  <a:pt x="9386" y="7156"/>
                </a:cubicBezTo>
                <a:lnTo>
                  <a:pt x="9386" y="4658"/>
                </a:lnTo>
                <a:cubicBezTo>
                  <a:pt x="9386" y="4194"/>
                  <a:pt x="9154" y="3748"/>
                  <a:pt x="8779" y="3444"/>
                </a:cubicBezTo>
                <a:lnTo>
                  <a:pt x="9547" y="1482"/>
                </a:lnTo>
                <a:close/>
                <a:moveTo>
                  <a:pt x="2820" y="1"/>
                </a:moveTo>
                <a:cubicBezTo>
                  <a:pt x="1268" y="1"/>
                  <a:pt x="1" y="1250"/>
                  <a:pt x="1" y="2802"/>
                </a:cubicBezTo>
                <a:lnTo>
                  <a:pt x="1" y="7156"/>
                </a:lnTo>
                <a:cubicBezTo>
                  <a:pt x="1" y="8690"/>
                  <a:pt x="1268" y="9957"/>
                  <a:pt x="2820" y="9957"/>
                </a:cubicBezTo>
                <a:cubicBezTo>
                  <a:pt x="3908" y="9957"/>
                  <a:pt x="4854" y="9333"/>
                  <a:pt x="5318" y="8440"/>
                </a:cubicBezTo>
                <a:cubicBezTo>
                  <a:pt x="5782" y="9333"/>
                  <a:pt x="6727" y="9957"/>
                  <a:pt x="7798" y="9957"/>
                </a:cubicBezTo>
                <a:cubicBezTo>
                  <a:pt x="9350" y="9957"/>
                  <a:pt x="10617" y="8690"/>
                  <a:pt x="10617" y="7156"/>
                </a:cubicBezTo>
                <a:lnTo>
                  <a:pt x="10617" y="2802"/>
                </a:lnTo>
                <a:cubicBezTo>
                  <a:pt x="10617" y="1250"/>
                  <a:pt x="9350" y="1"/>
                  <a:pt x="7798" y="1"/>
                </a:cubicBezTo>
                <a:cubicBezTo>
                  <a:pt x="6727" y="1"/>
                  <a:pt x="5782" y="608"/>
                  <a:pt x="5318" y="1517"/>
                </a:cubicBezTo>
                <a:cubicBezTo>
                  <a:pt x="4854" y="608"/>
                  <a:pt x="3908" y="1"/>
                  <a:pt x="28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 name="Google Shape;1691;p118"/>
          <p:cNvGrpSpPr/>
          <p:nvPr/>
        </p:nvGrpSpPr>
        <p:grpSpPr>
          <a:xfrm>
            <a:off x="1264857" y="3920541"/>
            <a:ext cx="228893" cy="325819"/>
            <a:chOff x="1110327" y="3961744"/>
            <a:chExt cx="239578" cy="341029"/>
          </a:xfrm>
        </p:grpSpPr>
        <p:sp>
          <p:nvSpPr>
            <p:cNvPr id="1692" name="Google Shape;1692;p118"/>
            <p:cNvSpPr/>
            <p:nvPr/>
          </p:nvSpPr>
          <p:spPr>
            <a:xfrm>
              <a:off x="1110327" y="3961744"/>
              <a:ext cx="139861" cy="340965"/>
            </a:xfrm>
            <a:custGeom>
              <a:rect b="b" l="l" r="r" t="t"/>
              <a:pathLst>
                <a:path extrusionOk="0" h="10617" w="4355">
                  <a:moveTo>
                    <a:pt x="2481" y="625"/>
                  </a:moveTo>
                  <a:lnTo>
                    <a:pt x="2481" y="1267"/>
                  </a:lnTo>
                  <a:lnTo>
                    <a:pt x="1856" y="1267"/>
                  </a:lnTo>
                  <a:lnTo>
                    <a:pt x="1856" y="625"/>
                  </a:lnTo>
                  <a:close/>
                  <a:moveTo>
                    <a:pt x="2481" y="1892"/>
                  </a:moveTo>
                  <a:lnTo>
                    <a:pt x="2481" y="2552"/>
                  </a:lnTo>
                  <a:cubicBezTo>
                    <a:pt x="2481" y="3194"/>
                    <a:pt x="2731" y="3819"/>
                    <a:pt x="3195" y="4282"/>
                  </a:cubicBezTo>
                  <a:cubicBezTo>
                    <a:pt x="3534" y="4621"/>
                    <a:pt x="3730" y="5068"/>
                    <a:pt x="3730" y="5567"/>
                  </a:cubicBezTo>
                  <a:lnTo>
                    <a:pt x="3730" y="6245"/>
                  </a:lnTo>
                  <a:lnTo>
                    <a:pt x="625" y="6245"/>
                  </a:lnTo>
                  <a:lnTo>
                    <a:pt x="625" y="5585"/>
                  </a:lnTo>
                  <a:cubicBezTo>
                    <a:pt x="625" y="5085"/>
                    <a:pt x="804" y="4621"/>
                    <a:pt x="1143" y="4282"/>
                  </a:cubicBezTo>
                  <a:cubicBezTo>
                    <a:pt x="1607" y="3819"/>
                    <a:pt x="1856" y="3212"/>
                    <a:pt x="1856" y="2552"/>
                  </a:cubicBezTo>
                  <a:lnTo>
                    <a:pt x="1856" y="1892"/>
                  </a:lnTo>
                  <a:close/>
                  <a:moveTo>
                    <a:pt x="3730" y="6852"/>
                  </a:moveTo>
                  <a:lnTo>
                    <a:pt x="3730" y="8725"/>
                  </a:lnTo>
                  <a:lnTo>
                    <a:pt x="625" y="8725"/>
                  </a:lnTo>
                  <a:lnTo>
                    <a:pt x="625" y="6852"/>
                  </a:lnTo>
                  <a:close/>
                  <a:moveTo>
                    <a:pt x="3730" y="9350"/>
                  </a:moveTo>
                  <a:lnTo>
                    <a:pt x="3730" y="9992"/>
                  </a:lnTo>
                  <a:lnTo>
                    <a:pt x="625" y="9992"/>
                  </a:lnTo>
                  <a:lnTo>
                    <a:pt x="625" y="9350"/>
                  </a:lnTo>
                  <a:close/>
                  <a:moveTo>
                    <a:pt x="1232" y="0"/>
                  </a:moveTo>
                  <a:lnTo>
                    <a:pt x="1232" y="2552"/>
                  </a:lnTo>
                  <a:cubicBezTo>
                    <a:pt x="1232" y="3033"/>
                    <a:pt x="1053" y="3497"/>
                    <a:pt x="714" y="3836"/>
                  </a:cubicBezTo>
                  <a:cubicBezTo>
                    <a:pt x="251" y="4300"/>
                    <a:pt x="1" y="4907"/>
                    <a:pt x="1" y="5567"/>
                  </a:cubicBezTo>
                  <a:lnTo>
                    <a:pt x="1" y="10617"/>
                  </a:lnTo>
                  <a:lnTo>
                    <a:pt x="4354" y="10617"/>
                  </a:lnTo>
                  <a:lnTo>
                    <a:pt x="4354" y="5567"/>
                  </a:lnTo>
                  <a:cubicBezTo>
                    <a:pt x="4354" y="4925"/>
                    <a:pt x="4105" y="4300"/>
                    <a:pt x="3641" y="3854"/>
                  </a:cubicBezTo>
                  <a:cubicBezTo>
                    <a:pt x="3302" y="3497"/>
                    <a:pt x="3105" y="3051"/>
                    <a:pt x="3105" y="2552"/>
                  </a:cubicBezTo>
                  <a:lnTo>
                    <a:pt x="3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18"/>
            <p:cNvSpPr/>
            <p:nvPr/>
          </p:nvSpPr>
          <p:spPr>
            <a:xfrm>
              <a:off x="1270196" y="4202960"/>
              <a:ext cx="79709" cy="99813"/>
            </a:xfrm>
            <a:custGeom>
              <a:rect b="b" l="l" r="r" t="t"/>
              <a:pathLst>
                <a:path extrusionOk="0" h="3108" w="2482">
                  <a:moveTo>
                    <a:pt x="1857" y="608"/>
                  </a:moveTo>
                  <a:lnTo>
                    <a:pt x="1857" y="1857"/>
                  </a:lnTo>
                  <a:cubicBezTo>
                    <a:pt x="1857" y="2203"/>
                    <a:pt x="1571" y="2482"/>
                    <a:pt x="1228" y="2482"/>
                  </a:cubicBezTo>
                  <a:cubicBezTo>
                    <a:pt x="1218" y="2482"/>
                    <a:pt x="1207" y="2482"/>
                    <a:pt x="1196" y="2481"/>
                  </a:cubicBezTo>
                  <a:cubicBezTo>
                    <a:pt x="857" y="2463"/>
                    <a:pt x="608" y="2178"/>
                    <a:pt x="608" y="1839"/>
                  </a:cubicBezTo>
                  <a:lnTo>
                    <a:pt x="608" y="608"/>
                  </a:lnTo>
                  <a:close/>
                  <a:moveTo>
                    <a:pt x="1" y="1"/>
                  </a:moveTo>
                  <a:lnTo>
                    <a:pt x="1" y="1839"/>
                  </a:lnTo>
                  <a:cubicBezTo>
                    <a:pt x="1" y="2499"/>
                    <a:pt x="518" y="3070"/>
                    <a:pt x="1178" y="3106"/>
                  </a:cubicBezTo>
                  <a:cubicBezTo>
                    <a:pt x="1200" y="3107"/>
                    <a:pt x="1221" y="3107"/>
                    <a:pt x="1242" y="3107"/>
                  </a:cubicBezTo>
                  <a:cubicBezTo>
                    <a:pt x="1927" y="3107"/>
                    <a:pt x="2481" y="2549"/>
                    <a:pt x="2481" y="1857"/>
                  </a:cubicBezTo>
                  <a:lnTo>
                    <a:pt x="24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118"/>
          <p:cNvGrpSpPr/>
          <p:nvPr/>
        </p:nvGrpSpPr>
        <p:grpSpPr>
          <a:xfrm>
            <a:off x="1216133" y="2369041"/>
            <a:ext cx="325789" cy="286331"/>
            <a:chOff x="1059329" y="2337817"/>
            <a:chExt cx="340997" cy="299697"/>
          </a:xfrm>
        </p:grpSpPr>
        <p:sp>
          <p:nvSpPr>
            <p:cNvPr id="1695" name="Google Shape;1695;p118"/>
            <p:cNvSpPr/>
            <p:nvPr/>
          </p:nvSpPr>
          <p:spPr>
            <a:xfrm>
              <a:off x="1160202" y="2417462"/>
              <a:ext cx="139829" cy="139829"/>
            </a:xfrm>
            <a:custGeom>
              <a:rect b="b" l="l" r="r" t="t"/>
              <a:pathLst>
                <a:path extrusionOk="0" h="4354" w="4354">
                  <a:moveTo>
                    <a:pt x="2177" y="625"/>
                  </a:moveTo>
                  <a:cubicBezTo>
                    <a:pt x="3033" y="625"/>
                    <a:pt x="3729" y="1321"/>
                    <a:pt x="3729" y="2177"/>
                  </a:cubicBezTo>
                  <a:cubicBezTo>
                    <a:pt x="3729" y="2534"/>
                    <a:pt x="3444" y="2802"/>
                    <a:pt x="3105" y="2802"/>
                  </a:cubicBezTo>
                  <a:cubicBezTo>
                    <a:pt x="2766" y="2802"/>
                    <a:pt x="2480" y="2534"/>
                    <a:pt x="2480" y="2177"/>
                  </a:cubicBezTo>
                  <a:cubicBezTo>
                    <a:pt x="2480" y="1499"/>
                    <a:pt x="1927" y="946"/>
                    <a:pt x="1249" y="946"/>
                  </a:cubicBezTo>
                  <a:cubicBezTo>
                    <a:pt x="1499" y="750"/>
                    <a:pt x="1820" y="625"/>
                    <a:pt x="2177" y="625"/>
                  </a:cubicBezTo>
                  <a:close/>
                  <a:moveTo>
                    <a:pt x="1249" y="1571"/>
                  </a:moveTo>
                  <a:cubicBezTo>
                    <a:pt x="1588" y="1571"/>
                    <a:pt x="1856" y="1838"/>
                    <a:pt x="1856" y="2177"/>
                  </a:cubicBezTo>
                  <a:cubicBezTo>
                    <a:pt x="1856" y="2873"/>
                    <a:pt x="2427" y="3426"/>
                    <a:pt x="3105" y="3426"/>
                  </a:cubicBezTo>
                  <a:cubicBezTo>
                    <a:pt x="2837" y="3622"/>
                    <a:pt x="2516" y="3747"/>
                    <a:pt x="2177" y="3747"/>
                  </a:cubicBezTo>
                  <a:cubicBezTo>
                    <a:pt x="1320" y="3747"/>
                    <a:pt x="625" y="3034"/>
                    <a:pt x="625" y="2177"/>
                  </a:cubicBezTo>
                  <a:cubicBezTo>
                    <a:pt x="625" y="1838"/>
                    <a:pt x="892" y="1571"/>
                    <a:pt x="1249" y="1571"/>
                  </a:cubicBezTo>
                  <a:close/>
                  <a:moveTo>
                    <a:pt x="2177" y="0"/>
                  </a:moveTo>
                  <a:cubicBezTo>
                    <a:pt x="981" y="0"/>
                    <a:pt x="0" y="982"/>
                    <a:pt x="0" y="2177"/>
                  </a:cubicBezTo>
                  <a:cubicBezTo>
                    <a:pt x="0" y="3390"/>
                    <a:pt x="981" y="4354"/>
                    <a:pt x="2177" y="4354"/>
                  </a:cubicBezTo>
                  <a:cubicBezTo>
                    <a:pt x="3372" y="4354"/>
                    <a:pt x="4354" y="3390"/>
                    <a:pt x="4354" y="2177"/>
                  </a:cubicBezTo>
                  <a:cubicBezTo>
                    <a:pt x="4354" y="982"/>
                    <a:pt x="3372" y="0"/>
                    <a:pt x="2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18"/>
            <p:cNvSpPr/>
            <p:nvPr/>
          </p:nvSpPr>
          <p:spPr>
            <a:xfrm>
              <a:off x="1126385" y="2522318"/>
              <a:ext cx="53889" cy="59059"/>
            </a:xfrm>
            <a:custGeom>
              <a:rect b="b" l="l" r="r" t="t"/>
              <a:pathLst>
                <a:path extrusionOk="0" h="1839" w="1678">
                  <a:moveTo>
                    <a:pt x="482" y="1"/>
                  </a:moveTo>
                  <a:lnTo>
                    <a:pt x="0" y="411"/>
                  </a:lnTo>
                  <a:lnTo>
                    <a:pt x="1214" y="1838"/>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18"/>
            <p:cNvSpPr/>
            <p:nvPr/>
          </p:nvSpPr>
          <p:spPr>
            <a:xfrm>
              <a:off x="1096004" y="2548106"/>
              <a:ext cx="53889" cy="59059"/>
            </a:xfrm>
            <a:custGeom>
              <a:rect b="b" l="l" r="r" t="t"/>
              <a:pathLst>
                <a:path extrusionOk="0" h="1839" w="1678">
                  <a:moveTo>
                    <a:pt x="482" y="0"/>
                  </a:moveTo>
                  <a:lnTo>
                    <a:pt x="1" y="393"/>
                  </a:lnTo>
                  <a:lnTo>
                    <a:pt x="1196" y="1838"/>
                  </a:lnTo>
                  <a:lnTo>
                    <a:pt x="1678" y="1428"/>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18"/>
            <p:cNvSpPr/>
            <p:nvPr/>
          </p:nvSpPr>
          <p:spPr>
            <a:xfrm>
              <a:off x="1279381" y="2393954"/>
              <a:ext cx="53889" cy="59059"/>
            </a:xfrm>
            <a:custGeom>
              <a:rect b="b" l="l" r="r" t="t"/>
              <a:pathLst>
                <a:path extrusionOk="0" h="1839" w="1678">
                  <a:moveTo>
                    <a:pt x="482" y="1"/>
                  </a:moveTo>
                  <a:lnTo>
                    <a:pt x="0" y="393"/>
                  </a:lnTo>
                  <a:lnTo>
                    <a:pt x="1214" y="1839"/>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18"/>
            <p:cNvSpPr/>
            <p:nvPr/>
          </p:nvSpPr>
          <p:spPr>
            <a:xfrm>
              <a:off x="1310307" y="2368166"/>
              <a:ext cx="53921" cy="59059"/>
            </a:xfrm>
            <a:custGeom>
              <a:rect b="b" l="l" r="r" t="t"/>
              <a:pathLst>
                <a:path extrusionOk="0" h="1839" w="1679">
                  <a:moveTo>
                    <a:pt x="483" y="1"/>
                  </a:moveTo>
                  <a:lnTo>
                    <a:pt x="1" y="411"/>
                  </a:lnTo>
                  <a:lnTo>
                    <a:pt x="1196" y="1839"/>
                  </a:lnTo>
                  <a:lnTo>
                    <a:pt x="1678" y="1428"/>
                  </a:lnTo>
                  <a:lnTo>
                    <a:pt x="4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18"/>
            <p:cNvSpPr/>
            <p:nvPr/>
          </p:nvSpPr>
          <p:spPr>
            <a:xfrm>
              <a:off x="1126385" y="2393954"/>
              <a:ext cx="53889" cy="59059"/>
            </a:xfrm>
            <a:custGeom>
              <a:rect b="b" l="l" r="r" t="t"/>
              <a:pathLst>
                <a:path extrusionOk="0" h="1839" w="1678">
                  <a:moveTo>
                    <a:pt x="1214" y="1"/>
                  </a:moveTo>
                  <a:lnTo>
                    <a:pt x="0" y="1428"/>
                  </a:lnTo>
                  <a:lnTo>
                    <a:pt x="482" y="1839"/>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18"/>
            <p:cNvSpPr/>
            <p:nvPr/>
          </p:nvSpPr>
          <p:spPr>
            <a:xfrm>
              <a:off x="1096004" y="2368166"/>
              <a:ext cx="53889" cy="59059"/>
            </a:xfrm>
            <a:custGeom>
              <a:rect b="b" l="l" r="r" t="t"/>
              <a:pathLst>
                <a:path extrusionOk="0" h="1839" w="1678">
                  <a:moveTo>
                    <a:pt x="1196" y="1"/>
                  </a:moveTo>
                  <a:lnTo>
                    <a:pt x="1" y="1428"/>
                  </a:lnTo>
                  <a:lnTo>
                    <a:pt x="482" y="1839"/>
                  </a:lnTo>
                  <a:lnTo>
                    <a:pt x="1678" y="411"/>
                  </a:lnTo>
                  <a:lnTo>
                    <a:pt x="1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18"/>
            <p:cNvSpPr/>
            <p:nvPr/>
          </p:nvSpPr>
          <p:spPr>
            <a:xfrm>
              <a:off x="1279381" y="2522318"/>
              <a:ext cx="53889" cy="59059"/>
            </a:xfrm>
            <a:custGeom>
              <a:rect b="b" l="l" r="r" t="t"/>
              <a:pathLst>
                <a:path extrusionOk="0" h="1839" w="1678">
                  <a:moveTo>
                    <a:pt x="1214" y="1"/>
                  </a:moveTo>
                  <a:lnTo>
                    <a:pt x="0" y="1428"/>
                  </a:lnTo>
                  <a:lnTo>
                    <a:pt x="482" y="1838"/>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18"/>
            <p:cNvSpPr/>
            <p:nvPr/>
          </p:nvSpPr>
          <p:spPr>
            <a:xfrm>
              <a:off x="1310307" y="2548106"/>
              <a:ext cx="53921" cy="59059"/>
            </a:xfrm>
            <a:custGeom>
              <a:rect b="b" l="l" r="r" t="t"/>
              <a:pathLst>
                <a:path extrusionOk="0" h="1839" w="1679">
                  <a:moveTo>
                    <a:pt x="1196" y="0"/>
                  </a:moveTo>
                  <a:lnTo>
                    <a:pt x="1" y="1428"/>
                  </a:lnTo>
                  <a:lnTo>
                    <a:pt x="483" y="1838"/>
                  </a:lnTo>
                  <a:lnTo>
                    <a:pt x="1678" y="411"/>
                  </a:lnTo>
                  <a:lnTo>
                    <a:pt x="1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18"/>
            <p:cNvSpPr/>
            <p:nvPr/>
          </p:nvSpPr>
          <p:spPr>
            <a:xfrm>
              <a:off x="1059329" y="2337817"/>
              <a:ext cx="340997" cy="299697"/>
            </a:xfrm>
            <a:custGeom>
              <a:rect b="b" l="l" r="r" t="t"/>
              <a:pathLst>
                <a:path extrusionOk="0" h="9332" w="10618">
                  <a:moveTo>
                    <a:pt x="9993" y="625"/>
                  </a:moveTo>
                  <a:lnTo>
                    <a:pt x="9993" y="8707"/>
                  </a:lnTo>
                  <a:lnTo>
                    <a:pt x="625" y="8707"/>
                  </a:lnTo>
                  <a:lnTo>
                    <a:pt x="625" y="625"/>
                  </a:lnTo>
                  <a:close/>
                  <a:moveTo>
                    <a:pt x="1" y="0"/>
                  </a:moveTo>
                  <a:lnTo>
                    <a:pt x="1" y="9332"/>
                  </a:lnTo>
                  <a:lnTo>
                    <a:pt x="10617" y="9332"/>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 name="Google Shape;1705;p118"/>
          <p:cNvSpPr/>
          <p:nvPr/>
        </p:nvSpPr>
        <p:spPr>
          <a:xfrm>
            <a:off x="1274150" y="2873159"/>
            <a:ext cx="210236" cy="325756"/>
          </a:xfrm>
          <a:custGeom>
            <a:rect b="b" l="l" r="r" t="t"/>
            <a:pathLst>
              <a:path extrusionOk="0" h="10617" w="6852">
                <a:moveTo>
                  <a:pt x="5282" y="607"/>
                </a:moveTo>
                <a:cubicBezTo>
                  <a:pt x="5460" y="607"/>
                  <a:pt x="5603" y="750"/>
                  <a:pt x="5603" y="928"/>
                </a:cubicBezTo>
                <a:lnTo>
                  <a:pt x="5603" y="1231"/>
                </a:lnTo>
                <a:lnTo>
                  <a:pt x="1249" y="1231"/>
                </a:lnTo>
                <a:lnTo>
                  <a:pt x="1249" y="928"/>
                </a:lnTo>
                <a:cubicBezTo>
                  <a:pt x="1249" y="750"/>
                  <a:pt x="1392" y="607"/>
                  <a:pt x="1552" y="607"/>
                </a:cubicBezTo>
                <a:close/>
                <a:moveTo>
                  <a:pt x="1249" y="4158"/>
                </a:moveTo>
                <a:cubicBezTo>
                  <a:pt x="1320" y="4265"/>
                  <a:pt x="1410" y="4354"/>
                  <a:pt x="1499" y="4425"/>
                </a:cubicBezTo>
                <a:cubicBezTo>
                  <a:pt x="1731" y="4657"/>
                  <a:pt x="1874" y="4978"/>
                  <a:pt x="1874" y="5300"/>
                </a:cubicBezTo>
                <a:cubicBezTo>
                  <a:pt x="1874" y="5621"/>
                  <a:pt x="1731" y="5942"/>
                  <a:pt x="1499" y="6174"/>
                </a:cubicBezTo>
                <a:cubicBezTo>
                  <a:pt x="1410" y="6245"/>
                  <a:pt x="1320" y="6334"/>
                  <a:pt x="1249" y="6441"/>
                </a:cubicBezTo>
                <a:lnTo>
                  <a:pt x="1249" y="4158"/>
                </a:lnTo>
                <a:close/>
                <a:moveTo>
                  <a:pt x="5603" y="4158"/>
                </a:moveTo>
                <a:lnTo>
                  <a:pt x="5603" y="6441"/>
                </a:lnTo>
                <a:cubicBezTo>
                  <a:pt x="5531" y="6334"/>
                  <a:pt x="5442" y="6245"/>
                  <a:pt x="5353" y="6174"/>
                </a:cubicBezTo>
                <a:cubicBezTo>
                  <a:pt x="5121" y="5942"/>
                  <a:pt x="4978" y="5621"/>
                  <a:pt x="4978" y="5300"/>
                </a:cubicBezTo>
                <a:cubicBezTo>
                  <a:pt x="4978" y="4978"/>
                  <a:pt x="5121" y="4657"/>
                  <a:pt x="5353" y="4425"/>
                </a:cubicBezTo>
                <a:cubicBezTo>
                  <a:pt x="5442" y="4354"/>
                  <a:pt x="5531" y="4265"/>
                  <a:pt x="5603" y="4158"/>
                </a:cubicBezTo>
                <a:close/>
                <a:moveTo>
                  <a:pt x="3105" y="1856"/>
                </a:moveTo>
                <a:lnTo>
                  <a:pt x="3105" y="8743"/>
                </a:lnTo>
                <a:lnTo>
                  <a:pt x="1249" y="8743"/>
                </a:lnTo>
                <a:lnTo>
                  <a:pt x="1249" y="8351"/>
                </a:lnTo>
                <a:cubicBezTo>
                  <a:pt x="1249" y="7655"/>
                  <a:pt x="1499" y="7030"/>
                  <a:pt x="1909" y="6620"/>
                </a:cubicBezTo>
                <a:cubicBezTo>
                  <a:pt x="2284" y="6281"/>
                  <a:pt x="2498" y="5799"/>
                  <a:pt x="2498" y="5300"/>
                </a:cubicBezTo>
                <a:cubicBezTo>
                  <a:pt x="2498" y="4800"/>
                  <a:pt x="2284" y="4318"/>
                  <a:pt x="1909" y="3979"/>
                </a:cubicBezTo>
                <a:cubicBezTo>
                  <a:pt x="1499" y="3587"/>
                  <a:pt x="1249" y="2944"/>
                  <a:pt x="1249" y="2248"/>
                </a:cubicBezTo>
                <a:lnTo>
                  <a:pt x="1249" y="1856"/>
                </a:lnTo>
                <a:close/>
                <a:moveTo>
                  <a:pt x="5603" y="1856"/>
                </a:moveTo>
                <a:lnTo>
                  <a:pt x="5603" y="2248"/>
                </a:lnTo>
                <a:cubicBezTo>
                  <a:pt x="5603" y="2944"/>
                  <a:pt x="5353" y="3587"/>
                  <a:pt x="4925" y="3979"/>
                </a:cubicBezTo>
                <a:cubicBezTo>
                  <a:pt x="4568" y="4318"/>
                  <a:pt x="4354" y="4800"/>
                  <a:pt x="4354" y="5300"/>
                </a:cubicBezTo>
                <a:cubicBezTo>
                  <a:pt x="4354" y="5799"/>
                  <a:pt x="4568" y="6281"/>
                  <a:pt x="4925" y="6620"/>
                </a:cubicBezTo>
                <a:cubicBezTo>
                  <a:pt x="5353" y="7030"/>
                  <a:pt x="5603" y="7655"/>
                  <a:pt x="5603" y="8351"/>
                </a:cubicBezTo>
                <a:lnTo>
                  <a:pt x="5603" y="8743"/>
                </a:lnTo>
                <a:lnTo>
                  <a:pt x="3729" y="8743"/>
                </a:lnTo>
                <a:lnTo>
                  <a:pt x="3729" y="1856"/>
                </a:lnTo>
                <a:close/>
                <a:moveTo>
                  <a:pt x="5603" y="9368"/>
                </a:moveTo>
                <a:lnTo>
                  <a:pt x="5603" y="9671"/>
                </a:lnTo>
                <a:cubicBezTo>
                  <a:pt x="5603" y="9849"/>
                  <a:pt x="5460" y="9992"/>
                  <a:pt x="5282" y="9992"/>
                </a:cubicBezTo>
                <a:lnTo>
                  <a:pt x="1552" y="9992"/>
                </a:lnTo>
                <a:cubicBezTo>
                  <a:pt x="1392" y="9992"/>
                  <a:pt x="1249" y="9849"/>
                  <a:pt x="1249" y="9671"/>
                </a:cubicBezTo>
                <a:lnTo>
                  <a:pt x="1249" y="9368"/>
                </a:lnTo>
                <a:close/>
                <a:moveTo>
                  <a:pt x="1552" y="0"/>
                </a:moveTo>
                <a:cubicBezTo>
                  <a:pt x="1035" y="0"/>
                  <a:pt x="625" y="411"/>
                  <a:pt x="625" y="928"/>
                </a:cubicBezTo>
                <a:lnTo>
                  <a:pt x="625" y="1231"/>
                </a:lnTo>
                <a:lnTo>
                  <a:pt x="0" y="1231"/>
                </a:lnTo>
                <a:lnTo>
                  <a:pt x="0" y="1856"/>
                </a:lnTo>
                <a:lnTo>
                  <a:pt x="625" y="1856"/>
                </a:lnTo>
                <a:lnTo>
                  <a:pt x="625" y="8743"/>
                </a:lnTo>
                <a:lnTo>
                  <a:pt x="0" y="8743"/>
                </a:lnTo>
                <a:lnTo>
                  <a:pt x="0" y="9368"/>
                </a:lnTo>
                <a:lnTo>
                  <a:pt x="625" y="9368"/>
                </a:lnTo>
                <a:lnTo>
                  <a:pt x="625" y="9671"/>
                </a:lnTo>
                <a:cubicBezTo>
                  <a:pt x="625" y="10188"/>
                  <a:pt x="1035" y="10617"/>
                  <a:pt x="1552" y="10617"/>
                </a:cubicBezTo>
                <a:lnTo>
                  <a:pt x="5282" y="10617"/>
                </a:lnTo>
                <a:cubicBezTo>
                  <a:pt x="5799" y="10617"/>
                  <a:pt x="6227" y="10188"/>
                  <a:pt x="6227" y="9671"/>
                </a:cubicBezTo>
                <a:lnTo>
                  <a:pt x="6227" y="9368"/>
                </a:lnTo>
                <a:lnTo>
                  <a:pt x="6852" y="9368"/>
                </a:lnTo>
                <a:lnTo>
                  <a:pt x="6852" y="8743"/>
                </a:lnTo>
                <a:lnTo>
                  <a:pt x="6227" y="8743"/>
                </a:lnTo>
                <a:lnTo>
                  <a:pt x="6227" y="1856"/>
                </a:lnTo>
                <a:lnTo>
                  <a:pt x="6852" y="1856"/>
                </a:lnTo>
                <a:lnTo>
                  <a:pt x="6852" y="1231"/>
                </a:lnTo>
                <a:lnTo>
                  <a:pt x="6227" y="1231"/>
                </a:lnTo>
                <a:lnTo>
                  <a:pt x="6227" y="928"/>
                </a:lnTo>
                <a:cubicBezTo>
                  <a:pt x="6227" y="411"/>
                  <a:pt x="5799" y="0"/>
                  <a:pt x="5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18"/>
          <p:cNvSpPr/>
          <p:nvPr/>
        </p:nvSpPr>
        <p:spPr>
          <a:xfrm>
            <a:off x="7601476" y="1825350"/>
            <a:ext cx="326308" cy="325756"/>
          </a:xfrm>
          <a:custGeom>
            <a:rect b="b" l="l" r="r" t="t"/>
            <a:pathLst>
              <a:path extrusionOk="0" h="10617" w="10635">
                <a:moveTo>
                  <a:pt x="7584" y="625"/>
                </a:moveTo>
                <a:cubicBezTo>
                  <a:pt x="7940" y="1696"/>
                  <a:pt x="7940" y="1713"/>
                  <a:pt x="8012" y="1874"/>
                </a:cubicBezTo>
                <a:lnTo>
                  <a:pt x="2623" y="1874"/>
                </a:lnTo>
                <a:cubicBezTo>
                  <a:pt x="2695" y="1713"/>
                  <a:pt x="2695" y="1696"/>
                  <a:pt x="3052" y="625"/>
                </a:cubicBezTo>
                <a:close/>
                <a:moveTo>
                  <a:pt x="3765" y="2498"/>
                </a:moveTo>
                <a:lnTo>
                  <a:pt x="3765" y="3141"/>
                </a:lnTo>
                <a:lnTo>
                  <a:pt x="3141" y="3141"/>
                </a:lnTo>
                <a:lnTo>
                  <a:pt x="3141" y="2498"/>
                </a:lnTo>
                <a:close/>
                <a:moveTo>
                  <a:pt x="5014" y="2498"/>
                </a:moveTo>
                <a:lnTo>
                  <a:pt x="5014" y="3141"/>
                </a:lnTo>
                <a:lnTo>
                  <a:pt x="4390" y="3141"/>
                </a:lnTo>
                <a:lnTo>
                  <a:pt x="4390" y="2498"/>
                </a:lnTo>
                <a:close/>
                <a:moveTo>
                  <a:pt x="6245" y="2498"/>
                </a:moveTo>
                <a:lnTo>
                  <a:pt x="6245" y="3141"/>
                </a:lnTo>
                <a:lnTo>
                  <a:pt x="5621" y="3141"/>
                </a:lnTo>
                <a:lnTo>
                  <a:pt x="5621" y="2498"/>
                </a:lnTo>
                <a:close/>
                <a:moveTo>
                  <a:pt x="7494" y="2498"/>
                </a:moveTo>
                <a:lnTo>
                  <a:pt x="7494" y="3141"/>
                </a:lnTo>
                <a:lnTo>
                  <a:pt x="6870" y="3141"/>
                </a:lnTo>
                <a:lnTo>
                  <a:pt x="6870" y="2498"/>
                </a:lnTo>
                <a:close/>
                <a:moveTo>
                  <a:pt x="8208" y="3765"/>
                </a:moveTo>
                <a:cubicBezTo>
                  <a:pt x="8565" y="4818"/>
                  <a:pt x="8547" y="4854"/>
                  <a:pt x="8636" y="4996"/>
                </a:cubicBezTo>
                <a:lnTo>
                  <a:pt x="1999" y="4996"/>
                </a:lnTo>
                <a:cubicBezTo>
                  <a:pt x="2088" y="4854"/>
                  <a:pt x="2070" y="4818"/>
                  <a:pt x="2427" y="3765"/>
                </a:cubicBezTo>
                <a:close/>
                <a:moveTo>
                  <a:pt x="3141" y="5621"/>
                </a:moveTo>
                <a:lnTo>
                  <a:pt x="3141" y="6888"/>
                </a:lnTo>
                <a:lnTo>
                  <a:pt x="2516" y="6888"/>
                </a:lnTo>
                <a:lnTo>
                  <a:pt x="2516" y="5621"/>
                </a:lnTo>
                <a:close/>
                <a:moveTo>
                  <a:pt x="4390" y="5621"/>
                </a:moveTo>
                <a:lnTo>
                  <a:pt x="4390" y="6888"/>
                </a:lnTo>
                <a:lnTo>
                  <a:pt x="3765" y="6888"/>
                </a:lnTo>
                <a:lnTo>
                  <a:pt x="3765" y="5621"/>
                </a:lnTo>
                <a:close/>
                <a:moveTo>
                  <a:pt x="5621" y="5621"/>
                </a:moveTo>
                <a:lnTo>
                  <a:pt x="5621" y="6888"/>
                </a:lnTo>
                <a:lnTo>
                  <a:pt x="5014" y="6888"/>
                </a:lnTo>
                <a:lnTo>
                  <a:pt x="5014" y="5621"/>
                </a:lnTo>
                <a:close/>
                <a:moveTo>
                  <a:pt x="6870" y="5621"/>
                </a:moveTo>
                <a:lnTo>
                  <a:pt x="6870" y="6888"/>
                </a:lnTo>
                <a:lnTo>
                  <a:pt x="6245" y="6888"/>
                </a:lnTo>
                <a:lnTo>
                  <a:pt x="6245" y="5621"/>
                </a:lnTo>
                <a:close/>
                <a:moveTo>
                  <a:pt x="8119" y="5621"/>
                </a:moveTo>
                <a:lnTo>
                  <a:pt x="8119" y="6888"/>
                </a:lnTo>
                <a:lnTo>
                  <a:pt x="7494" y="6888"/>
                </a:lnTo>
                <a:lnTo>
                  <a:pt x="7494" y="5621"/>
                </a:lnTo>
                <a:close/>
                <a:moveTo>
                  <a:pt x="5326" y="8759"/>
                </a:moveTo>
                <a:cubicBezTo>
                  <a:pt x="5833" y="8759"/>
                  <a:pt x="6245" y="9175"/>
                  <a:pt x="6245" y="9689"/>
                </a:cubicBezTo>
                <a:lnTo>
                  <a:pt x="6245" y="9992"/>
                </a:lnTo>
                <a:lnTo>
                  <a:pt x="4390" y="9992"/>
                </a:lnTo>
                <a:lnTo>
                  <a:pt x="4390" y="9707"/>
                </a:lnTo>
                <a:cubicBezTo>
                  <a:pt x="4390" y="9225"/>
                  <a:pt x="4782" y="8779"/>
                  <a:pt x="5264" y="8761"/>
                </a:cubicBezTo>
                <a:cubicBezTo>
                  <a:pt x="5285" y="8760"/>
                  <a:pt x="5306" y="8759"/>
                  <a:pt x="5326" y="8759"/>
                </a:cubicBezTo>
                <a:close/>
                <a:moveTo>
                  <a:pt x="8850" y="7512"/>
                </a:moveTo>
                <a:lnTo>
                  <a:pt x="9725" y="9992"/>
                </a:lnTo>
                <a:lnTo>
                  <a:pt x="6870" y="9992"/>
                </a:lnTo>
                <a:lnTo>
                  <a:pt x="6870" y="9707"/>
                </a:lnTo>
                <a:cubicBezTo>
                  <a:pt x="6870" y="8868"/>
                  <a:pt x="6210" y="8172"/>
                  <a:pt x="5371" y="8137"/>
                </a:cubicBezTo>
                <a:cubicBezTo>
                  <a:pt x="5350" y="8136"/>
                  <a:pt x="5329" y="8135"/>
                  <a:pt x="5308" y="8135"/>
                </a:cubicBezTo>
                <a:cubicBezTo>
                  <a:pt x="4462" y="8135"/>
                  <a:pt x="3765" y="8836"/>
                  <a:pt x="3765" y="9689"/>
                </a:cubicBezTo>
                <a:lnTo>
                  <a:pt x="3765" y="9992"/>
                </a:lnTo>
                <a:lnTo>
                  <a:pt x="910" y="9992"/>
                </a:lnTo>
                <a:lnTo>
                  <a:pt x="1767" y="7512"/>
                </a:lnTo>
                <a:close/>
                <a:moveTo>
                  <a:pt x="2605" y="1"/>
                </a:moveTo>
                <a:lnTo>
                  <a:pt x="2106" y="1499"/>
                </a:lnTo>
                <a:cubicBezTo>
                  <a:pt x="2034" y="1713"/>
                  <a:pt x="1820" y="1874"/>
                  <a:pt x="1588" y="1874"/>
                </a:cubicBezTo>
                <a:cubicBezTo>
                  <a:pt x="1410" y="1874"/>
                  <a:pt x="1267" y="1731"/>
                  <a:pt x="1267" y="1553"/>
                </a:cubicBezTo>
                <a:lnTo>
                  <a:pt x="1267" y="1249"/>
                </a:lnTo>
                <a:lnTo>
                  <a:pt x="661" y="1249"/>
                </a:lnTo>
                <a:lnTo>
                  <a:pt x="661" y="1553"/>
                </a:lnTo>
                <a:cubicBezTo>
                  <a:pt x="661" y="2070"/>
                  <a:pt x="1071" y="2498"/>
                  <a:pt x="1588" y="2498"/>
                </a:cubicBezTo>
                <a:lnTo>
                  <a:pt x="2516" y="2498"/>
                </a:lnTo>
                <a:lnTo>
                  <a:pt x="2516" y="3141"/>
                </a:lnTo>
                <a:lnTo>
                  <a:pt x="1981" y="3141"/>
                </a:lnTo>
                <a:lnTo>
                  <a:pt x="1481" y="4622"/>
                </a:lnTo>
                <a:cubicBezTo>
                  <a:pt x="1414" y="4842"/>
                  <a:pt x="1201" y="4998"/>
                  <a:pt x="966" y="4998"/>
                </a:cubicBezTo>
                <a:cubicBezTo>
                  <a:pt x="954" y="4998"/>
                  <a:pt x="941" y="4997"/>
                  <a:pt x="928" y="4996"/>
                </a:cubicBezTo>
                <a:cubicBezTo>
                  <a:pt x="768" y="4996"/>
                  <a:pt x="625" y="4854"/>
                  <a:pt x="625" y="4693"/>
                </a:cubicBezTo>
                <a:lnTo>
                  <a:pt x="625" y="4372"/>
                </a:lnTo>
                <a:lnTo>
                  <a:pt x="0" y="4372"/>
                </a:lnTo>
                <a:lnTo>
                  <a:pt x="0" y="4693"/>
                </a:lnTo>
                <a:cubicBezTo>
                  <a:pt x="0" y="5211"/>
                  <a:pt x="429" y="5621"/>
                  <a:pt x="946" y="5621"/>
                </a:cubicBezTo>
                <a:lnTo>
                  <a:pt x="1892" y="5621"/>
                </a:lnTo>
                <a:lnTo>
                  <a:pt x="1892" y="6888"/>
                </a:lnTo>
                <a:lnTo>
                  <a:pt x="1339" y="6888"/>
                </a:lnTo>
                <a:lnTo>
                  <a:pt x="18" y="10617"/>
                </a:lnTo>
                <a:lnTo>
                  <a:pt x="10599" y="10617"/>
                </a:lnTo>
                <a:lnTo>
                  <a:pt x="9296" y="6888"/>
                </a:lnTo>
                <a:lnTo>
                  <a:pt x="8743" y="6888"/>
                </a:lnTo>
                <a:lnTo>
                  <a:pt x="8743" y="5621"/>
                </a:lnTo>
                <a:lnTo>
                  <a:pt x="9689" y="5621"/>
                </a:lnTo>
                <a:cubicBezTo>
                  <a:pt x="10206" y="5621"/>
                  <a:pt x="10635" y="5211"/>
                  <a:pt x="10635" y="4693"/>
                </a:cubicBezTo>
                <a:lnTo>
                  <a:pt x="10635" y="4372"/>
                </a:lnTo>
                <a:lnTo>
                  <a:pt x="10010" y="4372"/>
                </a:lnTo>
                <a:lnTo>
                  <a:pt x="10010" y="4693"/>
                </a:lnTo>
                <a:cubicBezTo>
                  <a:pt x="10010" y="4854"/>
                  <a:pt x="9867" y="4996"/>
                  <a:pt x="9707" y="4996"/>
                </a:cubicBezTo>
                <a:cubicBezTo>
                  <a:pt x="9694" y="4997"/>
                  <a:pt x="9682" y="4998"/>
                  <a:pt x="9669" y="4998"/>
                </a:cubicBezTo>
                <a:cubicBezTo>
                  <a:pt x="9434" y="4998"/>
                  <a:pt x="9221" y="4842"/>
                  <a:pt x="9154" y="4622"/>
                </a:cubicBezTo>
                <a:lnTo>
                  <a:pt x="8654" y="3141"/>
                </a:lnTo>
                <a:lnTo>
                  <a:pt x="8119" y="3141"/>
                </a:lnTo>
                <a:lnTo>
                  <a:pt x="8119" y="2498"/>
                </a:lnTo>
                <a:lnTo>
                  <a:pt x="9047" y="2498"/>
                </a:lnTo>
                <a:cubicBezTo>
                  <a:pt x="9564" y="2498"/>
                  <a:pt x="9974" y="2070"/>
                  <a:pt x="9974" y="1553"/>
                </a:cubicBezTo>
                <a:lnTo>
                  <a:pt x="9974" y="1249"/>
                </a:lnTo>
                <a:lnTo>
                  <a:pt x="9368" y="1249"/>
                </a:lnTo>
                <a:lnTo>
                  <a:pt x="9368" y="1553"/>
                </a:lnTo>
                <a:cubicBezTo>
                  <a:pt x="9368" y="1731"/>
                  <a:pt x="9225" y="1874"/>
                  <a:pt x="9047" y="1874"/>
                </a:cubicBezTo>
                <a:cubicBezTo>
                  <a:pt x="8815" y="1874"/>
                  <a:pt x="8601" y="1713"/>
                  <a:pt x="8529" y="1499"/>
                </a:cubicBezTo>
                <a:lnTo>
                  <a:pt x="8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 name="Google Shape;1707;p118"/>
          <p:cNvGrpSpPr/>
          <p:nvPr/>
        </p:nvGrpSpPr>
        <p:grpSpPr>
          <a:xfrm>
            <a:off x="6892213" y="1825713"/>
            <a:ext cx="326310" cy="325451"/>
            <a:chOff x="7000379" y="1769124"/>
            <a:chExt cx="341543" cy="340644"/>
          </a:xfrm>
        </p:grpSpPr>
        <p:sp>
          <p:nvSpPr>
            <p:cNvPr id="1708" name="Google Shape;1708;p118"/>
            <p:cNvSpPr/>
            <p:nvPr/>
          </p:nvSpPr>
          <p:spPr>
            <a:xfrm>
              <a:off x="7000379" y="1769124"/>
              <a:ext cx="341543" cy="340644"/>
            </a:xfrm>
            <a:custGeom>
              <a:rect b="b" l="l" r="r" t="t"/>
              <a:pathLst>
                <a:path extrusionOk="0" h="10607" w="10635">
                  <a:moveTo>
                    <a:pt x="7548" y="615"/>
                  </a:moveTo>
                  <a:lnTo>
                    <a:pt x="10010" y="3077"/>
                  </a:lnTo>
                  <a:cubicBezTo>
                    <a:pt x="10010" y="3416"/>
                    <a:pt x="9939" y="3755"/>
                    <a:pt x="9867" y="3827"/>
                  </a:cubicBezTo>
                  <a:cubicBezTo>
                    <a:pt x="9832" y="3862"/>
                    <a:pt x="9635" y="3862"/>
                    <a:pt x="9564" y="3862"/>
                  </a:cubicBezTo>
                  <a:cubicBezTo>
                    <a:pt x="9497" y="3858"/>
                    <a:pt x="9425" y="3853"/>
                    <a:pt x="9352" y="3853"/>
                  </a:cubicBezTo>
                  <a:cubicBezTo>
                    <a:pt x="9150" y="3853"/>
                    <a:pt x="8936" y="3889"/>
                    <a:pt x="8779" y="4059"/>
                  </a:cubicBezTo>
                  <a:cubicBezTo>
                    <a:pt x="8547" y="4273"/>
                    <a:pt x="8565" y="4594"/>
                    <a:pt x="8565" y="4844"/>
                  </a:cubicBezTo>
                  <a:cubicBezTo>
                    <a:pt x="8583" y="4915"/>
                    <a:pt x="8583" y="5129"/>
                    <a:pt x="8547" y="5147"/>
                  </a:cubicBezTo>
                  <a:cubicBezTo>
                    <a:pt x="8511" y="5183"/>
                    <a:pt x="8315" y="5183"/>
                    <a:pt x="8244" y="5183"/>
                  </a:cubicBezTo>
                  <a:cubicBezTo>
                    <a:pt x="8177" y="5178"/>
                    <a:pt x="8105" y="5173"/>
                    <a:pt x="8031" y="5173"/>
                  </a:cubicBezTo>
                  <a:cubicBezTo>
                    <a:pt x="7830" y="5173"/>
                    <a:pt x="7615" y="5209"/>
                    <a:pt x="7459" y="5379"/>
                  </a:cubicBezTo>
                  <a:cubicBezTo>
                    <a:pt x="7227" y="5593"/>
                    <a:pt x="7244" y="5914"/>
                    <a:pt x="7244" y="6164"/>
                  </a:cubicBezTo>
                  <a:cubicBezTo>
                    <a:pt x="7262" y="6235"/>
                    <a:pt x="7262" y="6450"/>
                    <a:pt x="7227" y="6467"/>
                  </a:cubicBezTo>
                  <a:cubicBezTo>
                    <a:pt x="7191" y="6503"/>
                    <a:pt x="6995" y="6503"/>
                    <a:pt x="6923" y="6503"/>
                  </a:cubicBezTo>
                  <a:cubicBezTo>
                    <a:pt x="6857" y="6498"/>
                    <a:pt x="6785" y="6494"/>
                    <a:pt x="6711" y="6494"/>
                  </a:cubicBezTo>
                  <a:cubicBezTo>
                    <a:pt x="6509" y="6494"/>
                    <a:pt x="6295" y="6529"/>
                    <a:pt x="6138" y="6699"/>
                  </a:cubicBezTo>
                  <a:cubicBezTo>
                    <a:pt x="5906" y="6913"/>
                    <a:pt x="5924" y="7235"/>
                    <a:pt x="5924" y="7484"/>
                  </a:cubicBezTo>
                  <a:cubicBezTo>
                    <a:pt x="5942" y="7556"/>
                    <a:pt x="5942" y="7770"/>
                    <a:pt x="5906" y="7788"/>
                  </a:cubicBezTo>
                  <a:cubicBezTo>
                    <a:pt x="5835" y="7877"/>
                    <a:pt x="5496" y="7930"/>
                    <a:pt x="5157" y="7930"/>
                  </a:cubicBezTo>
                  <a:lnTo>
                    <a:pt x="2695" y="5468"/>
                  </a:lnTo>
                  <a:cubicBezTo>
                    <a:pt x="2695" y="5129"/>
                    <a:pt x="2748" y="4790"/>
                    <a:pt x="2837" y="4719"/>
                  </a:cubicBezTo>
                  <a:cubicBezTo>
                    <a:pt x="2846" y="4701"/>
                    <a:pt x="2904" y="4697"/>
                    <a:pt x="2969" y="4697"/>
                  </a:cubicBezTo>
                  <a:cubicBezTo>
                    <a:pt x="3034" y="4697"/>
                    <a:pt x="3105" y="4701"/>
                    <a:pt x="3141" y="4701"/>
                  </a:cubicBezTo>
                  <a:cubicBezTo>
                    <a:pt x="3174" y="4701"/>
                    <a:pt x="3209" y="4701"/>
                    <a:pt x="3244" y="4701"/>
                  </a:cubicBezTo>
                  <a:cubicBezTo>
                    <a:pt x="3474" y="4701"/>
                    <a:pt x="3740" y="4688"/>
                    <a:pt x="3926" y="4487"/>
                  </a:cubicBezTo>
                  <a:cubicBezTo>
                    <a:pt x="4158" y="4273"/>
                    <a:pt x="4140" y="3952"/>
                    <a:pt x="4122" y="3720"/>
                  </a:cubicBezTo>
                  <a:cubicBezTo>
                    <a:pt x="4122" y="3630"/>
                    <a:pt x="4122" y="3434"/>
                    <a:pt x="4158" y="3398"/>
                  </a:cubicBezTo>
                  <a:cubicBezTo>
                    <a:pt x="4167" y="3381"/>
                    <a:pt x="4225" y="3376"/>
                    <a:pt x="4289" y="3376"/>
                  </a:cubicBezTo>
                  <a:cubicBezTo>
                    <a:pt x="4354" y="3376"/>
                    <a:pt x="4425" y="3381"/>
                    <a:pt x="4461" y="3381"/>
                  </a:cubicBezTo>
                  <a:cubicBezTo>
                    <a:pt x="4494" y="3381"/>
                    <a:pt x="4529" y="3381"/>
                    <a:pt x="4564" y="3381"/>
                  </a:cubicBezTo>
                  <a:cubicBezTo>
                    <a:pt x="4795" y="3381"/>
                    <a:pt x="5061" y="3368"/>
                    <a:pt x="5246" y="3166"/>
                  </a:cubicBezTo>
                  <a:cubicBezTo>
                    <a:pt x="5478" y="2952"/>
                    <a:pt x="5460" y="2631"/>
                    <a:pt x="5442" y="2381"/>
                  </a:cubicBezTo>
                  <a:cubicBezTo>
                    <a:pt x="5442" y="2310"/>
                    <a:pt x="5442" y="2114"/>
                    <a:pt x="5478" y="2078"/>
                  </a:cubicBezTo>
                  <a:cubicBezTo>
                    <a:pt x="5489" y="2057"/>
                    <a:pt x="5566" y="2049"/>
                    <a:pt x="5643" y="2049"/>
                  </a:cubicBezTo>
                  <a:cubicBezTo>
                    <a:pt x="5698" y="2049"/>
                    <a:pt x="5752" y="2053"/>
                    <a:pt x="5781" y="2060"/>
                  </a:cubicBezTo>
                  <a:cubicBezTo>
                    <a:pt x="5815" y="2060"/>
                    <a:pt x="5849" y="2061"/>
                    <a:pt x="5885" y="2061"/>
                  </a:cubicBezTo>
                  <a:cubicBezTo>
                    <a:pt x="6115" y="2061"/>
                    <a:pt x="6381" y="2047"/>
                    <a:pt x="6566" y="1846"/>
                  </a:cubicBezTo>
                  <a:cubicBezTo>
                    <a:pt x="6798" y="1632"/>
                    <a:pt x="6781" y="1311"/>
                    <a:pt x="6763" y="1061"/>
                  </a:cubicBezTo>
                  <a:cubicBezTo>
                    <a:pt x="6763" y="990"/>
                    <a:pt x="6763" y="793"/>
                    <a:pt x="6798" y="758"/>
                  </a:cubicBezTo>
                  <a:cubicBezTo>
                    <a:pt x="6870" y="686"/>
                    <a:pt x="7209" y="615"/>
                    <a:pt x="7548" y="615"/>
                  </a:cubicBezTo>
                  <a:close/>
                  <a:moveTo>
                    <a:pt x="7435" y="0"/>
                  </a:moveTo>
                  <a:cubicBezTo>
                    <a:pt x="7361" y="0"/>
                    <a:pt x="7280" y="2"/>
                    <a:pt x="7191" y="8"/>
                  </a:cubicBezTo>
                  <a:cubicBezTo>
                    <a:pt x="6781" y="62"/>
                    <a:pt x="6513" y="151"/>
                    <a:pt x="6352" y="312"/>
                  </a:cubicBezTo>
                  <a:cubicBezTo>
                    <a:pt x="6120" y="544"/>
                    <a:pt x="6138" y="847"/>
                    <a:pt x="6156" y="1097"/>
                  </a:cubicBezTo>
                  <a:cubicBezTo>
                    <a:pt x="6156" y="1168"/>
                    <a:pt x="6156" y="1382"/>
                    <a:pt x="6138" y="1418"/>
                  </a:cubicBezTo>
                  <a:cubicBezTo>
                    <a:pt x="6120" y="1436"/>
                    <a:pt x="6058" y="1440"/>
                    <a:pt x="5991" y="1440"/>
                  </a:cubicBezTo>
                  <a:cubicBezTo>
                    <a:pt x="5924" y="1440"/>
                    <a:pt x="5853" y="1436"/>
                    <a:pt x="5817" y="1436"/>
                  </a:cubicBezTo>
                  <a:cubicBezTo>
                    <a:pt x="5750" y="1431"/>
                    <a:pt x="5680" y="1426"/>
                    <a:pt x="5608" y="1426"/>
                  </a:cubicBezTo>
                  <a:cubicBezTo>
                    <a:pt x="5410" y="1426"/>
                    <a:pt x="5202" y="1462"/>
                    <a:pt x="5032" y="1632"/>
                  </a:cubicBezTo>
                  <a:cubicBezTo>
                    <a:pt x="4800" y="1864"/>
                    <a:pt x="4818" y="2167"/>
                    <a:pt x="4836" y="2417"/>
                  </a:cubicBezTo>
                  <a:cubicBezTo>
                    <a:pt x="4836" y="2488"/>
                    <a:pt x="4836" y="2703"/>
                    <a:pt x="4818" y="2738"/>
                  </a:cubicBezTo>
                  <a:cubicBezTo>
                    <a:pt x="4800" y="2756"/>
                    <a:pt x="4738" y="2761"/>
                    <a:pt x="4671" y="2761"/>
                  </a:cubicBezTo>
                  <a:cubicBezTo>
                    <a:pt x="4604" y="2761"/>
                    <a:pt x="4532" y="2756"/>
                    <a:pt x="4497" y="2756"/>
                  </a:cubicBezTo>
                  <a:cubicBezTo>
                    <a:pt x="4430" y="2751"/>
                    <a:pt x="4359" y="2747"/>
                    <a:pt x="4287" y="2747"/>
                  </a:cubicBezTo>
                  <a:cubicBezTo>
                    <a:pt x="4090" y="2747"/>
                    <a:pt x="3882" y="2782"/>
                    <a:pt x="3712" y="2952"/>
                  </a:cubicBezTo>
                  <a:cubicBezTo>
                    <a:pt x="3480" y="3184"/>
                    <a:pt x="3498" y="3488"/>
                    <a:pt x="3515" y="3737"/>
                  </a:cubicBezTo>
                  <a:cubicBezTo>
                    <a:pt x="3515" y="3809"/>
                    <a:pt x="3515" y="4023"/>
                    <a:pt x="3498" y="4059"/>
                  </a:cubicBezTo>
                  <a:cubicBezTo>
                    <a:pt x="3480" y="4076"/>
                    <a:pt x="3417" y="4081"/>
                    <a:pt x="3350" y="4081"/>
                  </a:cubicBezTo>
                  <a:cubicBezTo>
                    <a:pt x="3283" y="4081"/>
                    <a:pt x="3212" y="4076"/>
                    <a:pt x="3176" y="4076"/>
                  </a:cubicBezTo>
                  <a:cubicBezTo>
                    <a:pt x="3110" y="4072"/>
                    <a:pt x="3039" y="4067"/>
                    <a:pt x="2967" y="4067"/>
                  </a:cubicBezTo>
                  <a:cubicBezTo>
                    <a:pt x="2770" y="4067"/>
                    <a:pt x="2561" y="4103"/>
                    <a:pt x="2391" y="4273"/>
                  </a:cubicBezTo>
                  <a:cubicBezTo>
                    <a:pt x="2052" y="4612"/>
                    <a:pt x="2070" y="5415"/>
                    <a:pt x="2088" y="5736"/>
                  </a:cubicBezTo>
                  <a:lnTo>
                    <a:pt x="3266" y="6913"/>
                  </a:lnTo>
                  <a:lnTo>
                    <a:pt x="0" y="10161"/>
                  </a:lnTo>
                  <a:lnTo>
                    <a:pt x="446" y="10607"/>
                  </a:lnTo>
                  <a:lnTo>
                    <a:pt x="3712" y="7360"/>
                  </a:lnTo>
                  <a:lnTo>
                    <a:pt x="4889" y="8537"/>
                  </a:lnTo>
                  <a:cubicBezTo>
                    <a:pt x="4906" y="8537"/>
                    <a:pt x="5017" y="8546"/>
                    <a:pt x="5173" y="8546"/>
                  </a:cubicBezTo>
                  <a:cubicBezTo>
                    <a:pt x="5517" y="8546"/>
                    <a:pt x="6082" y="8504"/>
                    <a:pt x="6352" y="8234"/>
                  </a:cubicBezTo>
                  <a:cubicBezTo>
                    <a:pt x="6584" y="8002"/>
                    <a:pt x="6566" y="7699"/>
                    <a:pt x="6549" y="7449"/>
                  </a:cubicBezTo>
                  <a:cubicBezTo>
                    <a:pt x="6549" y="7377"/>
                    <a:pt x="6531" y="7163"/>
                    <a:pt x="6566" y="7128"/>
                  </a:cubicBezTo>
                  <a:cubicBezTo>
                    <a:pt x="6602" y="7110"/>
                    <a:pt x="6816" y="7110"/>
                    <a:pt x="6888" y="7110"/>
                  </a:cubicBezTo>
                  <a:cubicBezTo>
                    <a:pt x="6954" y="7114"/>
                    <a:pt x="7025" y="7119"/>
                    <a:pt x="7097" y="7119"/>
                  </a:cubicBezTo>
                  <a:cubicBezTo>
                    <a:pt x="7294" y="7119"/>
                    <a:pt x="7503" y="7083"/>
                    <a:pt x="7673" y="6913"/>
                  </a:cubicBezTo>
                  <a:cubicBezTo>
                    <a:pt x="7905" y="6681"/>
                    <a:pt x="7887" y="6378"/>
                    <a:pt x="7869" y="6128"/>
                  </a:cubicBezTo>
                  <a:cubicBezTo>
                    <a:pt x="7869" y="6057"/>
                    <a:pt x="7851" y="5843"/>
                    <a:pt x="7887" y="5807"/>
                  </a:cubicBezTo>
                  <a:cubicBezTo>
                    <a:pt x="7922" y="5789"/>
                    <a:pt x="8137" y="5789"/>
                    <a:pt x="8208" y="5789"/>
                  </a:cubicBezTo>
                  <a:cubicBezTo>
                    <a:pt x="8275" y="5794"/>
                    <a:pt x="8345" y="5799"/>
                    <a:pt x="8417" y="5799"/>
                  </a:cubicBezTo>
                  <a:cubicBezTo>
                    <a:pt x="8615" y="5799"/>
                    <a:pt x="8823" y="5763"/>
                    <a:pt x="8993" y="5593"/>
                  </a:cubicBezTo>
                  <a:cubicBezTo>
                    <a:pt x="9225" y="5361"/>
                    <a:pt x="9207" y="5058"/>
                    <a:pt x="9189" y="4808"/>
                  </a:cubicBezTo>
                  <a:cubicBezTo>
                    <a:pt x="9189" y="4737"/>
                    <a:pt x="9171" y="4523"/>
                    <a:pt x="9207" y="4487"/>
                  </a:cubicBezTo>
                  <a:cubicBezTo>
                    <a:pt x="9243" y="4469"/>
                    <a:pt x="9457" y="4469"/>
                    <a:pt x="9528" y="4469"/>
                  </a:cubicBezTo>
                  <a:cubicBezTo>
                    <a:pt x="9595" y="4474"/>
                    <a:pt x="9666" y="4479"/>
                    <a:pt x="9738" y="4479"/>
                  </a:cubicBezTo>
                  <a:cubicBezTo>
                    <a:pt x="9935" y="4479"/>
                    <a:pt x="10143" y="4443"/>
                    <a:pt x="10313" y="4273"/>
                  </a:cubicBezTo>
                  <a:cubicBezTo>
                    <a:pt x="10474" y="4112"/>
                    <a:pt x="10563" y="3845"/>
                    <a:pt x="10617" y="3434"/>
                  </a:cubicBezTo>
                  <a:cubicBezTo>
                    <a:pt x="10635" y="3166"/>
                    <a:pt x="10617" y="2970"/>
                    <a:pt x="10617" y="2827"/>
                  </a:cubicBezTo>
                  <a:lnTo>
                    <a:pt x="9439" y="1632"/>
                  </a:lnTo>
                  <a:lnTo>
                    <a:pt x="10099" y="972"/>
                  </a:lnTo>
                  <a:lnTo>
                    <a:pt x="9653" y="526"/>
                  </a:lnTo>
                  <a:lnTo>
                    <a:pt x="8993" y="1186"/>
                  </a:lnTo>
                  <a:lnTo>
                    <a:pt x="7798" y="8"/>
                  </a:lnTo>
                  <a:cubicBezTo>
                    <a:pt x="7702" y="8"/>
                    <a:pt x="7583" y="0"/>
                    <a:pt x="7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18"/>
            <p:cNvSpPr/>
            <p:nvPr/>
          </p:nvSpPr>
          <p:spPr>
            <a:xfrm>
              <a:off x="7133303" y="1934420"/>
              <a:ext cx="42456" cy="42424"/>
            </a:xfrm>
            <a:custGeom>
              <a:rect b="b" l="l" r="r" t="t"/>
              <a:pathLst>
                <a:path extrusionOk="0" h="1321" w="1322">
                  <a:moveTo>
                    <a:pt x="893" y="0"/>
                  </a:moveTo>
                  <a:lnTo>
                    <a:pt x="1" y="892"/>
                  </a:lnTo>
                  <a:lnTo>
                    <a:pt x="447" y="1320"/>
                  </a:lnTo>
                  <a:lnTo>
                    <a:pt x="1321" y="446"/>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18"/>
            <p:cNvSpPr/>
            <p:nvPr/>
          </p:nvSpPr>
          <p:spPr>
            <a:xfrm>
              <a:off x="7183177" y="1885124"/>
              <a:ext cx="42424" cy="42424"/>
            </a:xfrm>
            <a:custGeom>
              <a:rect b="b" l="l" r="r" t="t"/>
              <a:pathLst>
                <a:path extrusionOk="0" h="1321" w="1321">
                  <a:moveTo>
                    <a:pt x="874" y="1"/>
                  </a:moveTo>
                  <a:lnTo>
                    <a:pt x="0" y="875"/>
                  </a:lnTo>
                  <a:lnTo>
                    <a:pt x="446" y="1321"/>
                  </a:lnTo>
                  <a:lnTo>
                    <a:pt x="1321" y="447"/>
                  </a:lnTo>
                  <a:lnTo>
                    <a:pt x="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18"/>
            <p:cNvSpPr/>
            <p:nvPr/>
          </p:nvSpPr>
          <p:spPr>
            <a:xfrm>
              <a:off x="7232442" y="1835859"/>
              <a:ext cx="42424" cy="42424"/>
            </a:xfrm>
            <a:custGeom>
              <a:rect b="b" l="l" r="r" t="t"/>
              <a:pathLst>
                <a:path extrusionOk="0" h="1321" w="1321">
                  <a:moveTo>
                    <a:pt x="893" y="0"/>
                  </a:moveTo>
                  <a:lnTo>
                    <a:pt x="1" y="874"/>
                  </a:lnTo>
                  <a:lnTo>
                    <a:pt x="447" y="1320"/>
                  </a:lnTo>
                  <a:lnTo>
                    <a:pt x="1321" y="428"/>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 name="Google Shape;1712;p118"/>
          <p:cNvSpPr/>
          <p:nvPr/>
        </p:nvSpPr>
        <p:spPr>
          <a:xfrm>
            <a:off x="4092905" y="1825350"/>
            <a:ext cx="248590" cy="325756"/>
          </a:xfrm>
          <a:custGeom>
            <a:rect b="b" l="l" r="r" t="t"/>
            <a:pathLst>
              <a:path extrusionOk="0" h="10617" w="8102">
                <a:moveTo>
                  <a:pt x="4051" y="625"/>
                </a:moveTo>
                <a:cubicBezTo>
                  <a:pt x="4462" y="625"/>
                  <a:pt x="4801" y="893"/>
                  <a:pt x="4925" y="1249"/>
                </a:cubicBezTo>
                <a:lnTo>
                  <a:pt x="3177" y="1249"/>
                </a:lnTo>
                <a:cubicBezTo>
                  <a:pt x="3302" y="893"/>
                  <a:pt x="3641" y="625"/>
                  <a:pt x="4051" y="625"/>
                </a:cubicBezTo>
                <a:close/>
                <a:moveTo>
                  <a:pt x="4979" y="1874"/>
                </a:moveTo>
                <a:lnTo>
                  <a:pt x="4979" y="2516"/>
                </a:lnTo>
                <a:lnTo>
                  <a:pt x="3123" y="2516"/>
                </a:lnTo>
                <a:lnTo>
                  <a:pt x="3123" y="1874"/>
                </a:lnTo>
                <a:close/>
                <a:moveTo>
                  <a:pt x="2535" y="3159"/>
                </a:moveTo>
                <a:lnTo>
                  <a:pt x="2535" y="3159"/>
                </a:lnTo>
                <a:cubicBezTo>
                  <a:pt x="2481" y="3230"/>
                  <a:pt x="2428" y="3301"/>
                  <a:pt x="2374" y="3391"/>
                </a:cubicBezTo>
                <a:cubicBezTo>
                  <a:pt x="2053" y="3908"/>
                  <a:pt x="1874" y="4586"/>
                  <a:pt x="1874" y="5318"/>
                </a:cubicBezTo>
                <a:cubicBezTo>
                  <a:pt x="1874" y="6031"/>
                  <a:pt x="2053" y="6727"/>
                  <a:pt x="2374" y="7245"/>
                </a:cubicBezTo>
                <a:cubicBezTo>
                  <a:pt x="2428" y="7316"/>
                  <a:pt x="2481" y="7405"/>
                  <a:pt x="2535" y="7477"/>
                </a:cubicBezTo>
                <a:cubicBezTo>
                  <a:pt x="1464" y="7352"/>
                  <a:pt x="625" y="6424"/>
                  <a:pt x="625" y="5318"/>
                </a:cubicBezTo>
                <a:cubicBezTo>
                  <a:pt x="625" y="4194"/>
                  <a:pt x="1464" y="3284"/>
                  <a:pt x="2535" y="3159"/>
                </a:cubicBezTo>
                <a:close/>
                <a:moveTo>
                  <a:pt x="5550" y="3159"/>
                </a:moveTo>
                <a:lnTo>
                  <a:pt x="5550" y="3159"/>
                </a:lnTo>
                <a:cubicBezTo>
                  <a:pt x="6638" y="3284"/>
                  <a:pt x="7477" y="4194"/>
                  <a:pt x="7477" y="5318"/>
                </a:cubicBezTo>
                <a:cubicBezTo>
                  <a:pt x="7477" y="6424"/>
                  <a:pt x="6638" y="7352"/>
                  <a:pt x="5550" y="7477"/>
                </a:cubicBezTo>
                <a:cubicBezTo>
                  <a:pt x="5621" y="7405"/>
                  <a:pt x="5675" y="7316"/>
                  <a:pt x="5728" y="7245"/>
                </a:cubicBezTo>
                <a:cubicBezTo>
                  <a:pt x="6050" y="6727"/>
                  <a:pt x="6228" y="6031"/>
                  <a:pt x="6228" y="5318"/>
                </a:cubicBezTo>
                <a:cubicBezTo>
                  <a:pt x="6228" y="4586"/>
                  <a:pt x="6050" y="3908"/>
                  <a:pt x="5728" y="3391"/>
                </a:cubicBezTo>
                <a:cubicBezTo>
                  <a:pt x="5675" y="3301"/>
                  <a:pt x="5621" y="3230"/>
                  <a:pt x="5550" y="3159"/>
                </a:cubicBezTo>
                <a:close/>
                <a:moveTo>
                  <a:pt x="3730" y="3141"/>
                </a:moveTo>
                <a:lnTo>
                  <a:pt x="3730" y="7494"/>
                </a:lnTo>
                <a:cubicBezTo>
                  <a:pt x="3070" y="7494"/>
                  <a:pt x="2499" y="6495"/>
                  <a:pt x="2499" y="5318"/>
                </a:cubicBezTo>
                <a:cubicBezTo>
                  <a:pt x="2499" y="4140"/>
                  <a:pt x="3070" y="3141"/>
                  <a:pt x="3730" y="3141"/>
                </a:cubicBezTo>
                <a:close/>
                <a:moveTo>
                  <a:pt x="4355" y="3141"/>
                </a:moveTo>
                <a:cubicBezTo>
                  <a:pt x="5033" y="3141"/>
                  <a:pt x="5603" y="4140"/>
                  <a:pt x="5603" y="5318"/>
                </a:cubicBezTo>
                <a:cubicBezTo>
                  <a:pt x="5603" y="6495"/>
                  <a:pt x="5033" y="7494"/>
                  <a:pt x="4355" y="7494"/>
                </a:cubicBezTo>
                <a:lnTo>
                  <a:pt x="4355" y="3141"/>
                </a:lnTo>
                <a:close/>
                <a:moveTo>
                  <a:pt x="4979" y="8119"/>
                </a:moveTo>
                <a:lnTo>
                  <a:pt x="4979" y="8743"/>
                </a:lnTo>
                <a:lnTo>
                  <a:pt x="3123" y="8743"/>
                </a:lnTo>
                <a:lnTo>
                  <a:pt x="3123" y="8119"/>
                </a:lnTo>
                <a:close/>
                <a:moveTo>
                  <a:pt x="4072" y="0"/>
                </a:moveTo>
                <a:cubicBezTo>
                  <a:pt x="3212" y="0"/>
                  <a:pt x="2499" y="690"/>
                  <a:pt x="2499" y="1553"/>
                </a:cubicBezTo>
                <a:lnTo>
                  <a:pt x="2499" y="2534"/>
                </a:lnTo>
                <a:cubicBezTo>
                  <a:pt x="1089" y="2695"/>
                  <a:pt x="1" y="3872"/>
                  <a:pt x="1" y="5318"/>
                </a:cubicBezTo>
                <a:cubicBezTo>
                  <a:pt x="1" y="6745"/>
                  <a:pt x="1089" y="7940"/>
                  <a:pt x="2499" y="8101"/>
                </a:cubicBezTo>
                <a:lnTo>
                  <a:pt x="2499" y="10617"/>
                </a:lnTo>
                <a:lnTo>
                  <a:pt x="3123" y="10617"/>
                </a:lnTo>
                <a:lnTo>
                  <a:pt x="3123" y="9350"/>
                </a:lnTo>
                <a:lnTo>
                  <a:pt x="3730" y="9350"/>
                </a:lnTo>
                <a:lnTo>
                  <a:pt x="3730" y="10617"/>
                </a:lnTo>
                <a:lnTo>
                  <a:pt x="4355" y="10617"/>
                </a:lnTo>
                <a:lnTo>
                  <a:pt x="4355" y="9350"/>
                </a:lnTo>
                <a:lnTo>
                  <a:pt x="4979" y="9350"/>
                </a:lnTo>
                <a:lnTo>
                  <a:pt x="4979" y="10617"/>
                </a:lnTo>
                <a:lnTo>
                  <a:pt x="5603" y="10617"/>
                </a:lnTo>
                <a:lnTo>
                  <a:pt x="5603" y="8101"/>
                </a:lnTo>
                <a:cubicBezTo>
                  <a:pt x="6995" y="7940"/>
                  <a:pt x="8101" y="6745"/>
                  <a:pt x="8101" y="5318"/>
                </a:cubicBezTo>
                <a:cubicBezTo>
                  <a:pt x="8101" y="3872"/>
                  <a:pt x="6995" y="2695"/>
                  <a:pt x="5603" y="2534"/>
                </a:cubicBezTo>
                <a:lnTo>
                  <a:pt x="5603" y="1589"/>
                </a:lnTo>
                <a:cubicBezTo>
                  <a:pt x="5603" y="732"/>
                  <a:pt x="4943" y="36"/>
                  <a:pt x="4105" y="1"/>
                </a:cubicBezTo>
                <a:cubicBezTo>
                  <a:pt x="4094" y="0"/>
                  <a:pt x="4083" y="0"/>
                  <a:pt x="40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118"/>
          <p:cNvGrpSpPr/>
          <p:nvPr/>
        </p:nvGrpSpPr>
        <p:grpSpPr>
          <a:xfrm>
            <a:off x="4763694" y="1845073"/>
            <a:ext cx="326310" cy="286392"/>
            <a:chOff x="4772497" y="1789389"/>
            <a:chExt cx="341543" cy="299761"/>
          </a:xfrm>
        </p:grpSpPr>
        <p:sp>
          <p:nvSpPr>
            <p:cNvPr id="1714" name="Google Shape;1714;p118"/>
            <p:cNvSpPr/>
            <p:nvPr/>
          </p:nvSpPr>
          <p:spPr>
            <a:xfrm>
              <a:off x="4812609"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53" y="1"/>
                    <a:pt x="0" y="554"/>
                    <a:pt x="0" y="1250"/>
                  </a:cubicBezTo>
                  <a:cubicBezTo>
                    <a:pt x="0" y="1928"/>
                    <a:pt x="553"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18"/>
            <p:cNvSpPr/>
            <p:nvPr/>
          </p:nvSpPr>
          <p:spPr>
            <a:xfrm>
              <a:off x="4772497" y="1789389"/>
              <a:ext cx="341543" cy="220116"/>
            </a:xfrm>
            <a:custGeom>
              <a:rect b="b" l="l" r="r" t="t"/>
              <a:pathLst>
                <a:path extrusionOk="0" h="6854" w="10635">
                  <a:moveTo>
                    <a:pt x="2498" y="626"/>
                  </a:moveTo>
                  <a:cubicBezTo>
                    <a:pt x="3533" y="626"/>
                    <a:pt x="4354" y="1465"/>
                    <a:pt x="4354" y="2500"/>
                  </a:cubicBezTo>
                  <a:cubicBezTo>
                    <a:pt x="4354" y="3517"/>
                    <a:pt x="3533" y="4355"/>
                    <a:pt x="2498" y="4355"/>
                  </a:cubicBezTo>
                  <a:cubicBezTo>
                    <a:pt x="1463" y="4355"/>
                    <a:pt x="625" y="3517"/>
                    <a:pt x="625" y="2500"/>
                  </a:cubicBezTo>
                  <a:cubicBezTo>
                    <a:pt x="625" y="1465"/>
                    <a:pt x="1463" y="626"/>
                    <a:pt x="2498" y="626"/>
                  </a:cubicBezTo>
                  <a:close/>
                  <a:moveTo>
                    <a:pt x="8136" y="626"/>
                  </a:moveTo>
                  <a:cubicBezTo>
                    <a:pt x="9171" y="626"/>
                    <a:pt x="10010" y="1465"/>
                    <a:pt x="10010" y="2500"/>
                  </a:cubicBezTo>
                  <a:cubicBezTo>
                    <a:pt x="10010" y="3517"/>
                    <a:pt x="9171" y="4355"/>
                    <a:pt x="8136" y="4355"/>
                  </a:cubicBezTo>
                  <a:cubicBezTo>
                    <a:pt x="7102" y="4355"/>
                    <a:pt x="6263" y="3517"/>
                    <a:pt x="6263" y="2500"/>
                  </a:cubicBezTo>
                  <a:cubicBezTo>
                    <a:pt x="6263" y="1465"/>
                    <a:pt x="7102" y="626"/>
                    <a:pt x="8136" y="626"/>
                  </a:cubicBezTo>
                  <a:close/>
                  <a:moveTo>
                    <a:pt x="10010" y="4980"/>
                  </a:moveTo>
                  <a:lnTo>
                    <a:pt x="10010" y="5604"/>
                  </a:lnTo>
                  <a:lnTo>
                    <a:pt x="8761" y="5604"/>
                  </a:lnTo>
                  <a:lnTo>
                    <a:pt x="8761" y="6229"/>
                  </a:lnTo>
                  <a:lnTo>
                    <a:pt x="8136" y="6229"/>
                  </a:lnTo>
                  <a:lnTo>
                    <a:pt x="8136" y="5604"/>
                  </a:lnTo>
                  <a:lnTo>
                    <a:pt x="2498" y="5604"/>
                  </a:lnTo>
                  <a:lnTo>
                    <a:pt x="2498" y="6229"/>
                  </a:lnTo>
                  <a:lnTo>
                    <a:pt x="1874" y="6229"/>
                  </a:lnTo>
                  <a:lnTo>
                    <a:pt x="1874" y="5604"/>
                  </a:lnTo>
                  <a:lnTo>
                    <a:pt x="625" y="5604"/>
                  </a:lnTo>
                  <a:lnTo>
                    <a:pt x="625" y="4980"/>
                  </a:lnTo>
                  <a:close/>
                  <a:moveTo>
                    <a:pt x="2492" y="0"/>
                  </a:moveTo>
                  <a:cubicBezTo>
                    <a:pt x="1125" y="0"/>
                    <a:pt x="0" y="1122"/>
                    <a:pt x="0" y="2500"/>
                  </a:cubicBezTo>
                  <a:cubicBezTo>
                    <a:pt x="0" y="3231"/>
                    <a:pt x="339" y="3909"/>
                    <a:pt x="857" y="4355"/>
                  </a:cubicBezTo>
                  <a:lnTo>
                    <a:pt x="0" y="4355"/>
                  </a:lnTo>
                  <a:lnTo>
                    <a:pt x="0" y="6229"/>
                  </a:lnTo>
                  <a:lnTo>
                    <a:pt x="1249" y="6229"/>
                  </a:lnTo>
                  <a:lnTo>
                    <a:pt x="1249" y="6853"/>
                  </a:lnTo>
                  <a:lnTo>
                    <a:pt x="3123" y="6853"/>
                  </a:lnTo>
                  <a:lnTo>
                    <a:pt x="3123" y="6229"/>
                  </a:lnTo>
                  <a:lnTo>
                    <a:pt x="7512" y="6229"/>
                  </a:lnTo>
                  <a:lnTo>
                    <a:pt x="7512" y="6853"/>
                  </a:lnTo>
                  <a:lnTo>
                    <a:pt x="9385" y="6853"/>
                  </a:lnTo>
                  <a:lnTo>
                    <a:pt x="9385" y="6229"/>
                  </a:lnTo>
                  <a:lnTo>
                    <a:pt x="10617" y="6229"/>
                  </a:lnTo>
                  <a:lnTo>
                    <a:pt x="10617" y="4355"/>
                  </a:lnTo>
                  <a:lnTo>
                    <a:pt x="9778" y="4355"/>
                  </a:lnTo>
                  <a:cubicBezTo>
                    <a:pt x="10295" y="3909"/>
                    <a:pt x="10634" y="3231"/>
                    <a:pt x="10617" y="2482"/>
                  </a:cubicBezTo>
                  <a:cubicBezTo>
                    <a:pt x="10617" y="1162"/>
                    <a:pt x="9564" y="55"/>
                    <a:pt x="8226" y="2"/>
                  </a:cubicBezTo>
                  <a:cubicBezTo>
                    <a:pt x="8194" y="1"/>
                    <a:pt x="8162" y="0"/>
                    <a:pt x="8130" y="0"/>
                  </a:cubicBezTo>
                  <a:cubicBezTo>
                    <a:pt x="6764" y="0"/>
                    <a:pt x="5656" y="1122"/>
                    <a:pt x="5656" y="2500"/>
                  </a:cubicBezTo>
                  <a:cubicBezTo>
                    <a:pt x="5656" y="3231"/>
                    <a:pt x="5977" y="3909"/>
                    <a:pt x="6495" y="4355"/>
                  </a:cubicBezTo>
                  <a:lnTo>
                    <a:pt x="4140" y="4355"/>
                  </a:lnTo>
                  <a:cubicBezTo>
                    <a:pt x="4657" y="3909"/>
                    <a:pt x="4978" y="3231"/>
                    <a:pt x="4978" y="2482"/>
                  </a:cubicBezTo>
                  <a:cubicBezTo>
                    <a:pt x="4978" y="1162"/>
                    <a:pt x="3926" y="55"/>
                    <a:pt x="2587" y="2"/>
                  </a:cubicBezTo>
                  <a:cubicBezTo>
                    <a:pt x="2555" y="1"/>
                    <a:pt x="2524" y="0"/>
                    <a:pt x="2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18"/>
            <p:cNvSpPr/>
            <p:nvPr/>
          </p:nvSpPr>
          <p:spPr>
            <a:xfrm>
              <a:off x="4993673"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71" y="1"/>
                    <a:pt x="0" y="554"/>
                    <a:pt x="0" y="1250"/>
                  </a:cubicBezTo>
                  <a:cubicBezTo>
                    <a:pt x="0" y="1928"/>
                    <a:pt x="571"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18"/>
            <p:cNvSpPr/>
            <p:nvPr/>
          </p:nvSpPr>
          <p:spPr>
            <a:xfrm>
              <a:off x="4793115" y="2029513"/>
              <a:ext cx="299729" cy="20104"/>
            </a:xfrm>
            <a:custGeom>
              <a:rect b="b" l="l" r="r" t="t"/>
              <a:pathLst>
                <a:path extrusionOk="0" h="626" w="9333">
                  <a:moveTo>
                    <a:pt x="0" y="1"/>
                  </a:moveTo>
                  <a:lnTo>
                    <a:pt x="0" y="625"/>
                  </a:lnTo>
                  <a:lnTo>
                    <a:pt x="9332" y="625"/>
                  </a:lnTo>
                  <a:lnTo>
                    <a:pt x="93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18"/>
            <p:cNvSpPr/>
            <p:nvPr/>
          </p:nvSpPr>
          <p:spPr>
            <a:xfrm>
              <a:off x="4793115" y="2069079"/>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118"/>
          <p:cNvGrpSpPr/>
          <p:nvPr/>
        </p:nvGrpSpPr>
        <p:grpSpPr>
          <a:xfrm>
            <a:off x="6221582" y="1825406"/>
            <a:ext cx="248560" cy="325758"/>
            <a:chOff x="6298441" y="1768803"/>
            <a:chExt cx="260164" cy="340965"/>
          </a:xfrm>
        </p:grpSpPr>
        <p:sp>
          <p:nvSpPr>
            <p:cNvPr id="1720" name="Google Shape;1720;p118"/>
            <p:cNvSpPr/>
            <p:nvPr/>
          </p:nvSpPr>
          <p:spPr>
            <a:xfrm>
              <a:off x="6298441" y="1969940"/>
              <a:ext cx="260164" cy="139829"/>
            </a:xfrm>
            <a:custGeom>
              <a:rect b="b" l="l" r="r" t="t"/>
              <a:pathLst>
                <a:path extrusionOk="0" h="4354" w="8101">
                  <a:moveTo>
                    <a:pt x="4550" y="625"/>
                  </a:moveTo>
                  <a:lnTo>
                    <a:pt x="4050" y="1124"/>
                  </a:lnTo>
                  <a:lnTo>
                    <a:pt x="3551" y="625"/>
                  </a:lnTo>
                  <a:close/>
                  <a:moveTo>
                    <a:pt x="2677" y="625"/>
                  </a:moveTo>
                  <a:lnTo>
                    <a:pt x="3604" y="1553"/>
                  </a:lnTo>
                  <a:lnTo>
                    <a:pt x="2677" y="2498"/>
                  </a:lnTo>
                  <a:lnTo>
                    <a:pt x="1249" y="2498"/>
                  </a:lnTo>
                  <a:lnTo>
                    <a:pt x="1249" y="3123"/>
                  </a:lnTo>
                  <a:lnTo>
                    <a:pt x="2498" y="3123"/>
                  </a:lnTo>
                  <a:lnTo>
                    <a:pt x="2498" y="3729"/>
                  </a:lnTo>
                  <a:lnTo>
                    <a:pt x="625" y="3729"/>
                  </a:lnTo>
                  <a:lnTo>
                    <a:pt x="625" y="1553"/>
                  </a:lnTo>
                  <a:cubicBezTo>
                    <a:pt x="625" y="1053"/>
                    <a:pt x="1053" y="625"/>
                    <a:pt x="1570" y="625"/>
                  </a:cubicBezTo>
                  <a:close/>
                  <a:moveTo>
                    <a:pt x="6531" y="625"/>
                  </a:moveTo>
                  <a:cubicBezTo>
                    <a:pt x="7048" y="625"/>
                    <a:pt x="7476" y="1053"/>
                    <a:pt x="7476" y="1553"/>
                  </a:cubicBezTo>
                  <a:lnTo>
                    <a:pt x="7476" y="3729"/>
                  </a:lnTo>
                  <a:lnTo>
                    <a:pt x="3123" y="3729"/>
                  </a:lnTo>
                  <a:lnTo>
                    <a:pt x="3123" y="3123"/>
                  </a:lnTo>
                  <a:lnTo>
                    <a:pt x="4354" y="3123"/>
                  </a:lnTo>
                  <a:lnTo>
                    <a:pt x="4354" y="2498"/>
                  </a:lnTo>
                  <a:lnTo>
                    <a:pt x="3551" y="2498"/>
                  </a:lnTo>
                  <a:lnTo>
                    <a:pt x="5424" y="625"/>
                  </a:lnTo>
                  <a:close/>
                  <a:moveTo>
                    <a:pt x="1570" y="0"/>
                  </a:moveTo>
                  <a:cubicBezTo>
                    <a:pt x="696" y="0"/>
                    <a:pt x="0" y="696"/>
                    <a:pt x="0" y="1553"/>
                  </a:cubicBezTo>
                  <a:lnTo>
                    <a:pt x="0" y="4354"/>
                  </a:lnTo>
                  <a:lnTo>
                    <a:pt x="8101" y="4354"/>
                  </a:lnTo>
                  <a:lnTo>
                    <a:pt x="8101" y="1553"/>
                  </a:lnTo>
                  <a:cubicBezTo>
                    <a:pt x="8101" y="696"/>
                    <a:pt x="7405" y="0"/>
                    <a:pt x="6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18"/>
            <p:cNvSpPr/>
            <p:nvPr/>
          </p:nvSpPr>
          <p:spPr>
            <a:xfrm>
              <a:off x="6378664" y="1768803"/>
              <a:ext cx="99717" cy="201168"/>
            </a:xfrm>
            <a:custGeom>
              <a:rect b="b" l="l" r="r" t="t"/>
              <a:pathLst>
                <a:path extrusionOk="0" h="6264" w="3105">
                  <a:moveTo>
                    <a:pt x="1552" y="625"/>
                  </a:moveTo>
                  <a:cubicBezTo>
                    <a:pt x="1731" y="625"/>
                    <a:pt x="1856" y="768"/>
                    <a:pt x="1856" y="946"/>
                  </a:cubicBezTo>
                  <a:cubicBezTo>
                    <a:pt x="1856" y="1107"/>
                    <a:pt x="1731" y="1249"/>
                    <a:pt x="1552" y="1249"/>
                  </a:cubicBezTo>
                  <a:cubicBezTo>
                    <a:pt x="1374" y="1249"/>
                    <a:pt x="1249" y="1107"/>
                    <a:pt x="1249" y="946"/>
                  </a:cubicBezTo>
                  <a:cubicBezTo>
                    <a:pt x="1249" y="768"/>
                    <a:pt x="1374" y="625"/>
                    <a:pt x="1552" y="625"/>
                  </a:cubicBezTo>
                  <a:close/>
                  <a:moveTo>
                    <a:pt x="1249" y="1928"/>
                  </a:moveTo>
                  <a:lnTo>
                    <a:pt x="1249" y="2177"/>
                  </a:lnTo>
                  <a:lnTo>
                    <a:pt x="1249" y="2802"/>
                  </a:lnTo>
                  <a:cubicBezTo>
                    <a:pt x="1249" y="2980"/>
                    <a:pt x="1106" y="3123"/>
                    <a:pt x="928" y="3123"/>
                  </a:cubicBezTo>
                  <a:lnTo>
                    <a:pt x="625" y="3123"/>
                  </a:lnTo>
                  <a:lnTo>
                    <a:pt x="625" y="2802"/>
                  </a:lnTo>
                  <a:cubicBezTo>
                    <a:pt x="625" y="2391"/>
                    <a:pt x="874" y="2052"/>
                    <a:pt x="1249" y="1928"/>
                  </a:cubicBezTo>
                  <a:close/>
                  <a:moveTo>
                    <a:pt x="1856" y="1928"/>
                  </a:moveTo>
                  <a:cubicBezTo>
                    <a:pt x="2230" y="2052"/>
                    <a:pt x="2480" y="2391"/>
                    <a:pt x="2480" y="2802"/>
                  </a:cubicBezTo>
                  <a:lnTo>
                    <a:pt x="2480" y="3123"/>
                  </a:lnTo>
                  <a:lnTo>
                    <a:pt x="2177" y="3123"/>
                  </a:lnTo>
                  <a:cubicBezTo>
                    <a:pt x="1998" y="3123"/>
                    <a:pt x="1856" y="2980"/>
                    <a:pt x="1856" y="2802"/>
                  </a:cubicBezTo>
                  <a:lnTo>
                    <a:pt x="1856" y="2177"/>
                  </a:lnTo>
                  <a:lnTo>
                    <a:pt x="1856" y="1928"/>
                  </a:lnTo>
                  <a:close/>
                  <a:moveTo>
                    <a:pt x="1552" y="3498"/>
                  </a:moveTo>
                  <a:cubicBezTo>
                    <a:pt x="1713" y="3640"/>
                    <a:pt x="1927" y="3730"/>
                    <a:pt x="2177" y="3730"/>
                  </a:cubicBezTo>
                  <a:lnTo>
                    <a:pt x="2480" y="3730"/>
                  </a:lnTo>
                  <a:lnTo>
                    <a:pt x="2480" y="4711"/>
                  </a:lnTo>
                  <a:cubicBezTo>
                    <a:pt x="2480" y="5225"/>
                    <a:pt x="2068" y="5641"/>
                    <a:pt x="1561" y="5641"/>
                  </a:cubicBezTo>
                  <a:cubicBezTo>
                    <a:pt x="1541" y="5641"/>
                    <a:pt x="1520" y="5640"/>
                    <a:pt x="1499" y="5639"/>
                  </a:cubicBezTo>
                  <a:cubicBezTo>
                    <a:pt x="1017" y="5621"/>
                    <a:pt x="625" y="5175"/>
                    <a:pt x="625" y="4693"/>
                  </a:cubicBezTo>
                  <a:lnTo>
                    <a:pt x="625" y="3730"/>
                  </a:lnTo>
                  <a:lnTo>
                    <a:pt x="928" y="3730"/>
                  </a:lnTo>
                  <a:cubicBezTo>
                    <a:pt x="1160" y="3730"/>
                    <a:pt x="1392" y="3640"/>
                    <a:pt x="1552" y="3498"/>
                  </a:cubicBezTo>
                  <a:close/>
                  <a:moveTo>
                    <a:pt x="1552" y="1"/>
                  </a:moveTo>
                  <a:cubicBezTo>
                    <a:pt x="1035" y="1"/>
                    <a:pt x="625" y="429"/>
                    <a:pt x="625" y="946"/>
                  </a:cubicBezTo>
                  <a:cubicBezTo>
                    <a:pt x="625" y="1125"/>
                    <a:pt x="678" y="1303"/>
                    <a:pt x="785" y="1464"/>
                  </a:cubicBezTo>
                  <a:cubicBezTo>
                    <a:pt x="303" y="1731"/>
                    <a:pt x="0" y="2231"/>
                    <a:pt x="0" y="2802"/>
                  </a:cubicBezTo>
                  <a:lnTo>
                    <a:pt x="0" y="4711"/>
                  </a:lnTo>
                  <a:cubicBezTo>
                    <a:pt x="0" y="5567"/>
                    <a:pt x="696" y="6263"/>
                    <a:pt x="1552" y="6263"/>
                  </a:cubicBezTo>
                  <a:cubicBezTo>
                    <a:pt x="2409" y="6263"/>
                    <a:pt x="3105" y="5567"/>
                    <a:pt x="3105" y="4711"/>
                  </a:cubicBezTo>
                  <a:lnTo>
                    <a:pt x="3105" y="2802"/>
                  </a:lnTo>
                  <a:cubicBezTo>
                    <a:pt x="3105" y="2231"/>
                    <a:pt x="2801" y="1731"/>
                    <a:pt x="2320" y="1464"/>
                  </a:cubicBezTo>
                  <a:cubicBezTo>
                    <a:pt x="2427" y="1303"/>
                    <a:pt x="2480" y="1125"/>
                    <a:pt x="2480" y="946"/>
                  </a:cubicBezTo>
                  <a:cubicBezTo>
                    <a:pt x="2480" y="429"/>
                    <a:pt x="2070"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118"/>
          <p:cNvGrpSpPr/>
          <p:nvPr/>
        </p:nvGrpSpPr>
        <p:grpSpPr>
          <a:xfrm>
            <a:off x="5492899" y="1825406"/>
            <a:ext cx="286361" cy="325758"/>
            <a:chOff x="5535742" y="1768803"/>
            <a:chExt cx="299729" cy="340965"/>
          </a:xfrm>
        </p:grpSpPr>
        <p:sp>
          <p:nvSpPr>
            <p:cNvPr id="1723" name="Google Shape;1723;p118"/>
            <p:cNvSpPr/>
            <p:nvPr/>
          </p:nvSpPr>
          <p:spPr>
            <a:xfrm>
              <a:off x="5535742" y="1989979"/>
              <a:ext cx="299729" cy="119789"/>
            </a:xfrm>
            <a:custGeom>
              <a:rect b="b" l="l" r="r" t="t"/>
              <a:pathLst>
                <a:path extrusionOk="0" h="3730" w="9333">
                  <a:moveTo>
                    <a:pt x="1321" y="661"/>
                  </a:moveTo>
                  <a:lnTo>
                    <a:pt x="1803" y="3105"/>
                  </a:lnTo>
                  <a:lnTo>
                    <a:pt x="625" y="3105"/>
                  </a:lnTo>
                  <a:lnTo>
                    <a:pt x="625" y="1553"/>
                  </a:lnTo>
                  <a:cubicBezTo>
                    <a:pt x="625" y="1125"/>
                    <a:pt x="928" y="768"/>
                    <a:pt x="1321" y="661"/>
                  </a:cubicBezTo>
                  <a:close/>
                  <a:moveTo>
                    <a:pt x="7405" y="625"/>
                  </a:moveTo>
                  <a:lnTo>
                    <a:pt x="6906" y="3105"/>
                  </a:lnTo>
                  <a:lnTo>
                    <a:pt x="2445" y="3105"/>
                  </a:lnTo>
                  <a:lnTo>
                    <a:pt x="1945" y="625"/>
                  </a:lnTo>
                  <a:lnTo>
                    <a:pt x="4229" y="625"/>
                  </a:lnTo>
                  <a:lnTo>
                    <a:pt x="3605" y="2392"/>
                  </a:lnTo>
                  <a:lnTo>
                    <a:pt x="4194" y="2588"/>
                  </a:lnTo>
                  <a:lnTo>
                    <a:pt x="4675" y="1232"/>
                  </a:lnTo>
                  <a:lnTo>
                    <a:pt x="5157" y="2588"/>
                  </a:lnTo>
                  <a:lnTo>
                    <a:pt x="5746" y="2392"/>
                  </a:lnTo>
                  <a:lnTo>
                    <a:pt x="5121" y="625"/>
                  </a:lnTo>
                  <a:close/>
                  <a:moveTo>
                    <a:pt x="8030" y="661"/>
                  </a:moveTo>
                  <a:cubicBezTo>
                    <a:pt x="8422" y="768"/>
                    <a:pt x="8726" y="1125"/>
                    <a:pt x="8726" y="1553"/>
                  </a:cubicBezTo>
                  <a:lnTo>
                    <a:pt x="8726" y="3105"/>
                  </a:lnTo>
                  <a:lnTo>
                    <a:pt x="7548" y="3105"/>
                  </a:lnTo>
                  <a:lnTo>
                    <a:pt x="8030" y="661"/>
                  </a:lnTo>
                  <a:close/>
                  <a:moveTo>
                    <a:pt x="1571" y="1"/>
                  </a:moveTo>
                  <a:cubicBezTo>
                    <a:pt x="696" y="1"/>
                    <a:pt x="1" y="697"/>
                    <a:pt x="1" y="1553"/>
                  </a:cubicBezTo>
                  <a:lnTo>
                    <a:pt x="1" y="3730"/>
                  </a:lnTo>
                  <a:lnTo>
                    <a:pt x="9332" y="3730"/>
                  </a:lnTo>
                  <a:lnTo>
                    <a:pt x="9332" y="1553"/>
                  </a:lnTo>
                  <a:cubicBezTo>
                    <a:pt x="9332" y="697"/>
                    <a:pt x="8636" y="1"/>
                    <a:pt x="7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18"/>
            <p:cNvSpPr/>
            <p:nvPr/>
          </p:nvSpPr>
          <p:spPr>
            <a:xfrm>
              <a:off x="5575854" y="1768803"/>
              <a:ext cx="220084" cy="221272"/>
            </a:xfrm>
            <a:custGeom>
              <a:rect b="b" l="l" r="r" t="t"/>
              <a:pathLst>
                <a:path extrusionOk="0" h="6890" w="6853">
                  <a:moveTo>
                    <a:pt x="4069" y="625"/>
                  </a:moveTo>
                  <a:lnTo>
                    <a:pt x="4318" y="3123"/>
                  </a:lnTo>
                  <a:lnTo>
                    <a:pt x="2516" y="3123"/>
                  </a:lnTo>
                  <a:lnTo>
                    <a:pt x="2766" y="625"/>
                  </a:lnTo>
                  <a:close/>
                  <a:moveTo>
                    <a:pt x="4354" y="3730"/>
                  </a:moveTo>
                  <a:lnTo>
                    <a:pt x="4354" y="5335"/>
                  </a:lnTo>
                  <a:cubicBezTo>
                    <a:pt x="4354" y="5850"/>
                    <a:pt x="3942" y="6265"/>
                    <a:pt x="3435" y="6265"/>
                  </a:cubicBezTo>
                  <a:cubicBezTo>
                    <a:pt x="3414" y="6265"/>
                    <a:pt x="3394" y="6265"/>
                    <a:pt x="3373" y="6263"/>
                  </a:cubicBezTo>
                  <a:cubicBezTo>
                    <a:pt x="2891" y="6245"/>
                    <a:pt x="2499" y="5799"/>
                    <a:pt x="2499" y="5318"/>
                  </a:cubicBezTo>
                  <a:lnTo>
                    <a:pt x="2499" y="3730"/>
                  </a:lnTo>
                  <a:close/>
                  <a:moveTo>
                    <a:pt x="2213" y="1"/>
                  </a:moveTo>
                  <a:lnTo>
                    <a:pt x="1892" y="3123"/>
                  </a:lnTo>
                  <a:lnTo>
                    <a:pt x="1" y="3123"/>
                  </a:lnTo>
                  <a:lnTo>
                    <a:pt x="1" y="3730"/>
                  </a:lnTo>
                  <a:lnTo>
                    <a:pt x="1874" y="3730"/>
                  </a:lnTo>
                  <a:lnTo>
                    <a:pt x="1874" y="5318"/>
                  </a:lnTo>
                  <a:cubicBezTo>
                    <a:pt x="1874" y="6156"/>
                    <a:pt x="2534" y="6852"/>
                    <a:pt x="3373" y="6888"/>
                  </a:cubicBezTo>
                  <a:cubicBezTo>
                    <a:pt x="3394" y="6889"/>
                    <a:pt x="3415" y="6889"/>
                    <a:pt x="3436" y="6889"/>
                  </a:cubicBezTo>
                  <a:cubicBezTo>
                    <a:pt x="4282" y="6889"/>
                    <a:pt x="4979" y="6189"/>
                    <a:pt x="4979" y="5335"/>
                  </a:cubicBezTo>
                  <a:lnTo>
                    <a:pt x="4979" y="3730"/>
                  </a:lnTo>
                  <a:lnTo>
                    <a:pt x="6852" y="3730"/>
                  </a:lnTo>
                  <a:lnTo>
                    <a:pt x="6852" y="3123"/>
                  </a:lnTo>
                  <a:lnTo>
                    <a:pt x="4943" y="3123"/>
                  </a:lnTo>
                  <a:lnTo>
                    <a:pt x="46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118"/>
          <p:cNvGrpSpPr/>
          <p:nvPr/>
        </p:nvGrpSpPr>
        <p:grpSpPr>
          <a:xfrm>
            <a:off x="3364381" y="1825406"/>
            <a:ext cx="286361" cy="325758"/>
            <a:chOff x="3307860" y="1768803"/>
            <a:chExt cx="299729" cy="340965"/>
          </a:xfrm>
        </p:grpSpPr>
        <p:sp>
          <p:nvSpPr>
            <p:cNvPr id="1726" name="Google Shape;1726;p118"/>
            <p:cNvSpPr/>
            <p:nvPr/>
          </p:nvSpPr>
          <p:spPr>
            <a:xfrm>
              <a:off x="3408123" y="1768803"/>
              <a:ext cx="99749" cy="221208"/>
            </a:xfrm>
            <a:custGeom>
              <a:rect b="b" l="l" r="r" t="t"/>
              <a:pathLst>
                <a:path extrusionOk="0" h="6888" w="3106">
                  <a:moveTo>
                    <a:pt x="1553" y="625"/>
                  </a:moveTo>
                  <a:cubicBezTo>
                    <a:pt x="1714" y="625"/>
                    <a:pt x="1856" y="768"/>
                    <a:pt x="1856" y="946"/>
                  </a:cubicBezTo>
                  <a:lnTo>
                    <a:pt x="1856" y="1285"/>
                  </a:lnTo>
                  <a:cubicBezTo>
                    <a:pt x="1767" y="1267"/>
                    <a:pt x="1660" y="1249"/>
                    <a:pt x="1553" y="1249"/>
                  </a:cubicBezTo>
                  <a:cubicBezTo>
                    <a:pt x="1446" y="1249"/>
                    <a:pt x="1339" y="1267"/>
                    <a:pt x="1232" y="1285"/>
                  </a:cubicBezTo>
                  <a:lnTo>
                    <a:pt x="1232" y="946"/>
                  </a:lnTo>
                  <a:cubicBezTo>
                    <a:pt x="1232" y="768"/>
                    <a:pt x="1375" y="625"/>
                    <a:pt x="1553" y="625"/>
                  </a:cubicBezTo>
                  <a:close/>
                  <a:moveTo>
                    <a:pt x="1544" y="1872"/>
                  </a:moveTo>
                  <a:cubicBezTo>
                    <a:pt x="1565" y="1872"/>
                    <a:pt x="1586" y="1873"/>
                    <a:pt x="1607" y="1874"/>
                  </a:cubicBezTo>
                  <a:cubicBezTo>
                    <a:pt x="2088" y="1892"/>
                    <a:pt x="2481" y="2338"/>
                    <a:pt x="2481" y="2820"/>
                  </a:cubicBezTo>
                  <a:lnTo>
                    <a:pt x="2481" y="3123"/>
                  </a:lnTo>
                  <a:lnTo>
                    <a:pt x="625" y="3123"/>
                  </a:lnTo>
                  <a:lnTo>
                    <a:pt x="625" y="2802"/>
                  </a:lnTo>
                  <a:cubicBezTo>
                    <a:pt x="625" y="2287"/>
                    <a:pt x="1037" y="1872"/>
                    <a:pt x="1544" y="1872"/>
                  </a:cubicBezTo>
                  <a:close/>
                  <a:moveTo>
                    <a:pt x="2481" y="3730"/>
                  </a:moveTo>
                  <a:lnTo>
                    <a:pt x="2481" y="5264"/>
                  </a:lnTo>
                  <a:cubicBezTo>
                    <a:pt x="2481" y="5764"/>
                    <a:pt x="2160" y="6174"/>
                    <a:pt x="1714" y="6245"/>
                  </a:cubicBezTo>
                  <a:cubicBezTo>
                    <a:pt x="1654" y="6256"/>
                    <a:pt x="1596" y="6261"/>
                    <a:pt x="1540" y="6261"/>
                  </a:cubicBezTo>
                  <a:cubicBezTo>
                    <a:pt x="1017" y="6261"/>
                    <a:pt x="625" y="5834"/>
                    <a:pt x="625" y="5335"/>
                  </a:cubicBezTo>
                  <a:lnTo>
                    <a:pt x="625" y="3730"/>
                  </a:lnTo>
                  <a:close/>
                  <a:moveTo>
                    <a:pt x="1553" y="1"/>
                  </a:moveTo>
                  <a:cubicBezTo>
                    <a:pt x="1036" y="1"/>
                    <a:pt x="625" y="429"/>
                    <a:pt x="625" y="946"/>
                  </a:cubicBezTo>
                  <a:lnTo>
                    <a:pt x="625" y="1553"/>
                  </a:lnTo>
                  <a:cubicBezTo>
                    <a:pt x="233" y="1838"/>
                    <a:pt x="1" y="2302"/>
                    <a:pt x="1" y="2802"/>
                  </a:cubicBezTo>
                  <a:lnTo>
                    <a:pt x="1" y="5335"/>
                  </a:lnTo>
                  <a:cubicBezTo>
                    <a:pt x="1" y="6138"/>
                    <a:pt x="625" y="6888"/>
                    <a:pt x="1553" y="6888"/>
                  </a:cubicBezTo>
                  <a:cubicBezTo>
                    <a:pt x="2463" y="6888"/>
                    <a:pt x="3105" y="6121"/>
                    <a:pt x="3105" y="5264"/>
                  </a:cubicBezTo>
                  <a:lnTo>
                    <a:pt x="3105" y="2802"/>
                  </a:lnTo>
                  <a:cubicBezTo>
                    <a:pt x="3105" y="2302"/>
                    <a:pt x="2856" y="1838"/>
                    <a:pt x="2481" y="1553"/>
                  </a:cubicBezTo>
                  <a:lnTo>
                    <a:pt x="2481" y="946"/>
                  </a:lnTo>
                  <a:cubicBezTo>
                    <a:pt x="2481" y="429"/>
                    <a:pt x="2071"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18"/>
            <p:cNvSpPr/>
            <p:nvPr/>
          </p:nvSpPr>
          <p:spPr>
            <a:xfrm>
              <a:off x="3307860" y="1989979"/>
              <a:ext cx="299729" cy="119789"/>
            </a:xfrm>
            <a:custGeom>
              <a:rect b="b" l="l" r="r" t="t"/>
              <a:pathLst>
                <a:path extrusionOk="0" h="3730" w="9333">
                  <a:moveTo>
                    <a:pt x="1874" y="625"/>
                  </a:moveTo>
                  <a:lnTo>
                    <a:pt x="1874" y="929"/>
                  </a:lnTo>
                  <a:cubicBezTo>
                    <a:pt x="1874" y="1446"/>
                    <a:pt x="1463" y="1874"/>
                    <a:pt x="946" y="1874"/>
                  </a:cubicBezTo>
                  <a:lnTo>
                    <a:pt x="625" y="1874"/>
                  </a:lnTo>
                  <a:lnTo>
                    <a:pt x="625" y="1553"/>
                  </a:lnTo>
                  <a:cubicBezTo>
                    <a:pt x="625" y="1036"/>
                    <a:pt x="1053" y="625"/>
                    <a:pt x="1570" y="625"/>
                  </a:cubicBezTo>
                  <a:close/>
                  <a:moveTo>
                    <a:pt x="7780" y="625"/>
                  </a:moveTo>
                  <a:cubicBezTo>
                    <a:pt x="8297" y="625"/>
                    <a:pt x="8725" y="1036"/>
                    <a:pt x="8725" y="1553"/>
                  </a:cubicBezTo>
                  <a:lnTo>
                    <a:pt x="8725" y="1874"/>
                  </a:lnTo>
                  <a:lnTo>
                    <a:pt x="8404" y="1874"/>
                  </a:lnTo>
                  <a:cubicBezTo>
                    <a:pt x="7887" y="1874"/>
                    <a:pt x="7476" y="1446"/>
                    <a:pt x="7476" y="929"/>
                  </a:cubicBezTo>
                  <a:lnTo>
                    <a:pt x="7476" y="625"/>
                  </a:lnTo>
                  <a:close/>
                  <a:moveTo>
                    <a:pt x="4675" y="2499"/>
                  </a:moveTo>
                  <a:cubicBezTo>
                    <a:pt x="5085" y="2499"/>
                    <a:pt x="5425" y="2749"/>
                    <a:pt x="5549" y="3105"/>
                  </a:cubicBezTo>
                  <a:lnTo>
                    <a:pt x="3801" y="3105"/>
                  </a:lnTo>
                  <a:cubicBezTo>
                    <a:pt x="3926" y="2749"/>
                    <a:pt x="4265" y="2499"/>
                    <a:pt x="4675" y="2499"/>
                  </a:cubicBezTo>
                  <a:close/>
                  <a:moveTo>
                    <a:pt x="6852" y="625"/>
                  </a:moveTo>
                  <a:lnTo>
                    <a:pt x="6852" y="1553"/>
                  </a:lnTo>
                  <a:cubicBezTo>
                    <a:pt x="6852" y="2071"/>
                    <a:pt x="7262" y="2499"/>
                    <a:pt x="7780" y="2499"/>
                  </a:cubicBezTo>
                  <a:lnTo>
                    <a:pt x="8725" y="2499"/>
                  </a:lnTo>
                  <a:lnTo>
                    <a:pt x="8725" y="3105"/>
                  </a:lnTo>
                  <a:lnTo>
                    <a:pt x="6192" y="3105"/>
                  </a:lnTo>
                  <a:cubicBezTo>
                    <a:pt x="6049" y="2410"/>
                    <a:pt x="5425" y="1874"/>
                    <a:pt x="4675" y="1874"/>
                  </a:cubicBezTo>
                  <a:cubicBezTo>
                    <a:pt x="3926" y="1874"/>
                    <a:pt x="3301" y="2410"/>
                    <a:pt x="3141" y="3105"/>
                  </a:cubicBezTo>
                  <a:lnTo>
                    <a:pt x="625" y="3105"/>
                  </a:lnTo>
                  <a:lnTo>
                    <a:pt x="625" y="2499"/>
                  </a:lnTo>
                  <a:lnTo>
                    <a:pt x="1570" y="2499"/>
                  </a:lnTo>
                  <a:cubicBezTo>
                    <a:pt x="2070" y="2499"/>
                    <a:pt x="2498" y="2071"/>
                    <a:pt x="2498" y="1553"/>
                  </a:cubicBezTo>
                  <a:lnTo>
                    <a:pt x="2498" y="625"/>
                  </a:lnTo>
                  <a:close/>
                  <a:moveTo>
                    <a:pt x="1570" y="1"/>
                  </a:moveTo>
                  <a:cubicBezTo>
                    <a:pt x="696" y="1"/>
                    <a:pt x="0" y="697"/>
                    <a:pt x="0" y="1553"/>
                  </a:cubicBezTo>
                  <a:lnTo>
                    <a:pt x="0" y="3730"/>
                  </a:lnTo>
                  <a:lnTo>
                    <a:pt x="9332" y="3730"/>
                  </a:lnTo>
                  <a:lnTo>
                    <a:pt x="9332" y="1553"/>
                  </a:lnTo>
                  <a:cubicBezTo>
                    <a:pt x="9332" y="697"/>
                    <a:pt x="8636" y="1"/>
                    <a:pt x="7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 name="Google Shape;1728;p118"/>
          <p:cNvSpPr/>
          <p:nvPr/>
        </p:nvSpPr>
        <p:spPr>
          <a:xfrm>
            <a:off x="2673387" y="1825350"/>
            <a:ext cx="248590" cy="325756"/>
          </a:xfrm>
          <a:custGeom>
            <a:rect b="b" l="l" r="r" t="t"/>
            <a:pathLst>
              <a:path extrusionOk="0" h="10617" w="8102">
                <a:moveTo>
                  <a:pt x="4997" y="5639"/>
                </a:moveTo>
                <a:lnTo>
                  <a:pt x="4997" y="7512"/>
                </a:lnTo>
                <a:lnTo>
                  <a:pt x="3141" y="7512"/>
                </a:lnTo>
                <a:lnTo>
                  <a:pt x="3141" y="5639"/>
                </a:lnTo>
                <a:lnTo>
                  <a:pt x="3748" y="5639"/>
                </a:lnTo>
                <a:lnTo>
                  <a:pt x="3748" y="6263"/>
                </a:lnTo>
                <a:lnTo>
                  <a:pt x="4372" y="6263"/>
                </a:lnTo>
                <a:lnTo>
                  <a:pt x="4372" y="5639"/>
                </a:lnTo>
                <a:close/>
                <a:moveTo>
                  <a:pt x="4372" y="3176"/>
                </a:moveTo>
                <a:cubicBezTo>
                  <a:pt x="6139" y="3337"/>
                  <a:pt x="7513" y="4818"/>
                  <a:pt x="7495" y="6620"/>
                </a:cubicBezTo>
                <a:cubicBezTo>
                  <a:pt x="7459" y="8458"/>
                  <a:pt x="5996" y="9939"/>
                  <a:pt x="4158" y="9992"/>
                </a:cubicBezTo>
                <a:cubicBezTo>
                  <a:pt x="4126" y="9993"/>
                  <a:pt x="4094" y="9994"/>
                  <a:pt x="4062" y="9994"/>
                </a:cubicBezTo>
                <a:cubicBezTo>
                  <a:pt x="2178" y="9994"/>
                  <a:pt x="643" y="8462"/>
                  <a:pt x="643" y="6584"/>
                </a:cubicBezTo>
                <a:cubicBezTo>
                  <a:pt x="643" y="4800"/>
                  <a:pt x="2017" y="3337"/>
                  <a:pt x="3748" y="3176"/>
                </a:cubicBezTo>
                <a:lnTo>
                  <a:pt x="3748" y="5032"/>
                </a:lnTo>
                <a:lnTo>
                  <a:pt x="2517" y="5032"/>
                </a:lnTo>
                <a:lnTo>
                  <a:pt x="2517" y="8137"/>
                </a:lnTo>
                <a:lnTo>
                  <a:pt x="5621" y="8137"/>
                </a:lnTo>
                <a:lnTo>
                  <a:pt x="5621" y="5032"/>
                </a:lnTo>
                <a:lnTo>
                  <a:pt x="4372" y="5032"/>
                </a:lnTo>
                <a:lnTo>
                  <a:pt x="4372" y="3176"/>
                </a:lnTo>
                <a:close/>
                <a:moveTo>
                  <a:pt x="3748" y="1"/>
                </a:moveTo>
                <a:lnTo>
                  <a:pt x="3748" y="2552"/>
                </a:lnTo>
                <a:cubicBezTo>
                  <a:pt x="1660" y="2713"/>
                  <a:pt x="1" y="4479"/>
                  <a:pt x="19" y="6602"/>
                </a:cubicBezTo>
                <a:cubicBezTo>
                  <a:pt x="37" y="8815"/>
                  <a:pt x="1839" y="10617"/>
                  <a:pt x="4051" y="10617"/>
                </a:cubicBezTo>
                <a:cubicBezTo>
                  <a:pt x="4062" y="10617"/>
                  <a:pt x="4073" y="10617"/>
                  <a:pt x="4084" y="10617"/>
                </a:cubicBezTo>
                <a:cubicBezTo>
                  <a:pt x="6299" y="10617"/>
                  <a:pt x="8101" y="8804"/>
                  <a:pt x="8101" y="6584"/>
                </a:cubicBezTo>
                <a:cubicBezTo>
                  <a:pt x="8101" y="4461"/>
                  <a:pt x="6460" y="2713"/>
                  <a:pt x="4372" y="2552"/>
                </a:cubicBezTo>
                <a:lnTo>
                  <a:pt x="43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9" name="Google Shape;1729;p118"/>
          <p:cNvGrpSpPr/>
          <p:nvPr/>
        </p:nvGrpSpPr>
        <p:grpSpPr>
          <a:xfrm>
            <a:off x="1925639" y="1825406"/>
            <a:ext cx="325789" cy="325758"/>
            <a:chOff x="1801956" y="1768803"/>
            <a:chExt cx="340997" cy="340965"/>
          </a:xfrm>
        </p:grpSpPr>
        <p:sp>
          <p:nvSpPr>
            <p:cNvPr id="1730" name="Google Shape;1730;p118"/>
            <p:cNvSpPr/>
            <p:nvPr/>
          </p:nvSpPr>
          <p:spPr>
            <a:xfrm>
              <a:off x="1832915" y="1989401"/>
              <a:ext cx="119789" cy="92299"/>
            </a:xfrm>
            <a:custGeom>
              <a:rect b="b" l="l" r="r" t="t"/>
              <a:pathLst>
                <a:path extrusionOk="0" h="2874" w="3730">
                  <a:moveTo>
                    <a:pt x="2489" y="621"/>
                  </a:moveTo>
                  <a:cubicBezTo>
                    <a:pt x="2570" y="621"/>
                    <a:pt x="2650" y="652"/>
                    <a:pt x="2712" y="715"/>
                  </a:cubicBezTo>
                  <a:cubicBezTo>
                    <a:pt x="2820" y="840"/>
                    <a:pt x="2820" y="1036"/>
                    <a:pt x="2712" y="1161"/>
                  </a:cubicBezTo>
                  <a:lnTo>
                    <a:pt x="1856" y="1999"/>
                  </a:lnTo>
                  <a:lnTo>
                    <a:pt x="1017" y="1161"/>
                  </a:lnTo>
                  <a:cubicBezTo>
                    <a:pt x="892" y="1036"/>
                    <a:pt x="892" y="840"/>
                    <a:pt x="1017" y="715"/>
                  </a:cubicBezTo>
                  <a:cubicBezTo>
                    <a:pt x="1080" y="652"/>
                    <a:pt x="1160" y="621"/>
                    <a:pt x="1240" y="621"/>
                  </a:cubicBezTo>
                  <a:cubicBezTo>
                    <a:pt x="1321" y="621"/>
                    <a:pt x="1401" y="652"/>
                    <a:pt x="1463" y="715"/>
                  </a:cubicBezTo>
                  <a:lnTo>
                    <a:pt x="1856" y="1107"/>
                  </a:lnTo>
                  <a:lnTo>
                    <a:pt x="2266" y="715"/>
                  </a:lnTo>
                  <a:cubicBezTo>
                    <a:pt x="2329" y="652"/>
                    <a:pt x="2409" y="621"/>
                    <a:pt x="2489" y="621"/>
                  </a:cubicBezTo>
                  <a:close/>
                  <a:moveTo>
                    <a:pt x="1249" y="1"/>
                  </a:moveTo>
                  <a:cubicBezTo>
                    <a:pt x="411" y="1"/>
                    <a:pt x="0" y="1000"/>
                    <a:pt x="589" y="1589"/>
                  </a:cubicBezTo>
                  <a:lnTo>
                    <a:pt x="1856" y="2874"/>
                  </a:lnTo>
                  <a:lnTo>
                    <a:pt x="3141" y="1589"/>
                  </a:lnTo>
                  <a:cubicBezTo>
                    <a:pt x="3729" y="1000"/>
                    <a:pt x="3319" y="1"/>
                    <a:pt x="2480" y="1"/>
                  </a:cubicBezTo>
                  <a:cubicBezTo>
                    <a:pt x="2249" y="1"/>
                    <a:pt x="2034" y="90"/>
                    <a:pt x="1856" y="233"/>
                  </a:cubicBezTo>
                  <a:cubicBezTo>
                    <a:pt x="1695" y="90"/>
                    <a:pt x="1481"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18"/>
            <p:cNvSpPr/>
            <p:nvPr/>
          </p:nvSpPr>
          <p:spPr>
            <a:xfrm>
              <a:off x="1801956" y="1768803"/>
              <a:ext cx="340997" cy="340965"/>
            </a:xfrm>
            <a:custGeom>
              <a:rect b="b" l="l" r="r" t="t"/>
              <a:pathLst>
                <a:path extrusionOk="0" h="10617" w="10618">
                  <a:moveTo>
                    <a:pt x="3444" y="3141"/>
                  </a:moveTo>
                  <a:cubicBezTo>
                    <a:pt x="3962" y="3141"/>
                    <a:pt x="4390" y="3551"/>
                    <a:pt x="4390" y="4069"/>
                  </a:cubicBezTo>
                  <a:lnTo>
                    <a:pt x="4390" y="4372"/>
                  </a:lnTo>
                  <a:lnTo>
                    <a:pt x="4069" y="4372"/>
                  </a:lnTo>
                  <a:cubicBezTo>
                    <a:pt x="3552" y="4372"/>
                    <a:pt x="3141" y="3962"/>
                    <a:pt x="3141" y="3444"/>
                  </a:cubicBezTo>
                  <a:lnTo>
                    <a:pt x="3141" y="3141"/>
                  </a:lnTo>
                  <a:close/>
                  <a:moveTo>
                    <a:pt x="5621" y="1267"/>
                  </a:moveTo>
                  <a:lnTo>
                    <a:pt x="5621" y="4372"/>
                  </a:lnTo>
                  <a:lnTo>
                    <a:pt x="4997" y="4372"/>
                  </a:lnTo>
                  <a:lnTo>
                    <a:pt x="4997" y="3551"/>
                  </a:lnTo>
                  <a:cubicBezTo>
                    <a:pt x="4997" y="2980"/>
                    <a:pt x="4533" y="2516"/>
                    <a:pt x="3962" y="2516"/>
                  </a:cubicBezTo>
                  <a:lnTo>
                    <a:pt x="3141" y="2516"/>
                  </a:lnTo>
                  <a:lnTo>
                    <a:pt x="3141" y="1892"/>
                  </a:lnTo>
                  <a:cubicBezTo>
                    <a:pt x="3141" y="1553"/>
                    <a:pt x="3409" y="1267"/>
                    <a:pt x="3766" y="1267"/>
                  </a:cubicBezTo>
                  <a:close/>
                  <a:moveTo>
                    <a:pt x="9993" y="625"/>
                  </a:moveTo>
                  <a:lnTo>
                    <a:pt x="9993" y="4996"/>
                  </a:lnTo>
                  <a:lnTo>
                    <a:pt x="6246" y="4996"/>
                  </a:lnTo>
                  <a:lnTo>
                    <a:pt x="6246" y="625"/>
                  </a:lnTo>
                  <a:close/>
                  <a:moveTo>
                    <a:pt x="2517" y="3141"/>
                  </a:moveTo>
                  <a:lnTo>
                    <a:pt x="2517" y="3444"/>
                  </a:lnTo>
                  <a:cubicBezTo>
                    <a:pt x="2517" y="4301"/>
                    <a:pt x="3213" y="4996"/>
                    <a:pt x="4069" y="4996"/>
                  </a:cubicBezTo>
                  <a:lnTo>
                    <a:pt x="4390" y="4996"/>
                  </a:lnTo>
                  <a:lnTo>
                    <a:pt x="4390" y="5621"/>
                  </a:lnTo>
                  <a:lnTo>
                    <a:pt x="1268" y="5621"/>
                  </a:lnTo>
                  <a:lnTo>
                    <a:pt x="1268" y="4069"/>
                  </a:lnTo>
                  <a:cubicBezTo>
                    <a:pt x="1268" y="3551"/>
                    <a:pt x="1696" y="3141"/>
                    <a:pt x="2213" y="3141"/>
                  </a:cubicBezTo>
                  <a:close/>
                  <a:moveTo>
                    <a:pt x="4997" y="6245"/>
                  </a:moveTo>
                  <a:lnTo>
                    <a:pt x="4997" y="9992"/>
                  </a:lnTo>
                  <a:lnTo>
                    <a:pt x="625" y="9992"/>
                  </a:lnTo>
                  <a:lnTo>
                    <a:pt x="625" y="6245"/>
                  </a:lnTo>
                  <a:close/>
                  <a:moveTo>
                    <a:pt x="5621" y="1"/>
                  </a:moveTo>
                  <a:lnTo>
                    <a:pt x="5621" y="643"/>
                  </a:lnTo>
                  <a:lnTo>
                    <a:pt x="4069" y="643"/>
                  </a:lnTo>
                  <a:cubicBezTo>
                    <a:pt x="3213" y="643"/>
                    <a:pt x="2517" y="1339"/>
                    <a:pt x="2517" y="2195"/>
                  </a:cubicBezTo>
                  <a:lnTo>
                    <a:pt x="2517" y="2516"/>
                  </a:lnTo>
                  <a:lnTo>
                    <a:pt x="2213" y="2516"/>
                  </a:lnTo>
                  <a:cubicBezTo>
                    <a:pt x="1339" y="2516"/>
                    <a:pt x="643" y="3212"/>
                    <a:pt x="643" y="4069"/>
                  </a:cubicBezTo>
                  <a:lnTo>
                    <a:pt x="643" y="5621"/>
                  </a:lnTo>
                  <a:lnTo>
                    <a:pt x="1" y="5621"/>
                  </a:lnTo>
                  <a:lnTo>
                    <a:pt x="1" y="10617"/>
                  </a:lnTo>
                  <a:lnTo>
                    <a:pt x="5621" y="10617"/>
                  </a:lnTo>
                  <a:lnTo>
                    <a:pt x="5621" y="5621"/>
                  </a:lnTo>
                  <a:lnTo>
                    <a:pt x="4997" y="5621"/>
                  </a:lnTo>
                  <a:lnTo>
                    <a:pt x="4997" y="4996"/>
                  </a:lnTo>
                  <a:lnTo>
                    <a:pt x="5621" y="4996"/>
                  </a:lnTo>
                  <a:lnTo>
                    <a:pt x="5621" y="5621"/>
                  </a:lnTo>
                  <a:lnTo>
                    <a:pt x="10617" y="5621"/>
                  </a:lnTo>
                  <a:lnTo>
                    <a:pt x="106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18"/>
            <p:cNvSpPr/>
            <p:nvPr/>
          </p:nvSpPr>
          <p:spPr>
            <a:xfrm>
              <a:off x="2022586" y="1809557"/>
              <a:ext cx="92266" cy="99653"/>
            </a:xfrm>
            <a:custGeom>
              <a:rect b="b" l="l" r="r" t="t"/>
              <a:pathLst>
                <a:path extrusionOk="0" h="3103" w="2873">
                  <a:moveTo>
                    <a:pt x="937" y="618"/>
                  </a:moveTo>
                  <a:cubicBezTo>
                    <a:pt x="1017" y="618"/>
                    <a:pt x="1098" y="650"/>
                    <a:pt x="1160" y="712"/>
                  </a:cubicBezTo>
                  <a:lnTo>
                    <a:pt x="1999" y="1551"/>
                  </a:lnTo>
                  <a:lnTo>
                    <a:pt x="1160" y="2407"/>
                  </a:lnTo>
                  <a:cubicBezTo>
                    <a:pt x="1098" y="2461"/>
                    <a:pt x="1017" y="2487"/>
                    <a:pt x="937" y="2487"/>
                  </a:cubicBezTo>
                  <a:cubicBezTo>
                    <a:pt x="857" y="2487"/>
                    <a:pt x="776" y="2461"/>
                    <a:pt x="714" y="2407"/>
                  </a:cubicBezTo>
                  <a:cubicBezTo>
                    <a:pt x="589" y="2282"/>
                    <a:pt x="589" y="2086"/>
                    <a:pt x="714" y="1961"/>
                  </a:cubicBezTo>
                  <a:lnTo>
                    <a:pt x="1124" y="1551"/>
                  </a:lnTo>
                  <a:lnTo>
                    <a:pt x="714" y="1158"/>
                  </a:lnTo>
                  <a:cubicBezTo>
                    <a:pt x="589" y="1033"/>
                    <a:pt x="589" y="837"/>
                    <a:pt x="714" y="712"/>
                  </a:cubicBezTo>
                  <a:cubicBezTo>
                    <a:pt x="776" y="650"/>
                    <a:pt x="857" y="618"/>
                    <a:pt x="937" y="618"/>
                  </a:cubicBezTo>
                  <a:close/>
                  <a:moveTo>
                    <a:pt x="949" y="1"/>
                  </a:moveTo>
                  <a:cubicBezTo>
                    <a:pt x="469" y="1"/>
                    <a:pt x="0" y="369"/>
                    <a:pt x="0" y="926"/>
                  </a:cubicBezTo>
                  <a:cubicBezTo>
                    <a:pt x="0" y="1158"/>
                    <a:pt x="89" y="1390"/>
                    <a:pt x="232" y="1551"/>
                  </a:cubicBezTo>
                  <a:cubicBezTo>
                    <a:pt x="89" y="1729"/>
                    <a:pt x="0" y="1943"/>
                    <a:pt x="0" y="2175"/>
                  </a:cubicBezTo>
                  <a:cubicBezTo>
                    <a:pt x="0" y="2693"/>
                    <a:pt x="429" y="3103"/>
                    <a:pt x="928" y="3103"/>
                  </a:cubicBezTo>
                  <a:cubicBezTo>
                    <a:pt x="1178" y="3103"/>
                    <a:pt x="1410" y="3014"/>
                    <a:pt x="1588" y="2835"/>
                  </a:cubicBezTo>
                  <a:lnTo>
                    <a:pt x="2873" y="1551"/>
                  </a:lnTo>
                  <a:lnTo>
                    <a:pt x="1588" y="266"/>
                  </a:lnTo>
                  <a:cubicBezTo>
                    <a:pt x="1405" y="83"/>
                    <a:pt x="1176" y="1"/>
                    <a:pt x="9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6" name="Shape 1736"/>
        <p:cNvGrpSpPr/>
        <p:nvPr/>
      </p:nvGrpSpPr>
      <p:grpSpPr>
        <a:xfrm>
          <a:off x="0" y="0"/>
          <a:ext cx="0" cy="0"/>
          <a:chOff x="0" y="0"/>
          <a:chExt cx="0" cy="0"/>
        </a:xfrm>
      </p:grpSpPr>
      <p:sp>
        <p:nvSpPr>
          <p:cNvPr id="1737" name="Google Shape;1737;p11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ALTERNATIVE MEDICINE</a:t>
            </a:r>
            <a:endParaRPr/>
          </a:p>
        </p:txBody>
      </p:sp>
      <p:grpSp>
        <p:nvGrpSpPr>
          <p:cNvPr id="1738" name="Google Shape;1738;p119"/>
          <p:cNvGrpSpPr/>
          <p:nvPr/>
        </p:nvGrpSpPr>
        <p:grpSpPr>
          <a:xfrm>
            <a:off x="1294196" y="1766030"/>
            <a:ext cx="6556603" cy="2482874"/>
            <a:chOff x="945400" y="2266000"/>
            <a:chExt cx="5334475" cy="2020075"/>
          </a:xfrm>
        </p:grpSpPr>
        <p:sp>
          <p:nvSpPr>
            <p:cNvPr id="1739" name="Google Shape;1739;p119"/>
            <p:cNvSpPr/>
            <p:nvPr/>
          </p:nvSpPr>
          <p:spPr>
            <a:xfrm>
              <a:off x="945400" y="2271950"/>
              <a:ext cx="245325" cy="245900"/>
            </a:xfrm>
            <a:custGeom>
              <a:rect b="b" l="l" r="r" t="t"/>
              <a:pathLst>
                <a:path extrusionOk="0" h="9836" w="9813">
                  <a:moveTo>
                    <a:pt x="6740" y="596"/>
                  </a:moveTo>
                  <a:lnTo>
                    <a:pt x="6311" y="1453"/>
                  </a:lnTo>
                  <a:cubicBezTo>
                    <a:pt x="5883" y="1287"/>
                    <a:pt x="5406" y="1191"/>
                    <a:pt x="4906" y="1191"/>
                  </a:cubicBezTo>
                  <a:lnTo>
                    <a:pt x="4859" y="1191"/>
                  </a:lnTo>
                  <a:cubicBezTo>
                    <a:pt x="4382" y="1191"/>
                    <a:pt x="3906" y="1287"/>
                    <a:pt x="3501" y="1453"/>
                  </a:cubicBezTo>
                  <a:lnTo>
                    <a:pt x="3073" y="596"/>
                  </a:lnTo>
                  <a:close/>
                  <a:moveTo>
                    <a:pt x="2525" y="786"/>
                  </a:moveTo>
                  <a:lnTo>
                    <a:pt x="2977" y="1715"/>
                  </a:lnTo>
                  <a:cubicBezTo>
                    <a:pt x="2454" y="2025"/>
                    <a:pt x="2025" y="2477"/>
                    <a:pt x="1691" y="3001"/>
                  </a:cubicBezTo>
                  <a:lnTo>
                    <a:pt x="763" y="2549"/>
                  </a:lnTo>
                  <a:lnTo>
                    <a:pt x="2525" y="786"/>
                  </a:lnTo>
                  <a:close/>
                  <a:moveTo>
                    <a:pt x="7288" y="786"/>
                  </a:moveTo>
                  <a:lnTo>
                    <a:pt x="9050" y="2549"/>
                  </a:lnTo>
                  <a:lnTo>
                    <a:pt x="8121" y="3001"/>
                  </a:lnTo>
                  <a:cubicBezTo>
                    <a:pt x="7788" y="2477"/>
                    <a:pt x="7359" y="2025"/>
                    <a:pt x="6835" y="1715"/>
                  </a:cubicBezTo>
                  <a:lnTo>
                    <a:pt x="7288" y="786"/>
                  </a:lnTo>
                  <a:close/>
                  <a:moveTo>
                    <a:pt x="572" y="3073"/>
                  </a:moveTo>
                  <a:lnTo>
                    <a:pt x="1429" y="3525"/>
                  </a:lnTo>
                  <a:cubicBezTo>
                    <a:pt x="1263" y="3954"/>
                    <a:pt x="1168" y="4430"/>
                    <a:pt x="1168" y="4930"/>
                  </a:cubicBezTo>
                  <a:cubicBezTo>
                    <a:pt x="1168" y="5430"/>
                    <a:pt x="1263" y="5907"/>
                    <a:pt x="1429" y="6335"/>
                  </a:cubicBezTo>
                  <a:lnTo>
                    <a:pt x="572" y="6764"/>
                  </a:lnTo>
                  <a:lnTo>
                    <a:pt x="572" y="3073"/>
                  </a:lnTo>
                  <a:close/>
                  <a:moveTo>
                    <a:pt x="9241" y="3096"/>
                  </a:moveTo>
                  <a:lnTo>
                    <a:pt x="9241" y="6764"/>
                  </a:lnTo>
                  <a:lnTo>
                    <a:pt x="8383" y="6335"/>
                  </a:lnTo>
                  <a:cubicBezTo>
                    <a:pt x="8550" y="5907"/>
                    <a:pt x="8645" y="5430"/>
                    <a:pt x="8645" y="4930"/>
                  </a:cubicBezTo>
                  <a:cubicBezTo>
                    <a:pt x="8645" y="4430"/>
                    <a:pt x="8550" y="3954"/>
                    <a:pt x="8383" y="3525"/>
                  </a:cubicBezTo>
                  <a:lnTo>
                    <a:pt x="9241" y="3096"/>
                  </a:lnTo>
                  <a:close/>
                  <a:moveTo>
                    <a:pt x="4906" y="1763"/>
                  </a:moveTo>
                  <a:cubicBezTo>
                    <a:pt x="6645" y="1763"/>
                    <a:pt x="8074" y="3168"/>
                    <a:pt x="8074" y="4930"/>
                  </a:cubicBezTo>
                  <a:cubicBezTo>
                    <a:pt x="8074" y="6002"/>
                    <a:pt x="7550" y="6931"/>
                    <a:pt x="6716" y="7502"/>
                  </a:cubicBezTo>
                  <a:cubicBezTo>
                    <a:pt x="6859" y="7264"/>
                    <a:pt x="6931" y="6954"/>
                    <a:pt x="6931" y="6645"/>
                  </a:cubicBezTo>
                  <a:cubicBezTo>
                    <a:pt x="6931" y="5549"/>
                    <a:pt x="6026" y="4644"/>
                    <a:pt x="4906" y="4644"/>
                  </a:cubicBezTo>
                  <a:cubicBezTo>
                    <a:pt x="4121" y="4644"/>
                    <a:pt x="3478" y="4001"/>
                    <a:pt x="3478" y="3192"/>
                  </a:cubicBezTo>
                  <a:cubicBezTo>
                    <a:pt x="3478" y="2406"/>
                    <a:pt x="4121" y="1763"/>
                    <a:pt x="4906" y="1763"/>
                  </a:cubicBezTo>
                  <a:close/>
                  <a:moveTo>
                    <a:pt x="3073" y="2334"/>
                  </a:moveTo>
                  <a:cubicBezTo>
                    <a:pt x="2954" y="2596"/>
                    <a:pt x="2882" y="2882"/>
                    <a:pt x="2882" y="3192"/>
                  </a:cubicBezTo>
                  <a:cubicBezTo>
                    <a:pt x="2882" y="4311"/>
                    <a:pt x="3787" y="5216"/>
                    <a:pt x="4906" y="5216"/>
                  </a:cubicBezTo>
                  <a:cubicBezTo>
                    <a:pt x="5692" y="5216"/>
                    <a:pt x="6335" y="5859"/>
                    <a:pt x="6335" y="6645"/>
                  </a:cubicBezTo>
                  <a:cubicBezTo>
                    <a:pt x="6335" y="7454"/>
                    <a:pt x="5692" y="8097"/>
                    <a:pt x="4906" y="8097"/>
                  </a:cubicBezTo>
                  <a:cubicBezTo>
                    <a:pt x="3168" y="8097"/>
                    <a:pt x="1739" y="6669"/>
                    <a:pt x="1739" y="4930"/>
                  </a:cubicBezTo>
                  <a:cubicBezTo>
                    <a:pt x="1739" y="3859"/>
                    <a:pt x="2263" y="2906"/>
                    <a:pt x="3073" y="2334"/>
                  </a:cubicBezTo>
                  <a:close/>
                  <a:moveTo>
                    <a:pt x="1691" y="6859"/>
                  </a:moveTo>
                  <a:cubicBezTo>
                    <a:pt x="2025" y="7383"/>
                    <a:pt x="2454" y="7812"/>
                    <a:pt x="2977" y="8121"/>
                  </a:cubicBezTo>
                  <a:lnTo>
                    <a:pt x="2525" y="9074"/>
                  </a:lnTo>
                  <a:lnTo>
                    <a:pt x="763" y="7312"/>
                  </a:lnTo>
                  <a:lnTo>
                    <a:pt x="1691" y="6859"/>
                  </a:lnTo>
                  <a:close/>
                  <a:moveTo>
                    <a:pt x="8121" y="6859"/>
                  </a:moveTo>
                  <a:lnTo>
                    <a:pt x="9050" y="7312"/>
                  </a:lnTo>
                  <a:lnTo>
                    <a:pt x="7288" y="9074"/>
                  </a:lnTo>
                  <a:lnTo>
                    <a:pt x="6835" y="8145"/>
                  </a:lnTo>
                  <a:cubicBezTo>
                    <a:pt x="7359" y="7812"/>
                    <a:pt x="7788" y="7383"/>
                    <a:pt x="8121" y="6859"/>
                  </a:cubicBezTo>
                  <a:close/>
                  <a:moveTo>
                    <a:pt x="6311" y="8383"/>
                  </a:moveTo>
                  <a:lnTo>
                    <a:pt x="6740" y="9264"/>
                  </a:lnTo>
                  <a:lnTo>
                    <a:pt x="3073" y="9264"/>
                  </a:lnTo>
                  <a:lnTo>
                    <a:pt x="3501" y="8383"/>
                  </a:lnTo>
                  <a:cubicBezTo>
                    <a:pt x="3930" y="8574"/>
                    <a:pt x="4406" y="8669"/>
                    <a:pt x="4906" y="8669"/>
                  </a:cubicBezTo>
                  <a:cubicBezTo>
                    <a:pt x="5383" y="8669"/>
                    <a:pt x="5859" y="8574"/>
                    <a:pt x="6311" y="8383"/>
                  </a:cubicBezTo>
                  <a:close/>
                  <a:moveTo>
                    <a:pt x="2477" y="1"/>
                  </a:moveTo>
                  <a:lnTo>
                    <a:pt x="1" y="2501"/>
                  </a:lnTo>
                  <a:lnTo>
                    <a:pt x="1" y="7335"/>
                  </a:lnTo>
                  <a:lnTo>
                    <a:pt x="2477" y="9836"/>
                  </a:lnTo>
                  <a:lnTo>
                    <a:pt x="7335" y="9836"/>
                  </a:lnTo>
                  <a:lnTo>
                    <a:pt x="9812" y="7335"/>
                  </a:lnTo>
                  <a:lnTo>
                    <a:pt x="9812" y="2501"/>
                  </a:lnTo>
                  <a:lnTo>
                    <a:pt x="7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19"/>
            <p:cNvSpPr/>
            <p:nvPr/>
          </p:nvSpPr>
          <p:spPr>
            <a:xfrm>
              <a:off x="1046625" y="2330300"/>
              <a:ext cx="42875" cy="43475"/>
            </a:xfrm>
            <a:custGeom>
              <a:rect b="b" l="l" r="r" t="t"/>
              <a:pathLst>
                <a:path extrusionOk="0" h="1739" w="1715">
                  <a:moveTo>
                    <a:pt x="857" y="572"/>
                  </a:moveTo>
                  <a:cubicBezTo>
                    <a:pt x="1024" y="572"/>
                    <a:pt x="1143" y="715"/>
                    <a:pt x="1143" y="858"/>
                  </a:cubicBezTo>
                  <a:cubicBezTo>
                    <a:pt x="1143" y="1024"/>
                    <a:pt x="1024" y="1143"/>
                    <a:pt x="857" y="1143"/>
                  </a:cubicBezTo>
                  <a:cubicBezTo>
                    <a:pt x="691" y="1143"/>
                    <a:pt x="572" y="1024"/>
                    <a:pt x="572" y="858"/>
                  </a:cubicBezTo>
                  <a:cubicBezTo>
                    <a:pt x="572" y="715"/>
                    <a:pt x="691" y="572"/>
                    <a:pt x="857" y="572"/>
                  </a:cubicBezTo>
                  <a:close/>
                  <a:moveTo>
                    <a:pt x="857" y="0"/>
                  </a:moveTo>
                  <a:cubicBezTo>
                    <a:pt x="381" y="0"/>
                    <a:pt x="0" y="381"/>
                    <a:pt x="0" y="858"/>
                  </a:cubicBezTo>
                  <a:cubicBezTo>
                    <a:pt x="0" y="1334"/>
                    <a:pt x="381" y="1739"/>
                    <a:pt x="857" y="1739"/>
                  </a:cubicBezTo>
                  <a:cubicBezTo>
                    <a:pt x="1334" y="1739"/>
                    <a:pt x="1715" y="1334"/>
                    <a:pt x="1715" y="858"/>
                  </a:cubicBezTo>
                  <a:cubicBezTo>
                    <a:pt x="1715" y="381"/>
                    <a:pt x="1334"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19"/>
            <p:cNvSpPr/>
            <p:nvPr/>
          </p:nvSpPr>
          <p:spPr>
            <a:xfrm>
              <a:off x="1046625" y="2416625"/>
              <a:ext cx="42875" cy="43475"/>
            </a:xfrm>
            <a:custGeom>
              <a:rect b="b" l="l" r="r" t="t"/>
              <a:pathLst>
                <a:path extrusionOk="0" h="1739" w="1715">
                  <a:moveTo>
                    <a:pt x="857" y="572"/>
                  </a:moveTo>
                  <a:cubicBezTo>
                    <a:pt x="1024" y="572"/>
                    <a:pt x="1143" y="715"/>
                    <a:pt x="1143" y="858"/>
                  </a:cubicBezTo>
                  <a:cubicBezTo>
                    <a:pt x="1143" y="1024"/>
                    <a:pt x="1024" y="1144"/>
                    <a:pt x="857" y="1144"/>
                  </a:cubicBezTo>
                  <a:cubicBezTo>
                    <a:pt x="691" y="1144"/>
                    <a:pt x="572" y="1024"/>
                    <a:pt x="572" y="858"/>
                  </a:cubicBezTo>
                  <a:cubicBezTo>
                    <a:pt x="572" y="715"/>
                    <a:pt x="691" y="572"/>
                    <a:pt x="857" y="572"/>
                  </a:cubicBezTo>
                  <a:close/>
                  <a:moveTo>
                    <a:pt x="857" y="0"/>
                  </a:moveTo>
                  <a:cubicBezTo>
                    <a:pt x="381" y="0"/>
                    <a:pt x="0" y="382"/>
                    <a:pt x="0" y="858"/>
                  </a:cubicBezTo>
                  <a:cubicBezTo>
                    <a:pt x="0" y="1334"/>
                    <a:pt x="381" y="1739"/>
                    <a:pt x="857" y="1739"/>
                  </a:cubicBezTo>
                  <a:cubicBezTo>
                    <a:pt x="1334" y="1739"/>
                    <a:pt x="1715" y="1334"/>
                    <a:pt x="1715" y="858"/>
                  </a:cubicBezTo>
                  <a:cubicBezTo>
                    <a:pt x="1715" y="382"/>
                    <a:pt x="1334"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19"/>
            <p:cNvSpPr/>
            <p:nvPr/>
          </p:nvSpPr>
          <p:spPr>
            <a:xfrm>
              <a:off x="1473500" y="2357100"/>
              <a:ext cx="60750" cy="60750"/>
            </a:xfrm>
            <a:custGeom>
              <a:rect b="b" l="l" r="r" t="t"/>
              <a:pathLst>
                <a:path extrusionOk="0" h="2430" w="2430">
                  <a:moveTo>
                    <a:pt x="1215" y="619"/>
                  </a:moveTo>
                  <a:cubicBezTo>
                    <a:pt x="1548" y="619"/>
                    <a:pt x="1834" y="881"/>
                    <a:pt x="1834" y="1215"/>
                  </a:cubicBezTo>
                  <a:cubicBezTo>
                    <a:pt x="1834" y="1548"/>
                    <a:pt x="1548" y="1810"/>
                    <a:pt x="1215" y="1810"/>
                  </a:cubicBezTo>
                  <a:cubicBezTo>
                    <a:pt x="881" y="1810"/>
                    <a:pt x="619" y="1548"/>
                    <a:pt x="619" y="1215"/>
                  </a:cubicBezTo>
                  <a:cubicBezTo>
                    <a:pt x="619" y="881"/>
                    <a:pt x="881" y="619"/>
                    <a:pt x="1215" y="619"/>
                  </a:cubicBezTo>
                  <a:close/>
                  <a:moveTo>
                    <a:pt x="1215" y="0"/>
                  </a:moveTo>
                  <a:cubicBezTo>
                    <a:pt x="548" y="0"/>
                    <a:pt x="0" y="548"/>
                    <a:pt x="0" y="1215"/>
                  </a:cubicBezTo>
                  <a:cubicBezTo>
                    <a:pt x="0" y="1881"/>
                    <a:pt x="548" y="2429"/>
                    <a:pt x="1215" y="2429"/>
                  </a:cubicBezTo>
                  <a:cubicBezTo>
                    <a:pt x="1881" y="2429"/>
                    <a:pt x="2429" y="1881"/>
                    <a:pt x="2429" y="1215"/>
                  </a:cubicBezTo>
                  <a:cubicBezTo>
                    <a:pt x="2429" y="548"/>
                    <a:pt x="1881" y="0"/>
                    <a:pt x="1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19"/>
            <p:cNvSpPr/>
            <p:nvPr/>
          </p:nvSpPr>
          <p:spPr>
            <a:xfrm>
              <a:off x="1458600" y="2357100"/>
              <a:ext cx="258425" cy="167300"/>
            </a:xfrm>
            <a:custGeom>
              <a:rect b="b" l="l" r="r" t="t"/>
              <a:pathLst>
                <a:path extrusionOk="0" h="6692" w="10337">
                  <a:moveTo>
                    <a:pt x="5168" y="1215"/>
                  </a:moveTo>
                  <a:cubicBezTo>
                    <a:pt x="5335" y="1215"/>
                    <a:pt x="5478" y="1357"/>
                    <a:pt x="5478" y="1524"/>
                  </a:cubicBezTo>
                  <a:lnTo>
                    <a:pt x="5478" y="1810"/>
                  </a:lnTo>
                  <a:lnTo>
                    <a:pt x="4859" y="1810"/>
                  </a:lnTo>
                  <a:lnTo>
                    <a:pt x="4859" y="1524"/>
                  </a:lnTo>
                  <a:cubicBezTo>
                    <a:pt x="4859" y="1357"/>
                    <a:pt x="5002" y="1215"/>
                    <a:pt x="5168" y="1215"/>
                  </a:cubicBezTo>
                  <a:close/>
                  <a:moveTo>
                    <a:pt x="8193" y="1215"/>
                  </a:moveTo>
                  <a:cubicBezTo>
                    <a:pt x="8360" y="1215"/>
                    <a:pt x="8502" y="1357"/>
                    <a:pt x="8502" y="1524"/>
                  </a:cubicBezTo>
                  <a:lnTo>
                    <a:pt x="8502" y="1810"/>
                  </a:lnTo>
                  <a:lnTo>
                    <a:pt x="7907" y="1810"/>
                  </a:lnTo>
                  <a:lnTo>
                    <a:pt x="7907" y="1524"/>
                  </a:lnTo>
                  <a:cubicBezTo>
                    <a:pt x="7907" y="1357"/>
                    <a:pt x="8026" y="1215"/>
                    <a:pt x="8193" y="1215"/>
                  </a:cubicBezTo>
                  <a:close/>
                  <a:moveTo>
                    <a:pt x="6073" y="2429"/>
                  </a:moveTo>
                  <a:lnTo>
                    <a:pt x="6073" y="3024"/>
                  </a:lnTo>
                  <a:lnTo>
                    <a:pt x="3454" y="3024"/>
                  </a:lnTo>
                  <a:lnTo>
                    <a:pt x="2239" y="4239"/>
                  </a:lnTo>
                  <a:lnTo>
                    <a:pt x="596" y="4239"/>
                  </a:lnTo>
                  <a:lnTo>
                    <a:pt x="596" y="3644"/>
                  </a:lnTo>
                  <a:lnTo>
                    <a:pt x="2001" y="3644"/>
                  </a:lnTo>
                  <a:lnTo>
                    <a:pt x="3120" y="2524"/>
                  </a:lnTo>
                  <a:cubicBezTo>
                    <a:pt x="3168" y="2453"/>
                    <a:pt x="3263" y="2429"/>
                    <a:pt x="3335" y="2429"/>
                  </a:cubicBezTo>
                  <a:close/>
                  <a:moveTo>
                    <a:pt x="6073" y="3644"/>
                  </a:moveTo>
                  <a:lnTo>
                    <a:pt x="6073" y="4239"/>
                  </a:lnTo>
                  <a:lnTo>
                    <a:pt x="3097" y="4239"/>
                  </a:lnTo>
                  <a:lnTo>
                    <a:pt x="3716" y="3644"/>
                  </a:lnTo>
                  <a:close/>
                  <a:moveTo>
                    <a:pt x="9741" y="2429"/>
                  </a:moveTo>
                  <a:lnTo>
                    <a:pt x="9741" y="4239"/>
                  </a:lnTo>
                  <a:lnTo>
                    <a:pt x="6693" y="4239"/>
                  </a:lnTo>
                  <a:lnTo>
                    <a:pt x="6693" y="2429"/>
                  </a:lnTo>
                  <a:close/>
                  <a:moveTo>
                    <a:pt x="4859" y="0"/>
                  </a:moveTo>
                  <a:lnTo>
                    <a:pt x="4859" y="667"/>
                  </a:lnTo>
                  <a:cubicBezTo>
                    <a:pt x="4525" y="786"/>
                    <a:pt x="4263" y="1119"/>
                    <a:pt x="4263" y="1524"/>
                  </a:cubicBezTo>
                  <a:lnTo>
                    <a:pt x="4263" y="1810"/>
                  </a:lnTo>
                  <a:lnTo>
                    <a:pt x="3335" y="1810"/>
                  </a:lnTo>
                  <a:cubicBezTo>
                    <a:pt x="3097" y="1810"/>
                    <a:pt x="2858" y="1905"/>
                    <a:pt x="2692" y="2096"/>
                  </a:cubicBezTo>
                  <a:lnTo>
                    <a:pt x="1739" y="3024"/>
                  </a:lnTo>
                  <a:lnTo>
                    <a:pt x="1" y="3024"/>
                  </a:lnTo>
                  <a:lnTo>
                    <a:pt x="1" y="6692"/>
                  </a:lnTo>
                  <a:lnTo>
                    <a:pt x="596" y="6692"/>
                  </a:lnTo>
                  <a:lnTo>
                    <a:pt x="596" y="4858"/>
                  </a:lnTo>
                  <a:lnTo>
                    <a:pt x="9741" y="4858"/>
                  </a:lnTo>
                  <a:lnTo>
                    <a:pt x="9741" y="6692"/>
                  </a:lnTo>
                  <a:lnTo>
                    <a:pt x="10336" y="6692"/>
                  </a:lnTo>
                  <a:lnTo>
                    <a:pt x="10336" y="1810"/>
                  </a:lnTo>
                  <a:lnTo>
                    <a:pt x="9122" y="1810"/>
                  </a:lnTo>
                  <a:lnTo>
                    <a:pt x="9122" y="1524"/>
                  </a:lnTo>
                  <a:cubicBezTo>
                    <a:pt x="9122" y="1119"/>
                    <a:pt x="8860" y="786"/>
                    <a:pt x="8502" y="667"/>
                  </a:cubicBezTo>
                  <a:lnTo>
                    <a:pt x="8502" y="0"/>
                  </a:lnTo>
                  <a:lnTo>
                    <a:pt x="7907" y="0"/>
                  </a:lnTo>
                  <a:lnTo>
                    <a:pt x="7907" y="667"/>
                  </a:lnTo>
                  <a:cubicBezTo>
                    <a:pt x="7550" y="786"/>
                    <a:pt x="7288" y="1119"/>
                    <a:pt x="7288" y="1524"/>
                  </a:cubicBezTo>
                  <a:lnTo>
                    <a:pt x="7288" y="1810"/>
                  </a:lnTo>
                  <a:lnTo>
                    <a:pt x="6073" y="1810"/>
                  </a:lnTo>
                  <a:lnTo>
                    <a:pt x="6073" y="1524"/>
                  </a:lnTo>
                  <a:cubicBezTo>
                    <a:pt x="6073" y="1119"/>
                    <a:pt x="5835" y="786"/>
                    <a:pt x="5478" y="667"/>
                  </a:cubicBezTo>
                  <a:lnTo>
                    <a:pt x="54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19"/>
            <p:cNvSpPr/>
            <p:nvPr/>
          </p:nvSpPr>
          <p:spPr>
            <a:xfrm>
              <a:off x="1580050" y="2266000"/>
              <a:ext cx="31600" cy="73250"/>
            </a:xfrm>
            <a:custGeom>
              <a:rect b="b" l="l" r="r" t="t"/>
              <a:pathLst>
                <a:path extrusionOk="0" h="2930" w="1264">
                  <a:moveTo>
                    <a:pt x="811" y="0"/>
                  </a:moveTo>
                  <a:lnTo>
                    <a:pt x="453" y="501"/>
                  </a:lnTo>
                  <a:cubicBezTo>
                    <a:pt x="572" y="572"/>
                    <a:pt x="644" y="715"/>
                    <a:pt x="644" y="858"/>
                  </a:cubicBezTo>
                  <a:cubicBezTo>
                    <a:pt x="644" y="1001"/>
                    <a:pt x="572" y="1120"/>
                    <a:pt x="453" y="1191"/>
                  </a:cubicBezTo>
                  <a:cubicBezTo>
                    <a:pt x="168" y="1405"/>
                    <a:pt x="1" y="1715"/>
                    <a:pt x="1" y="2072"/>
                  </a:cubicBezTo>
                  <a:cubicBezTo>
                    <a:pt x="1" y="2406"/>
                    <a:pt x="168" y="2715"/>
                    <a:pt x="453" y="2930"/>
                  </a:cubicBezTo>
                  <a:lnTo>
                    <a:pt x="811" y="2406"/>
                  </a:lnTo>
                  <a:cubicBezTo>
                    <a:pt x="691" y="2334"/>
                    <a:pt x="620" y="2215"/>
                    <a:pt x="620" y="2072"/>
                  </a:cubicBezTo>
                  <a:cubicBezTo>
                    <a:pt x="620" y="1906"/>
                    <a:pt x="691" y="1787"/>
                    <a:pt x="811" y="1715"/>
                  </a:cubicBezTo>
                  <a:cubicBezTo>
                    <a:pt x="1096" y="1525"/>
                    <a:pt x="1263" y="1191"/>
                    <a:pt x="1263" y="858"/>
                  </a:cubicBezTo>
                  <a:cubicBezTo>
                    <a:pt x="1263" y="501"/>
                    <a:pt x="1096" y="191"/>
                    <a:pt x="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19"/>
            <p:cNvSpPr/>
            <p:nvPr/>
          </p:nvSpPr>
          <p:spPr>
            <a:xfrm>
              <a:off x="1618150" y="2266000"/>
              <a:ext cx="31000" cy="73250"/>
            </a:xfrm>
            <a:custGeom>
              <a:rect b="b" l="l" r="r" t="t"/>
              <a:pathLst>
                <a:path extrusionOk="0" h="2930" w="1240">
                  <a:moveTo>
                    <a:pt x="787" y="0"/>
                  </a:moveTo>
                  <a:lnTo>
                    <a:pt x="453" y="501"/>
                  </a:lnTo>
                  <a:cubicBezTo>
                    <a:pt x="573" y="572"/>
                    <a:pt x="644" y="715"/>
                    <a:pt x="644" y="858"/>
                  </a:cubicBezTo>
                  <a:cubicBezTo>
                    <a:pt x="644" y="1001"/>
                    <a:pt x="573" y="1120"/>
                    <a:pt x="453" y="1191"/>
                  </a:cubicBezTo>
                  <a:cubicBezTo>
                    <a:pt x="168" y="1405"/>
                    <a:pt x="1" y="1715"/>
                    <a:pt x="1" y="2072"/>
                  </a:cubicBezTo>
                  <a:cubicBezTo>
                    <a:pt x="1" y="2406"/>
                    <a:pt x="168" y="2715"/>
                    <a:pt x="453" y="2930"/>
                  </a:cubicBezTo>
                  <a:lnTo>
                    <a:pt x="787" y="2406"/>
                  </a:lnTo>
                  <a:cubicBezTo>
                    <a:pt x="668" y="2334"/>
                    <a:pt x="596" y="2215"/>
                    <a:pt x="596" y="2072"/>
                  </a:cubicBezTo>
                  <a:cubicBezTo>
                    <a:pt x="596" y="1906"/>
                    <a:pt x="668" y="1787"/>
                    <a:pt x="787" y="1715"/>
                  </a:cubicBezTo>
                  <a:cubicBezTo>
                    <a:pt x="1073" y="1525"/>
                    <a:pt x="1239" y="1191"/>
                    <a:pt x="1239" y="858"/>
                  </a:cubicBezTo>
                  <a:cubicBezTo>
                    <a:pt x="1239" y="501"/>
                    <a:pt x="1073"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19"/>
            <p:cNvSpPr/>
            <p:nvPr/>
          </p:nvSpPr>
          <p:spPr>
            <a:xfrm>
              <a:off x="1655675" y="2266000"/>
              <a:ext cx="31575" cy="73250"/>
            </a:xfrm>
            <a:custGeom>
              <a:rect b="b" l="l" r="r" t="t"/>
              <a:pathLst>
                <a:path extrusionOk="0" h="2930" w="1263">
                  <a:moveTo>
                    <a:pt x="810" y="0"/>
                  </a:moveTo>
                  <a:lnTo>
                    <a:pt x="477" y="501"/>
                  </a:lnTo>
                  <a:cubicBezTo>
                    <a:pt x="596" y="572"/>
                    <a:pt x="667" y="715"/>
                    <a:pt x="667" y="858"/>
                  </a:cubicBezTo>
                  <a:cubicBezTo>
                    <a:pt x="667" y="1001"/>
                    <a:pt x="596" y="1120"/>
                    <a:pt x="477" y="1191"/>
                  </a:cubicBezTo>
                  <a:cubicBezTo>
                    <a:pt x="191" y="1405"/>
                    <a:pt x="0" y="1715"/>
                    <a:pt x="0" y="2072"/>
                  </a:cubicBezTo>
                  <a:cubicBezTo>
                    <a:pt x="0" y="2406"/>
                    <a:pt x="191" y="2715"/>
                    <a:pt x="477" y="2930"/>
                  </a:cubicBezTo>
                  <a:lnTo>
                    <a:pt x="810" y="2406"/>
                  </a:lnTo>
                  <a:cubicBezTo>
                    <a:pt x="691" y="2334"/>
                    <a:pt x="619" y="2215"/>
                    <a:pt x="619" y="2072"/>
                  </a:cubicBezTo>
                  <a:cubicBezTo>
                    <a:pt x="619" y="1906"/>
                    <a:pt x="691" y="1787"/>
                    <a:pt x="810" y="1715"/>
                  </a:cubicBezTo>
                  <a:cubicBezTo>
                    <a:pt x="1096" y="1525"/>
                    <a:pt x="1262" y="1191"/>
                    <a:pt x="1262" y="858"/>
                  </a:cubicBezTo>
                  <a:cubicBezTo>
                    <a:pt x="1262" y="501"/>
                    <a:pt x="1096" y="191"/>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19"/>
            <p:cNvSpPr/>
            <p:nvPr/>
          </p:nvSpPr>
          <p:spPr>
            <a:xfrm>
              <a:off x="2056950" y="2267775"/>
              <a:ext cx="257225" cy="253975"/>
            </a:xfrm>
            <a:custGeom>
              <a:rect b="b" l="l" r="r" t="t"/>
              <a:pathLst>
                <a:path extrusionOk="0" h="10159" w="10289">
                  <a:moveTo>
                    <a:pt x="6155" y="3266"/>
                  </a:moveTo>
                  <a:cubicBezTo>
                    <a:pt x="6381" y="3266"/>
                    <a:pt x="6611" y="3349"/>
                    <a:pt x="6787" y="3525"/>
                  </a:cubicBezTo>
                  <a:cubicBezTo>
                    <a:pt x="7097" y="3835"/>
                    <a:pt x="7121" y="4311"/>
                    <a:pt x="6906" y="4645"/>
                  </a:cubicBezTo>
                  <a:cubicBezTo>
                    <a:pt x="6764" y="4407"/>
                    <a:pt x="6573" y="4168"/>
                    <a:pt x="6359" y="3954"/>
                  </a:cubicBezTo>
                  <a:cubicBezTo>
                    <a:pt x="6168" y="3740"/>
                    <a:pt x="5930" y="3573"/>
                    <a:pt x="5668" y="3406"/>
                  </a:cubicBezTo>
                  <a:cubicBezTo>
                    <a:pt x="5812" y="3314"/>
                    <a:pt x="5982" y="3266"/>
                    <a:pt x="6155" y="3266"/>
                  </a:cubicBezTo>
                  <a:close/>
                  <a:moveTo>
                    <a:pt x="5668" y="4621"/>
                  </a:moveTo>
                  <a:lnTo>
                    <a:pt x="5335" y="5454"/>
                  </a:lnTo>
                  <a:lnTo>
                    <a:pt x="4835" y="4930"/>
                  </a:lnTo>
                  <a:lnTo>
                    <a:pt x="5668" y="4621"/>
                  </a:lnTo>
                  <a:close/>
                  <a:moveTo>
                    <a:pt x="4096" y="3573"/>
                  </a:moveTo>
                  <a:cubicBezTo>
                    <a:pt x="4596" y="3573"/>
                    <a:pt x="5097" y="3740"/>
                    <a:pt x="5525" y="4026"/>
                  </a:cubicBezTo>
                  <a:lnTo>
                    <a:pt x="2001" y="5407"/>
                  </a:lnTo>
                  <a:cubicBezTo>
                    <a:pt x="1891" y="5448"/>
                    <a:pt x="1780" y="5467"/>
                    <a:pt x="1671" y="5467"/>
                  </a:cubicBezTo>
                  <a:cubicBezTo>
                    <a:pt x="1212" y="5467"/>
                    <a:pt x="796" y="5126"/>
                    <a:pt x="739" y="4645"/>
                  </a:cubicBezTo>
                  <a:cubicBezTo>
                    <a:pt x="643" y="4097"/>
                    <a:pt x="1096" y="3573"/>
                    <a:pt x="1667" y="3573"/>
                  </a:cubicBezTo>
                  <a:close/>
                  <a:moveTo>
                    <a:pt x="6668" y="691"/>
                  </a:moveTo>
                  <a:lnTo>
                    <a:pt x="8859" y="1454"/>
                  </a:lnTo>
                  <a:lnTo>
                    <a:pt x="9597" y="3668"/>
                  </a:lnTo>
                  <a:lnTo>
                    <a:pt x="7764" y="5502"/>
                  </a:lnTo>
                  <a:lnTo>
                    <a:pt x="7168" y="5311"/>
                  </a:lnTo>
                  <a:cubicBezTo>
                    <a:pt x="7168" y="5288"/>
                    <a:pt x="7168" y="5288"/>
                    <a:pt x="7168" y="5264"/>
                  </a:cubicBezTo>
                  <a:cubicBezTo>
                    <a:pt x="7692" y="4764"/>
                    <a:pt x="7788" y="3978"/>
                    <a:pt x="7407" y="3383"/>
                  </a:cubicBezTo>
                  <a:cubicBezTo>
                    <a:pt x="7549" y="3311"/>
                    <a:pt x="7692" y="3263"/>
                    <a:pt x="7835" y="3263"/>
                  </a:cubicBezTo>
                  <a:cubicBezTo>
                    <a:pt x="8073" y="3263"/>
                    <a:pt x="8312" y="3359"/>
                    <a:pt x="8478" y="3525"/>
                  </a:cubicBezTo>
                  <a:lnTo>
                    <a:pt x="8883" y="3121"/>
                  </a:lnTo>
                  <a:cubicBezTo>
                    <a:pt x="8621" y="2835"/>
                    <a:pt x="8240" y="2668"/>
                    <a:pt x="7835" y="2668"/>
                  </a:cubicBezTo>
                  <a:cubicBezTo>
                    <a:pt x="7764" y="2668"/>
                    <a:pt x="7692" y="2668"/>
                    <a:pt x="7621" y="2692"/>
                  </a:cubicBezTo>
                  <a:cubicBezTo>
                    <a:pt x="7692" y="2239"/>
                    <a:pt x="7549" y="1763"/>
                    <a:pt x="7216" y="1430"/>
                  </a:cubicBezTo>
                  <a:lnTo>
                    <a:pt x="6787" y="1858"/>
                  </a:lnTo>
                  <a:cubicBezTo>
                    <a:pt x="7073" y="2144"/>
                    <a:pt x="7121" y="2573"/>
                    <a:pt x="6954" y="2906"/>
                  </a:cubicBezTo>
                  <a:cubicBezTo>
                    <a:pt x="6711" y="2751"/>
                    <a:pt x="6436" y="2674"/>
                    <a:pt x="6162" y="2674"/>
                  </a:cubicBezTo>
                  <a:cubicBezTo>
                    <a:pt x="5765" y="2674"/>
                    <a:pt x="5369" y="2834"/>
                    <a:pt x="5073" y="3144"/>
                  </a:cubicBezTo>
                  <a:cubicBezTo>
                    <a:pt x="5049" y="3144"/>
                    <a:pt x="5025" y="3144"/>
                    <a:pt x="5001" y="3121"/>
                  </a:cubicBezTo>
                  <a:lnTo>
                    <a:pt x="4811" y="2549"/>
                  </a:lnTo>
                  <a:lnTo>
                    <a:pt x="6668" y="691"/>
                  </a:lnTo>
                  <a:close/>
                  <a:moveTo>
                    <a:pt x="4215" y="5169"/>
                  </a:moveTo>
                  <a:lnTo>
                    <a:pt x="5097" y="6050"/>
                  </a:lnTo>
                  <a:lnTo>
                    <a:pt x="4977" y="6407"/>
                  </a:lnTo>
                  <a:lnTo>
                    <a:pt x="4882" y="6669"/>
                  </a:lnTo>
                  <a:lnTo>
                    <a:pt x="3620" y="5407"/>
                  </a:lnTo>
                  <a:lnTo>
                    <a:pt x="4215" y="5169"/>
                  </a:lnTo>
                  <a:close/>
                  <a:moveTo>
                    <a:pt x="3001" y="5645"/>
                  </a:moveTo>
                  <a:lnTo>
                    <a:pt x="4644" y="7264"/>
                  </a:lnTo>
                  <a:lnTo>
                    <a:pt x="4406" y="7883"/>
                  </a:lnTo>
                  <a:lnTo>
                    <a:pt x="2406" y="5883"/>
                  </a:lnTo>
                  <a:lnTo>
                    <a:pt x="3001" y="5645"/>
                  </a:lnTo>
                  <a:close/>
                  <a:moveTo>
                    <a:pt x="2263" y="6574"/>
                  </a:moveTo>
                  <a:lnTo>
                    <a:pt x="3739" y="8050"/>
                  </a:lnTo>
                  <a:cubicBezTo>
                    <a:pt x="3644" y="8065"/>
                    <a:pt x="3549" y="8073"/>
                    <a:pt x="3457" y="8073"/>
                  </a:cubicBezTo>
                  <a:cubicBezTo>
                    <a:pt x="3112" y="8073"/>
                    <a:pt x="2798" y="7966"/>
                    <a:pt x="2572" y="7741"/>
                  </a:cubicBezTo>
                  <a:cubicBezTo>
                    <a:pt x="2310" y="7455"/>
                    <a:pt x="2191" y="7050"/>
                    <a:pt x="2263" y="6574"/>
                  </a:cubicBezTo>
                  <a:close/>
                  <a:moveTo>
                    <a:pt x="6263" y="4740"/>
                  </a:moveTo>
                  <a:cubicBezTo>
                    <a:pt x="6549" y="5169"/>
                    <a:pt x="6692" y="5669"/>
                    <a:pt x="6692" y="6193"/>
                  </a:cubicBezTo>
                  <a:lnTo>
                    <a:pt x="6692" y="8622"/>
                  </a:lnTo>
                  <a:cubicBezTo>
                    <a:pt x="6692" y="9142"/>
                    <a:pt x="6278" y="9563"/>
                    <a:pt x="5773" y="9563"/>
                  </a:cubicBezTo>
                  <a:cubicBezTo>
                    <a:pt x="5723" y="9563"/>
                    <a:pt x="5672" y="9559"/>
                    <a:pt x="5620" y="9550"/>
                  </a:cubicBezTo>
                  <a:cubicBezTo>
                    <a:pt x="5025" y="9479"/>
                    <a:pt x="4668" y="8860"/>
                    <a:pt x="4882" y="8288"/>
                  </a:cubicBezTo>
                  <a:lnTo>
                    <a:pt x="5811" y="5907"/>
                  </a:lnTo>
                  <a:lnTo>
                    <a:pt x="6263" y="4740"/>
                  </a:lnTo>
                  <a:close/>
                  <a:moveTo>
                    <a:pt x="6502" y="1"/>
                  </a:moveTo>
                  <a:lnTo>
                    <a:pt x="4144" y="2406"/>
                  </a:lnTo>
                  <a:lnTo>
                    <a:pt x="4334" y="3001"/>
                  </a:lnTo>
                  <a:cubicBezTo>
                    <a:pt x="4263" y="3001"/>
                    <a:pt x="4168" y="2978"/>
                    <a:pt x="4096" y="2978"/>
                  </a:cubicBezTo>
                  <a:lnTo>
                    <a:pt x="1667" y="2978"/>
                  </a:lnTo>
                  <a:cubicBezTo>
                    <a:pt x="715" y="2978"/>
                    <a:pt x="0" y="3811"/>
                    <a:pt x="143" y="4740"/>
                  </a:cubicBezTo>
                  <a:cubicBezTo>
                    <a:pt x="255" y="5504"/>
                    <a:pt x="919" y="6056"/>
                    <a:pt x="1654" y="6056"/>
                  </a:cubicBezTo>
                  <a:cubicBezTo>
                    <a:pt x="1698" y="6056"/>
                    <a:pt x="1742" y="6054"/>
                    <a:pt x="1786" y="6050"/>
                  </a:cubicBezTo>
                  <a:lnTo>
                    <a:pt x="1786" y="6050"/>
                  </a:lnTo>
                  <a:cubicBezTo>
                    <a:pt x="1548" y="6740"/>
                    <a:pt x="1620" y="7431"/>
                    <a:pt x="1977" y="7931"/>
                  </a:cubicBezTo>
                  <a:lnTo>
                    <a:pt x="1120" y="8788"/>
                  </a:lnTo>
                  <a:lnTo>
                    <a:pt x="1524" y="9217"/>
                  </a:lnTo>
                  <a:lnTo>
                    <a:pt x="2382" y="8360"/>
                  </a:lnTo>
                  <a:cubicBezTo>
                    <a:pt x="2691" y="8550"/>
                    <a:pt x="3072" y="8669"/>
                    <a:pt x="3453" y="8669"/>
                  </a:cubicBezTo>
                  <a:cubicBezTo>
                    <a:pt x="3715" y="8669"/>
                    <a:pt x="3977" y="8622"/>
                    <a:pt x="4239" y="8550"/>
                  </a:cubicBezTo>
                  <a:lnTo>
                    <a:pt x="4239" y="8550"/>
                  </a:lnTo>
                  <a:cubicBezTo>
                    <a:pt x="4192" y="9312"/>
                    <a:pt x="4739" y="10027"/>
                    <a:pt x="5549" y="10146"/>
                  </a:cubicBezTo>
                  <a:cubicBezTo>
                    <a:pt x="5617" y="10155"/>
                    <a:pt x="5685" y="10159"/>
                    <a:pt x="5751" y="10159"/>
                  </a:cubicBezTo>
                  <a:cubicBezTo>
                    <a:pt x="6592" y="10159"/>
                    <a:pt x="7287" y="9482"/>
                    <a:pt x="7287" y="8622"/>
                  </a:cubicBezTo>
                  <a:lnTo>
                    <a:pt x="7287" y="6193"/>
                  </a:lnTo>
                  <a:cubicBezTo>
                    <a:pt x="7287" y="6121"/>
                    <a:pt x="7287" y="6050"/>
                    <a:pt x="7287" y="5978"/>
                  </a:cubicBezTo>
                  <a:lnTo>
                    <a:pt x="7930" y="6193"/>
                  </a:lnTo>
                  <a:lnTo>
                    <a:pt x="10288" y="3811"/>
                  </a:lnTo>
                  <a:lnTo>
                    <a:pt x="9336" y="977"/>
                  </a:lnTo>
                  <a:lnTo>
                    <a:pt x="65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19"/>
            <p:cNvSpPr/>
            <p:nvPr/>
          </p:nvSpPr>
          <p:spPr>
            <a:xfrm>
              <a:off x="2636225" y="2271350"/>
              <a:ext cx="247100" cy="247100"/>
            </a:xfrm>
            <a:custGeom>
              <a:rect b="b" l="l" r="r" t="t"/>
              <a:pathLst>
                <a:path extrusionOk="0" h="9884" w="9884">
                  <a:moveTo>
                    <a:pt x="4930" y="1763"/>
                  </a:moveTo>
                  <a:lnTo>
                    <a:pt x="5359" y="2239"/>
                  </a:lnTo>
                  <a:cubicBezTo>
                    <a:pt x="5454" y="2358"/>
                    <a:pt x="5526" y="2501"/>
                    <a:pt x="5526" y="2644"/>
                  </a:cubicBezTo>
                  <a:cubicBezTo>
                    <a:pt x="5526" y="2954"/>
                    <a:pt x="5264" y="3216"/>
                    <a:pt x="4930" y="3216"/>
                  </a:cubicBezTo>
                  <a:cubicBezTo>
                    <a:pt x="4621" y="3216"/>
                    <a:pt x="4359" y="2954"/>
                    <a:pt x="4359" y="2644"/>
                  </a:cubicBezTo>
                  <a:cubicBezTo>
                    <a:pt x="4359" y="2501"/>
                    <a:pt x="4406" y="2358"/>
                    <a:pt x="4502" y="2239"/>
                  </a:cubicBezTo>
                  <a:lnTo>
                    <a:pt x="4930" y="1763"/>
                  </a:lnTo>
                  <a:close/>
                  <a:moveTo>
                    <a:pt x="5811" y="4668"/>
                  </a:moveTo>
                  <a:lnTo>
                    <a:pt x="5811" y="7574"/>
                  </a:lnTo>
                  <a:lnTo>
                    <a:pt x="4073" y="7574"/>
                  </a:lnTo>
                  <a:lnTo>
                    <a:pt x="4073" y="4668"/>
                  </a:lnTo>
                  <a:close/>
                  <a:moveTo>
                    <a:pt x="6669" y="596"/>
                  </a:moveTo>
                  <a:cubicBezTo>
                    <a:pt x="7145" y="596"/>
                    <a:pt x="7550" y="1001"/>
                    <a:pt x="7550" y="1477"/>
                  </a:cubicBezTo>
                  <a:lnTo>
                    <a:pt x="7550" y="7574"/>
                  </a:lnTo>
                  <a:lnTo>
                    <a:pt x="6383" y="7574"/>
                  </a:lnTo>
                  <a:lnTo>
                    <a:pt x="6383" y="4073"/>
                  </a:lnTo>
                  <a:lnTo>
                    <a:pt x="5216" y="4073"/>
                  </a:lnTo>
                  <a:lnTo>
                    <a:pt x="5216" y="3763"/>
                  </a:lnTo>
                  <a:cubicBezTo>
                    <a:pt x="5716" y="3621"/>
                    <a:pt x="6097" y="3168"/>
                    <a:pt x="6097" y="2644"/>
                  </a:cubicBezTo>
                  <a:cubicBezTo>
                    <a:pt x="6097" y="2358"/>
                    <a:pt x="5978" y="2073"/>
                    <a:pt x="5788" y="1858"/>
                  </a:cubicBezTo>
                  <a:lnTo>
                    <a:pt x="4930" y="906"/>
                  </a:lnTo>
                  <a:lnTo>
                    <a:pt x="4073" y="1858"/>
                  </a:lnTo>
                  <a:cubicBezTo>
                    <a:pt x="3883" y="2073"/>
                    <a:pt x="3787" y="2358"/>
                    <a:pt x="3787" y="2644"/>
                  </a:cubicBezTo>
                  <a:cubicBezTo>
                    <a:pt x="3787" y="3168"/>
                    <a:pt x="4144" y="3621"/>
                    <a:pt x="4645" y="3763"/>
                  </a:cubicBezTo>
                  <a:lnTo>
                    <a:pt x="4645" y="4073"/>
                  </a:lnTo>
                  <a:lnTo>
                    <a:pt x="3501" y="4073"/>
                  </a:lnTo>
                  <a:lnTo>
                    <a:pt x="3501" y="7574"/>
                  </a:lnTo>
                  <a:lnTo>
                    <a:pt x="2335" y="7574"/>
                  </a:lnTo>
                  <a:lnTo>
                    <a:pt x="2335" y="1477"/>
                  </a:lnTo>
                  <a:cubicBezTo>
                    <a:pt x="2335" y="1001"/>
                    <a:pt x="2739" y="596"/>
                    <a:pt x="3192" y="596"/>
                  </a:cubicBezTo>
                  <a:close/>
                  <a:moveTo>
                    <a:pt x="9265" y="8145"/>
                  </a:moveTo>
                  <a:cubicBezTo>
                    <a:pt x="9122" y="8812"/>
                    <a:pt x="8526" y="9312"/>
                    <a:pt x="7836" y="9312"/>
                  </a:cubicBezTo>
                  <a:lnTo>
                    <a:pt x="2049" y="9312"/>
                  </a:lnTo>
                  <a:cubicBezTo>
                    <a:pt x="1334" y="9312"/>
                    <a:pt x="739" y="8812"/>
                    <a:pt x="596" y="8145"/>
                  </a:cubicBezTo>
                  <a:close/>
                  <a:moveTo>
                    <a:pt x="3192" y="1"/>
                  </a:moveTo>
                  <a:cubicBezTo>
                    <a:pt x="2406" y="1"/>
                    <a:pt x="1763" y="668"/>
                    <a:pt x="1763" y="1477"/>
                  </a:cubicBezTo>
                  <a:lnTo>
                    <a:pt x="1763" y="7574"/>
                  </a:lnTo>
                  <a:lnTo>
                    <a:pt x="1" y="7574"/>
                  </a:lnTo>
                  <a:lnTo>
                    <a:pt x="1" y="7860"/>
                  </a:lnTo>
                  <a:cubicBezTo>
                    <a:pt x="1" y="8979"/>
                    <a:pt x="906" y="9884"/>
                    <a:pt x="2049" y="9884"/>
                  </a:cubicBezTo>
                  <a:lnTo>
                    <a:pt x="7836" y="9884"/>
                  </a:lnTo>
                  <a:cubicBezTo>
                    <a:pt x="8955" y="9884"/>
                    <a:pt x="9884" y="8979"/>
                    <a:pt x="9884" y="7860"/>
                  </a:cubicBezTo>
                  <a:lnTo>
                    <a:pt x="9884" y="7574"/>
                  </a:lnTo>
                  <a:lnTo>
                    <a:pt x="8121" y="7574"/>
                  </a:lnTo>
                  <a:lnTo>
                    <a:pt x="8121" y="1477"/>
                  </a:lnTo>
                  <a:cubicBezTo>
                    <a:pt x="8121" y="668"/>
                    <a:pt x="7478" y="1"/>
                    <a:pt x="6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19"/>
            <p:cNvSpPr/>
            <p:nvPr/>
          </p:nvSpPr>
          <p:spPr>
            <a:xfrm>
              <a:off x="3226825" y="2271950"/>
              <a:ext cx="245925" cy="245900"/>
            </a:xfrm>
            <a:custGeom>
              <a:rect b="b" l="l" r="r" t="t"/>
              <a:pathLst>
                <a:path extrusionOk="0" h="9836" w="9837">
                  <a:moveTo>
                    <a:pt x="3763" y="1739"/>
                  </a:moveTo>
                  <a:cubicBezTo>
                    <a:pt x="3930" y="1739"/>
                    <a:pt x="4049" y="1882"/>
                    <a:pt x="4049" y="2049"/>
                  </a:cubicBezTo>
                  <a:cubicBezTo>
                    <a:pt x="4049" y="2192"/>
                    <a:pt x="3930" y="2334"/>
                    <a:pt x="3763" y="2334"/>
                  </a:cubicBezTo>
                  <a:cubicBezTo>
                    <a:pt x="3597" y="2334"/>
                    <a:pt x="3478" y="2192"/>
                    <a:pt x="3478" y="2049"/>
                  </a:cubicBezTo>
                  <a:cubicBezTo>
                    <a:pt x="3478" y="1882"/>
                    <a:pt x="3597" y="1739"/>
                    <a:pt x="3763" y="1739"/>
                  </a:cubicBezTo>
                  <a:close/>
                  <a:moveTo>
                    <a:pt x="5811" y="572"/>
                  </a:moveTo>
                  <a:lnTo>
                    <a:pt x="5811" y="2620"/>
                  </a:lnTo>
                  <a:cubicBezTo>
                    <a:pt x="5549" y="2430"/>
                    <a:pt x="5264" y="2334"/>
                    <a:pt x="4930" y="2334"/>
                  </a:cubicBezTo>
                  <a:lnTo>
                    <a:pt x="4573" y="2334"/>
                  </a:lnTo>
                  <a:cubicBezTo>
                    <a:pt x="4621" y="2239"/>
                    <a:pt x="4621" y="2144"/>
                    <a:pt x="4621" y="2049"/>
                  </a:cubicBezTo>
                  <a:cubicBezTo>
                    <a:pt x="4621" y="1549"/>
                    <a:pt x="4240" y="1167"/>
                    <a:pt x="3763" y="1167"/>
                  </a:cubicBezTo>
                  <a:cubicBezTo>
                    <a:pt x="3287" y="1167"/>
                    <a:pt x="2906" y="1549"/>
                    <a:pt x="2906" y="2049"/>
                  </a:cubicBezTo>
                  <a:cubicBezTo>
                    <a:pt x="2906" y="2144"/>
                    <a:pt x="2906" y="2239"/>
                    <a:pt x="2954" y="2334"/>
                  </a:cubicBezTo>
                  <a:lnTo>
                    <a:pt x="2620" y="2334"/>
                  </a:lnTo>
                  <a:cubicBezTo>
                    <a:pt x="2287" y="2334"/>
                    <a:pt x="1977" y="2430"/>
                    <a:pt x="1715" y="2620"/>
                  </a:cubicBezTo>
                  <a:lnTo>
                    <a:pt x="1715" y="572"/>
                  </a:lnTo>
                  <a:close/>
                  <a:moveTo>
                    <a:pt x="4930" y="2906"/>
                  </a:moveTo>
                  <a:cubicBezTo>
                    <a:pt x="5311" y="2906"/>
                    <a:pt x="5645" y="3144"/>
                    <a:pt x="5764" y="3477"/>
                  </a:cubicBezTo>
                  <a:lnTo>
                    <a:pt x="1787" y="3477"/>
                  </a:lnTo>
                  <a:cubicBezTo>
                    <a:pt x="1906" y="3144"/>
                    <a:pt x="2239" y="2906"/>
                    <a:pt x="2620" y="2906"/>
                  </a:cubicBezTo>
                  <a:close/>
                  <a:moveTo>
                    <a:pt x="8836" y="4049"/>
                  </a:moveTo>
                  <a:lnTo>
                    <a:pt x="7526" y="6288"/>
                  </a:lnTo>
                  <a:cubicBezTo>
                    <a:pt x="7478" y="5859"/>
                    <a:pt x="7359" y="5406"/>
                    <a:pt x="7217" y="4978"/>
                  </a:cubicBezTo>
                  <a:lnTo>
                    <a:pt x="8288" y="4049"/>
                  </a:lnTo>
                  <a:close/>
                  <a:moveTo>
                    <a:pt x="6002" y="4049"/>
                  </a:moveTo>
                  <a:cubicBezTo>
                    <a:pt x="6502" y="4501"/>
                    <a:pt x="6883" y="5573"/>
                    <a:pt x="6955" y="6383"/>
                  </a:cubicBezTo>
                  <a:lnTo>
                    <a:pt x="5216" y="6383"/>
                  </a:lnTo>
                  <a:lnTo>
                    <a:pt x="5216" y="8121"/>
                  </a:lnTo>
                  <a:lnTo>
                    <a:pt x="929" y="8121"/>
                  </a:lnTo>
                  <a:cubicBezTo>
                    <a:pt x="834" y="8050"/>
                    <a:pt x="572" y="7764"/>
                    <a:pt x="572" y="6669"/>
                  </a:cubicBezTo>
                  <a:cubicBezTo>
                    <a:pt x="572" y="5811"/>
                    <a:pt x="977" y="4549"/>
                    <a:pt x="1525" y="4049"/>
                  </a:cubicBezTo>
                  <a:close/>
                  <a:moveTo>
                    <a:pt x="8979" y="7526"/>
                  </a:moveTo>
                  <a:cubicBezTo>
                    <a:pt x="9145" y="7526"/>
                    <a:pt x="9265" y="7669"/>
                    <a:pt x="9265" y="7836"/>
                  </a:cubicBezTo>
                  <a:cubicBezTo>
                    <a:pt x="9265" y="7978"/>
                    <a:pt x="9145" y="8121"/>
                    <a:pt x="8979" y="8121"/>
                  </a:cubicBezTo>
                  <a:lnTo>
                    <a:pt x="8693" y="8121"/>
                  </a:lnTo>
                  <a:lnTo>
                    <a:pt x="8693" y="7526"/>
                  </a:lnTo>
                  <a:close/>
                  <a:moveTo>
                    <a:pt x="8121" y="6954"/>
                  </a:moveTo>
                  <a:lnTo>
                    <a:pt x="8121" y="8169"/>
                  </a:lnTo>
                  <a:cubicBezTo>
                    <a:pt x="8121" y="8574"/>
                    <a:pt x="7955" y="8955"/>
                    <a:pt x="7693" y="9264"/>
                  </a:cubicBezTo>
                  <a:lnTo>
                    <a:pt x="6216" y="9264"/>
                  </a:lnTo>
                  <a:cubicBezTo>
                    <a:pt x="5954" y="8955"/>
                    <a:pt x="5811" y="8574"/>
                    <a:pt x="5811" y="8169"/>
                  </a:cubicBezTo>
                  <a:lnTo>
                    <a:pt x="5811" y="6954"/>
                  </a:lnTo>
                  <a:close/>
                  <a:moveTo>
                    <a:pt x="1144" y="1"/>
                  </a:moveTo>
                  <a:lnTo>
                    <a:pt x="1144" y="3620"/>
                  </a:lnTo>
                  <a:cubicBezTo>
                    <a:pt x="429" y="4263"/>
                    <a:pt x="1" y="5668"/>
                    <a:pt x="1" y="6669"/>
                  </a:cubicBezTo>
                  <a:cubicBezTo>
                    <a:pt x="1" y="8407"/>
                    <a:pt x="668" y="8645"/>
                    <a:pt x="787" y="8693"/>
                  </a:cubicBezTo>
                  <a:lnTo>
                    <a:pt x="5288" y="8693"/>
                  </a:lnTo>
                  <a:cubicBezTo>
                    <a:pt x="5335" y="8883"/>
                    <a:pt x="5407" y="9098"/>
                    <a:pt x="5502" y="9264"/>
                  </a:cubicBezTo>
                  <a:lnTo>
                    <a:pt x="4049" y="9264"/>
                  </a:lnTo>
                  <a:lnTo>
                    <a:pt x="4049" y="9836"/>
                  </a:lnTo>
                  <a:lnTo>
                    <a:pt x="9836" y="9836"/>
                  </a:lnTo>
                  <a:lnTo>
                    <a:pt x="9836" y="9264"/>
                  </a:lnTo>
                  <a:lnTo>
                    <a:pt x="8407" y="9264"/>
                  </a:lnTo>
                  <a:cubicBezTo>
                    <a:pt x="8502" y="9098"/>
                    <a:pt x="8574" y="8883"/>
                    <a:pt x="8622" y="8693"/>
                  </a:cubicBezTo>
                  <a:lnTo>
                    <a:pt x="8979" y="8693"/>
                  </a:lnTo>
                  <a:cubicBezTo>
                    <a:pt x="9455" y="8693"/>
                    <a:pt x="9836" y="8312"/>
                    <a:pt x="9836" y="7836"/>
                  </a:cubicBezTo>
                  <a:cubicBezTo>
                    <a:pt x="9836" y="7359"/>
                    <a:pt x="9455" y="6954"/>
                    <a:pt x="8979" y="6954"/>
                  </a:cubicBezTo>
                  <a:lnTo>
                    <a:pt x="8693" y="6954"/>
                  </a:lnTo>
                  <a:lnTo>
                    <a:pt x="8693" y="6383"/>
                  </a:lnTo>
                  <a:lnTo>
                    <a:pt x="8121" y="6383"/>
                  </a:lnTo>
                  <a:lnTo>
                    <a:pt x="9836" y="3477"/>
                  </a:lnTo>
                  <a:lnTo>
                    <a:pt x="8074" y="3477"/>
                  </a:lnTo>
                  <a:lnTo>
                    <a:pt x="6978" y="4430"/>
                  </a:lnTo>
                  <a:cubicBezTo>
                    <a:pt x="6812" y="4144"/>
                    <a:pt x="6621" y="3835"/>
                    <a:pt x="6383" y="3620"/>
                  </a:cubicBezTo>
                  <a:lnTo>
                    <a:pt x="6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19"/>
            <p:cNvSpPr/>
            <p:nvPr/>
          </p:nvSpPr>
          <p:spPr>
            <a:xfrm>
              <a:off x="3791825" y="2266000"/>
              <a:ext cx="258425" cy="258400"/>
            </a:xfrm>
            <a:custGeom>
              <a:rect b="b" l="l" r="r" t="t"/>
              <a:pathLst>
                <a:path extrusionOk="0" h="10336" w="10337">
                  <a:moveTo>
                    <a:pt x="3954" y="3072"/>
                  </a:moveTo>
                  <a:cubicBezTo>
                    <a:pt x="4216" y="3072"/>
                    <a:pt x="4478" y="3144"/>
                    <a:pt x="4716" y="3263"/>
                  </a:cubicBezTo>
                  <a:cubicBezTo>
                    <a:pt x="4430" y="3620"/>
                    <a:pt x="4263" y="4073"/>
                    <a:pt x="4263" y="4573"/>
                  </a:cubicBezTo>
                  <a:cubicBezTo>
                    <a:pt x="4263" y="4692"/>
                    <a:pt x="4263" y="4787"/>
                    <a:pt x="4311" y="4882"/>
                  </a:cubicBezTo>
                  <a:lnTo>
                    <a:pt x="2739" y="4882"/>
                  </a:lnTo>
                  <a:cubicBezTo>
                    <a:pt x="2668" y="4882"/>
                    <a:pt x="2573" y="4859"/>
                    <a:pt x="2525" y="4787"/>
                  </a:cubicBezTo>
                  <a:cubicBezTo>
                    <a:pt x="2477" y="4739"/>
                    <a:pt x="2430" y="4644"/>
                    <a:pt x="2430" y="4573"/>
                  </a:cubicBezTo>
                  <a:cubicBezTo>
                    <a:pt x="2454" y="3739"/>
                    <a:pt x="3120" y="3072"/>
                    <a:pt x="3954" y="3072"/>
                  </a:cubicBezTo>
                  <a:close/>
                  <a:moveTo>
                    <a:pt x="6383" y="3072"/>
                  </a:moveTo>
                  <a:cubicBezTo>
                    <a:pt x="7216" y="3072"/>
                    <a:pt x="7883" y="3739"/>
                    <a:pt x="7883" y="4573"/>
                  </a:cubicBezTo>
                  <a:cubicBezTo>
                    <a:pt x="7883" y="4739"/>
                    <a:pt x="7764" y="4882"/>
                    <a:pt x="7597" y="4882"/>
                  </a:cubicBezTo>
                  <a:lnTo>
                    <a:pt x="5168" y="4882"/>
                  </a:lnTo>
                  <a:cubicBezTo>
                    <a:pt x="5002" y="4882"/>
                    <a:pt x="4859" y="4739"/>
                    <a:pt x="4859" y="4573"/>
                  </a:cubicBezTo>
                  <a:cubicBezTo>
                    <a:pt x="4859" y="3739"/>
                    <a:pt x="5549" y="3072"/>
                    <a:pt x="6383" y="3072"/>
                  </a:cubicBezTo>
                  <a:close/>
                  <a:moveTo>
                    <a:pt x="4263" y="5478"/>
                  </a:moveTo>
                  <a:lnTo>
                    <a:pt x="4263" y="6097"/>
                  </a:lnTo>
                  <a:lnTo>
                    <a:pt x="3644" y="6097"/>
                  </a:lnTo>
                  <a:lnTo>
                    <a:pt x="3644" y="5478"/>
                  </a:lnTo>
                  <a:close/>
                  <a:moveTo>
                    <a:pt x="5478" y="5478"/>
                  </a:moveTo>
                  <a:lnTo>
                    <a:pt x="5478" y="6097"/>
                  </a:lnTo>
                  <a:lnTo>
                    <a:pt x="4859" y="6097"/>
                  </a:lnTo>
                  <a:lnTo>
                    <a:pt x="4859" y="5478"/>
                  </a:lnTo>
                  <a:close/>
                  <a:moveTo>
                    <a:pt x="6669" y="5478"/>
                  </a:moveTo>
                  <a:lnTo>
                    <a:pt x="6669" y="6097"/>
                  </a:lnTo>
                  <a:lnTo>
                    <a:pt x="6073" y="6097"/>
                  </a:lnTo>
                  <a:lnTo>
                    <a:pt x="6073" y="5478"/>
                  </a:lnTo>
                  <a:close/>
                  <a:moveTo>
                    <a:pt x="7597" y="596"/>
                  </a:moveTo>
                  <a:cubicBezTo>
                    <a:pt x="8431" y="596"/>
                    <a:pt x="9098" y="1286"/>
                    <a:pt x="9098" y="2144"/>
                  </a:cubicBezTo>
                  <a:lnTo>
                    <a:pt x="9098" y="6097"/>
                  </a:lnTo>
                  <a:lnTo>
                    <a:pt x="7288" y="6097"/>
                  </a:lnTo>
                  <a:lnTo>
                    <a:pt x="7288" y="5478"/>
                  </a:lnTo>
                  <a:lnTo>
                    <a:pt x="7597" y="5478"/>
                  </a:lnTo>
                  <a:cubicBezTo>
                    <a:pt x="8098" y="5478"/>
                    <a:pt x="8502" y="5073"/>
                    <a:pt x="8502" y="4573"/>
                  </a:cubicBezTo>
                  <a:cubicBezTo>
                    <a:pt x="8502" y="3406"/>
                    <a:pt x="7550" y="2453"/>
                    <a:pt x="6383" y="2453"/>
                  </a:cubicBezTo>
                  <a:cubicBezTo>
                    <a:pt x="5930" y="2453"/>
                    <a:pt x="5502" y="2596"/>
                    <a:pt x="5168" y="2834"/>
                  </a:cubicBezTo>
                  <a:cubicBezTo>
                    <a:pt x="4811" y="2596"/>
                    <a:pt x="4383" y="2453"/>
                    <a:pt x="3954" y="2453"/>
                  </a:cubicBezTo>
                  <a:cubicBezTo>
                    <a:pt x="2787" y="2453"/>
                    <a:pt x="1834" y="3382"/>
                    <a:pt x="1834" y="4549"/>
                  </a:cubicBezTo>
                  <a:cubicBezTo>
                    <a:pt x="1834" y="4811"/>
                    <a:pt x="1930" y="5049"/>
                    <a:pt x="2096" y="5216"/>
                  </a:cubicBezTo>
                  <a:cubicBezTo>
                    <a:pt x="2263" y="5382"/>
                    <a:pt x="2501" y="5478"/>
                    <a:pt x="2739" y="5478"/>
                  </a:cubicBezTo>
                  <a:lnTo>
                    <a:pt x="3049" y="5478"/>
                  </a:lnTo>
                  <a:lnTo>
                    <a:pt x="3049" y="6097"/>
                  </a:lnTo>
                  <a:lnTo>
                    <a:pt x="1215" y="6097"/>
                  </a:lnTo>
                  <a:lnTo>
                    <a:pt x="1215" y="2144"/>
                  </a:lnTo>
                  <a:cubicBezTo>
                    <a:pt x="1215" y="1286"/>
                    <a:pt x="1906" y="596"/>
                    <a:pt x="2739" y="596"/>
                  </a:cubicBezTo>
                  <a:close/>
                  <a:moveTo>
                    <a:pt x="4335" y="6692"/>
                  </a:moveTo>
                  <a:lnTo>
                    <a:pt x="3049" y="7812"/>
                  </a:lnTo>
                  <a:lnTo>
                    <a:pt x="1739" y="6692"/>
                  </a:lnTo>
                  <a:close/>
                  <a:moveTo>
                    <a:pt x="8598" y="6692"/>
                  </a:moveTo>
                  <a:lnTo>
                    <a:pt x="7288" y="7812"/>
                  </a:lnTo>
                  <a:lnTo>
                    <a:pt x="5978" y="6692"/>
                  </a:lnTo>
                  <a:close/>
                  <a:moveTo>
                    <a:pt x="1215" y="7049"/>
                  </a:moveTo>
                  <a:lnTo>
                    <a:pt x="2573" y="8216"/>
                  </a:lnTo>
                  <a:lnTo>
                    <a:pt x="1525" y="9121"/>
                  </a:lnTo>
                  <a:cubicBezTo>
                    <a:pt x="1334" y="8859"/>
                    <a:pt x="1215" y="8550"/>
                    <a:pt x="1215" y="8216"/>
                  </a:cubicBezTo>
                  <a:lnTo>
                    <a:pt x="1215" y="7049"/>
                  </a:lnTo>
                  <a:close/>
                  <a:moveTo>
                    <a:pt x="9098" y="7049"/>
                  </a:moveTo>
                  <a:lnTo>
                    <a:pt x="9098" y="8216"/>
                  </a:lnTo>
                  <a:cubicBezTo>
                    <a:pt x="9098" y="8550"/>
                    <a:pt x="9003" y="8859"/>
                    <a:pt x="8812" y="9121"/>
                  </a:cubicBezTo>
                  <a:lnTo>
                    <a:pt x="7740" y="8216"/>
                  </a:lnTo>
                  <a:lnTo>
                    <a:pt x="9098" y="7049"/>
                  </a:lnTo>
                  <a:close/>
                  <a:moveTo>
                    <a:pt x="5168" y="6788"/>
                  </a:moveTo>
                  <a:lnTo>
                    <a:pt x="6812" y="8216"/>
                  </a:lnTo>
                  <a:lnTo>
                    <a:pt x="5168" y="9621"/>
                  </a:lnTo>
                  <a:lnTo>
                    <a:pt x="3501" y="8216"/>
                  </a:lnTo>
                  <a:lnTo>
                    <a:pt x="5168" y="6788"/>
                  </a:lnTo>
                  <a:close/>
                  <a:moveTo>
                    <a:pt x="3049" y="8621"/>
                  </a:moveTo>
                  <a:lnTo>
                    <a:pt x="4335" y="9741"/>
                  </a:lnTo>
                  <a:lnTo>
                    <a:pt x="2739" y="9741"/>
                  </a:lnTo>
                  <a:cubicBezTo>
                    <a:pt x="2454" y="9741"/>
                    <a:pt x="2192" y="9645"/>
                    <a:pt x="1977" y="9526"/>
                  </a:cubicBezTo>
                  <a:lnTo>
                    <a:pt x="3049" y="8621"/>
                  </a:lnTo>
                  <a:close/>
                  <a:moveTo>
                    <a:pt x="7288" y="8621"/>
                  </a:moveTo>
                  <a:lnTo>
                    <a:pt x="8336" y="9526"/>
                  </a:lnTo>
                  <a:cubicBezTo>
                    <a:pt x="8121" y="9645"/>
                    <a:pt x="7859" y="9741"/>
                    <a:pt x="7597" y="9741"/>
                  </a:cubicBezTo>
                  <a:lnTo>
                    <a:pt x="5978" y="9741"/>
                  </a:lnTo>
                  <a:lnTo>
                    <a:pt x="7288" y="8621"/>
                  </a:lnTo>
                  <a:close/>
                  <a:moveTo>
                    <a:pt x="2739" y="0"/>
                  </a:moveTo>
                  <a:cubicBezTo>
                    <a:pt x="1572" y="0"/>
                    <a:pt x="620" y="953"/>
                    <a:pt x="620" y="2144"/>
                  </a:cubicBezTo>
                  <a:lnTo>
                    <a:pt x="620" y="6097"/>
                  </a:lnTo>
                  <a:lnTo>
                    <a:pt x="1" y="6097"/>
                  </a:lnTo>
                  <a:lnTo>
                    <a:pt x="1" y="6692"/>
                  </a:lnTo>
                  <a:lnTo>
                    <a:pt x="620" y="6692"/>
                  </a:lnTo>
                  <a:lnTo>
                    <a:pt x="620" y="8216"/>
                  </a:lnTo>
                  <a:cubicBezTo>
                    <a:pt x="620" y="9383"/>
                    <a:pt x="1572" y="10336"/>
                    <a:pt x="2739" y="10336"/>
                  </a:cubicBezTo>
                  <a:lnTo>
                    <a:pt x="7597" y="10336"/>
                  </a:lnTo>
                  <a:cubicBezTo>
                    <a:pt x="8764" y="10336"/>
                    <a:pt x="9717" y="9383"/>
                    <a:pt x="9717" y="8216"/>
                  </a:cubicBezTo>
                  <a:lnTo>
                    <a:pt x="9717" y="6692"/>
                  </a:lnTo>
                  <a:lnTo>
                    <a:pt x="10336" y="6692"/>
                  </a:lnTo>
                  <a:lnTo>
                    <a:pt x="10336" y="6097"/>
                  </a:lnTo>
                  <a:lnTo>
                    <a:pt x="9717" y="6097"/>
                  </a:lnTo>
                  <a:lnTo>
                    <a:pt x="9717" y="2144"/>
                  </a:lnTo>
                  <a:cubicBezTo>
                    <a:pt x="9717" y="953"/>
                    <a:pt x="8764" y="0"/>
                    <a:pt x="7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19"/>
            <p:cNvSpPr/>
            <p:nvPr/>
          </p:nvSpPr>
          <p:spPr>
            <a:xfrm>
              <a:off x="4362175" y="2276125"/>
              <a:ext cx="240550" cy="237375"/>
            </a:xfrm>
            <a:custGeom>
              <a:rect b="b" l="l" r="r" t="t"/>
              <a:pathLst>
                <a:path extrusionOk="0" h="9495" w="9622">
                  <a:moveTo>
                    <a:pt x="7098" y="1715"/>
                  </a:moveTo>
                  <a:cubicBezTo>
                    <a:pt x="7622" y="1715"/>
                    <a:pt x="8145" y="1858"/>
                    <a:pt x="8503" y="2144"/>
                  </a:cubicBezTo>
                  <a:cubicBezTo>
                    <a:pt x="8669" y="2263"/>
                    <a:pt x="8812" y="2406"/>
                    <a:pt x="8908" y="2572"/>
                  </a:cubicBezTo>
                  <a:lnTo>
                    <a:pt x="7574" y="2239"/>
                  </a:lnTo>
                  <a:lnTo>
                    <a:pt x="7098" y="2715"/>
                  </a:lnTo>
                  <a:lnTo>
                    <a:pt x="6621" y="2239"/>
                  </a:lnTo>
                  <a:lnTo>
                    <a:pt x="5312" y="2572"/>
                  </a:lnTo>
                  <a:cubicBezTo>
                    <a:pt x="5288" y="2548"/>
                    <a:pt x="5288" y="2548"/>
                    <a:pt x="5264" y="2525"/>
                  </a:cubicBezTo>
                  <a:cubicBezTo>
                    <a:pt x="5597" y="2048"/>
                    <a:pt x="6312" y="1715"/>
                    <a:pt x="7098" y="1715"/>
                  </a:cubicBezTo>
                  <a:close/>
                  <a:moveTo>
                    <a:pt x="7741" y="2858"/>
                  </a:moveTo>
                  <a:lnTo>
                    <a:pt x="9050" y="3191"/>
                  </a:lnTo>
                  <a:cubicBezTo>
                    <a:pt x="9003" y="3787"/>
                    <a:pt x="8407" y="4311"/>
                    <a:pt x="7574" y="4454"/>
                  </a:cubicBezTo>
                  <a:cubicBezTo>
                    <a:pt x="7479" y="4430"/>
                    <a:pt x="7407" y="4382"/>
                    <a:pt x="7312" y="4358"/>
                  </a:cubicBezTo>
                  <a:cubicBezTo>
                    <a:pt x="6693" y="4144"/>
                    <a:pt x="6145" y="3715"/>
                    <a:pt x="5764" y="3120"/>
                  </a:cubicBezTo>
                  <a:cubicBezTo>
                    <a:pt x="5740" y="3096"/>
                    <a:pt x="5740" y="3072"/>
                    <a:pt x="5716" y="3049"/>
                  </a:cubicBezTo>
                  <a:lnTo>
                    <a:pt x="6455" y="2858"/>
                  </a:lnTo>
                  <a:lnTo>
                    <a:pt x="7098" y="3501"/>
                  </a:lnTo>
                  <a:lnTo>
                    <a:pt x="7741" y="2858"/>
                  </a:lnTo>
                  <a:close/>
                  <a:moveTo>
                    <a:pt x="3144" y="2263"/>
                  </a:moveTo>
                  <a:cubicBezTo>
                    <a:pt x="4026" y="2263"/>
                    <a:pt x="4835" y="2715"/>
                    <a:pt x="5288" y="3430"/>
                  </a:cubicBezTo>
                  <a:cubicBezTo>
                    <a:pt x="5740" y="4120"/>
                    <a:pt x="6407" y="4644"/>
                    <a:pt x="7145" y="4882"/>
                  </a:cubicBezTo>
                  <a:cubicBezTo>
                    <a:pt x="7622" y="5049"/>
                    <a:pt x="7931" y="5525"/>
                    <a:pt x="7931" y="6049"/>
                  </a:cubicBezTo>
                  <a:cubicBezTo>
                    <a:pt x="7931" y="6144"/>
                    <a:pt x="7931" y="6263"/>
                    <a:pt x="7907" y="6359"/>
                  </a:cubicBezTo>
                  <a:cubicBezTo>
                    <a:pt x="7812" y="6406"/>
                    <a:pt x="7717" y="6478"/>
                    <a:pt x="7645" y="6573"/>
                  </a:cubicBezTo>
                  <a:cubicBezTo>
                    <a:pt x="7455" y="6335"/>
                    <a:pt x="7145" y="6192"/>
                    <a:pt x="6812" y="6192"/>
                  </a:cubicBezTo>
                  <a:cubicBezTo>
                    <a:pt x="6193" y="6192"/>
                    <a:pt x="5693" y="6692"/>
                    <a:pt x="5693" y="7311"/>
                  </a:cubicBezTo>
                  <a:lnTo>
                    <a:pt x="5121" y="7311"/>
                  </a:lnTo>
                  <a:cubicBezTo>
                    <a:pt x="5169" y="6811"/>
                    <a:pt x="5073" y="6335"/>
                    <a:pt x="4883" y="5930"/>
                  </a:cubicBezTo>
                  <a:cubicBezTo>
                    <a:pt x="4645" y="5454"/>
                    <a:pt x="4264" y="5120"/>
                    <a:pt x="3811" y="5049"/>
                  </a:cubicBezTo>
                  <a:cubicBezTo>
                    <a:pt x="3733" y="5038"/>
                    <a:pt x="3655" y="5032"/>
                    <a:pt x="3579" y="5032"/>
                  </a:cubicBezTo>
                  <a:cubicBezTo>
                    <a:pt x="3332" y="5032"/>
                    <a:pt x="3095" y="5094"/>
                    <a:pt x="2859" y="5239"/>
                  </a:cubicBezTo>
                  <a:lnTo>
                    <a:pt x="2859" y="5073"/>
                  </a:lnTo>
                  <a:cubicBezTo>
                    <a:pt x="2859" y="4763"/>
                    <a:pt x="3121" y="4501"/>
                    <a:pt x="3430" y="4501"/>
                  </a:cubicBezTo>
                  <a:lnTo>
                    <a:pt x="3430" y="3953"/>
                  </a:lnTo>
                  <a:cubicBezTo>
                    <a:pt x="2811" y="3953"/>
                    <a:pt x="2311" y="4454"/>
                    <a:pt x="2311" y="5073"/>
                  </a:cubicBezTo>
                  <a:lnTo>
                    <a:pt x="2311" y="5239"/>
                  </a:lnTo>
                  <a:cubicBezTo>
                    <a:pt x="2074" y="5094"/>
                    <a:pt x="1824" y="5032"/>
                    <a:pt x="1581" y="5032"/>
                  </a:cubicBezTo>
                  <a:cubicBezTo>
                    <a:pt x="1506" y="5032"/>
                    <a:pt x="1431" y="5038"/>
                    <a:pt x="1358" y="5049"/>
                  </a:cubicBezTo>
                  <a:cubicBezTo>
                    <a:pt x="1120" y="5097"/>
                    <a:pt x="882" y="5216"/>
                    <a:pt x="692" y="5382"/>
                  </a:cubicBezTo>
                  <a:cubicBezTo>
                    <a:pt x="668" y="5263"/>
                    <a:pt x="644" y="5144"/>
                    <a:pt x="644" y="5025"/>
                  </a:cubicBezTo>
                  <a:cubicBezTo>
                    <a:pt x="572" y="4311"/>
                    <a:pt x="787" y="3620"/>
                    <a:pt x="1287" y="3096"/>
                  </a:cubicBezTo>
                  <a:cubicBezTo>
                    <a:pt x="1763" y="2572"/>
                    <a:pt x="2430" y="2263"/>
                    <a:pt x="3144" y="2263"/>
                  </a:cubicBezTo>
                  <a:close/>
                  <a:moveTo>
                    <a:pt x="6812" y="6740"/>
                  </a:moveTo>
                  <a:cubicBezTo>
                    <a:pt x="7121" y="6740"/>
                    <a:pt x="7383" y="7002"/>
                    <a:pt x="7383" y="7311"/>
                  </a:cubicBezTo>
                  <a:cubicBezTo>
                    <a:pt x="7383" y="7621"/>
                    <a:pt x="7121" y="7859"/>
                    <a:pt x="6812" y="7859"/>
                  </a:cubicBezTo>
                  <a:cubicBezTo>
                    <a:pt x="6502" y="7859"/>
                    <a:pt x="6264" y="7621"/>
                    <a:pt x="6264" y="7311"/>
                  </a:cubicBezTo>
                  <a:cubicBezTo>
                    <a:pt x="6264" y="7002"/>
                    <a:pt x="6502" y="6740"/>
                    <a:pt x="6812" y="6740"/>
                  </a:cubicBezTo>
                  <a:close/>
                  <a:moveTo>
                    <a:pt x="8503" y="6740"/>
                  </a:moveTo>
                  <a:cubicBezTo>
                    <a:pt x="8812" y="6740"/>
                    <a:pt x="9050" y="7002"/>
                    <a:pt x="9050" y="7311"/>
                  </a:cubicBezTo>
                  <a:cubicBezTo>
                    <a:pt x="9050" y="7621"/>
                    <a:pt x="8812" y="7859"/>
                    <a:pt x="8503" y="7859"/>
                  </a:cubicBezTo>
                  <a:cubicBezTo>
                    <a:pt x="8193" y="7859"/>
                    <a:pt x="7931" y="7621"/>
                    <a:pt x="7931" y="7311"/>
                  </a:cubicBezTo>
                  <a:cubicBezTo>
                    <a:pt x="7931" y="7002"/>
                    <a:pt x="8193" y="6740"/>
                    <a:pt x="8503" y="6740"/>
                  </a:cubicBezTo>
                  <a:close/>
                  <a:moveTo>
                    <a:pt x="3598" y="5588"/>
                  </a:moveTo>
                  <a:cubicBezTo>
                    <a:pt x="3638" y="5588"/>
                    <a:pt x="3677" y="5591"/>
                    <a:pt x="3716" y="5597"/>
                  </a:cubicBezTo>
                  <a:cubicBezTo>
                    <a:pt x="3978" y="5644"/>
                    <a:pt x="4216" y="5859"/>
                    <a:pt x="4383" y="6192"/>
                  </a:cubicBezTo>
                  <a:cubicBezTo>
                    <a:pt x="4740" y="6930"/>
                    <a:pt x="4550" y="8026"/>
                    <a:pt x="3954" y="8597"/>
                  </a:cubicBezTo>
                  <a:cubicBezTo>
                    <a:pt x="3730" y="8821"/>
                    <a:pt x="3488" y="8941"/>
                    <a:pt x="3244" y="8941"/>
                  </a:cubicBezTo>
                  <a:cubicBezTo>
                    <a:pt x="3203" y="8941"/>
                    <a:pt x="3162" y="8938"/>
                    <a:pt x="3121" y="8931"/>
                  </a:cubicBezTo>
                  <a:cubicBezTo>
                    <a:pt x="2859" y="8883"/>
                    <a:pt x="2716" y="8693"/>
                    <a:pt x="2573" y="8597"/>
                  </a:cubicBezTo>
                  <a:cubicBezTo>
                    <a:pt x="2454" y="8693"/>
                    <a:pt x="2311" y="8883"/>
                    <a:pt x="2049" y="8931"/>
                  </a:cubicBezTo>
                  <a:cubicBezTo>
                    <a:pt x="2008" y="8938"/>
                    <a:pt x="1966" y="8941"/>
                    <a:pt x="1925" y="8941"/>
                  </a:cubicBezTo>
                  <a:cubicBezTo>
                    <a:pt x="1681" y="8941"/>
                    <a:pt x="1440" y="8821"/>
                    <a:pt x="1215" y="8597"/>
                  </a:cubicBezTo>
                  <a:cubicBezTo>
                    <a:pt x="930" y="8311"/>
                    <a:pt x="739" y="7907"/>
                    <a:pt x="668" y="7454"/>
                  </a:cubicBezTo>
                  <a:cubicBezTo>
                    <a:pt x="572" y="6978"/>
                    <a:pt x="620" y="6525"/>
                    <a:pt x="787" y="6168"/>
                  </a:cubicBezTo>
                  <a:cubicBezTo>
                    <a:pt x="954" y="5859"/>
                    <a:pt x="1192" y="5644"/>
                    <a:pt x="1454" y="5597"/>
                  </a:cubicBezTo>
                  <a:cubicBezTo>
                    <a:pt x="1493" y="5591"/>
                    <a:pt x="1532" y="5588"/>
                    <a:pt x="1572" y="5588"/>
                  </a:cubicBezTo>
                  <a:cubicBezTo>
                    <a:pt x="1846" y="5588"/>
                    <a:pt x="2133" y="5731"/>
                    <a:pt x="2382" y="6002"/>
                  </a:cubicBezTo>
                  <a:lnTo>
                    <a:pt x="2573" y="6240"/>
                  </a:lnTo>
                  <a:lnTo>
                    <a:pt x="2787" y="6002"/>
                  </a:lnTo>
                  <a:cubicBezTo>
                    <a:pt x="3037" y="5731"/>
                    <a:pt x="3323" y="5588"/>
                    <a:pt x="3598" y="5588"/>
                  </a:cubicBezTo>
                  <a:close/>
                  <a:moveTo>
                    <a:pt x="8503" y="0"/>
                  </a:moveTo>
                  <a:cubicBezTo>
                    <a:pt x="7764" y="0"/>
                    <a:pt x="7145" y="477"/>
                    <a:pt x="6907" y="1143"/>
                  </a:cubicBezTo>
                  <a:cubicBezTo>
                    <a:pt x="6026" y="1215"/>
                    <a:pt x="5240" y="1620"/>
                    <a:pt x="4835" y="2191"/>
                  </a:cubicBezTo>
                  <a:cubicBezTo>
                    <a:pt x="4335" y="1882"/>
                    <a:pt x="3740" y="1715"/>
                    <a:pt x="3144" y="1715"/>
                  </a:cubicBezTo>
                  <a:cubicBezTo>
                    <a:pt x="2382" y="1715"/>
                    <a:pt x="1668" y="1977"/>
                    <a:pt x="1096" y="2477"/>
                  </a:cubicBezTo>
                  <a:cubicBezTo>
                    <a:pt x="811" y="2215"/>
                    <a:pt x="620" y="1834"/>
                    <a:pt x="620" y="1429"/>
                  </a:cubicBezTo>
                  <a:lnTo>
                    <a:pt x="72" y="1429"/>
                  </a:lnTo>
                  <a:cubicBezTo>
                    <a:pt x="72" y="2001"/>
                    <a:pt x="311" y="2525"/>
                    <a:pt x="715" y="2882"/>
                  </a:cubicBezTo>
                  <a:cubicBezTo>
                    <a:pt x="239" y="3501"/>
                    <a:pt x="1" y="4287"/>
                    <a:pt x="72" y="5097"/>
                  </a:cubicBezTo>
                  <a:cubicBezTo>
                    <a:pt x="120" y="5382"/>
                    <a:pt x="191" y="5668"/>
                    <a:pt x="287" y="5930"/>
                  </a:cubicBezTo>
                  <a:cubicBezTo>
                    <a:pt x="287" y="5930"/>
                    <a:pt x="287" y="5930"/>
                    <a:pt x="287" y="5954"/>
                  </a:cubicBezTo>
                  <a:cubicBezTo>
                    <a:pt x="72" y="6406"/>
                    <a:pt x="1" y="6978"/>
                    <a:pt x="120" y="7549"/>
                  </a:cubicBezTo>
                  <a:cubicBezTo>
                    <a:pt x="215" y="8121"/>
                    <a:pt x="477" y="8645"/>
                    <a:pt x="834" y="9002"/>
                  </a:cubicBezTo>
                  <a:cubicBezTo>
                    <a:pt x="1158" y="9326"/>
                    <a:pt x="1533" y="9495"/>
                    <a:pt x="1930" y="9495"/>
                  </a:cubicBezTo>
                  <a:cubicBezTo>
                    <a:pt x="2001" y="9495"/>
                    <a:pt x="2072" y="9489"/>
                    <a:pt x="2144" y="9478"/>
                  </a:cubicBezTo>
                  <a:cubicBezTo>
                    <a:pt x="2287" y="9455"/>
                    <a:pt x="2454" y="9383"/>
                    <a:pt x="2573" y="9312"/>
                  </a:cubicBezTo>
                  <a:cubicBezTo>
                    <a:pt x="2716" y="9383"/>
                    <a:pt x="2882" y="9455"/>
                    <a:pt x="3025" y="9478"/>
                  </a:cubicBezTo>
                  <a:cubicBezTo>
                    <a:pt x="3095" y="9488"/>
                    <a:pt x="3165" y="9493"/>
                    <a:pt x="3234" y="9493"/>
                  </a:cubicBezTo>
                  <a:cubicBezTo>
                    <a:pt x="3656" y="9493"/>
                    <a:pt x="4052" y="9309"/>
                    <a:pt x="4359" y="9002"/>
                  </a:cubicBezTo>
                  <a:cubicBezTo>
                    <a:pt x="4645" y="8693"/>
                    <a:pt x="4883" y="8311"/>
                    <a:pt x="5002" y="7859"/>
                  </a:cubicBezTo>
                  <a:lnTo>
                    <a:pt x="5859" y="7859"/>
                  </a:lnTo>
                  <a:cubicBezTo>
                    <a:pt x="6050" y="8192"/>
                    <a:pt x="6407" y="8431"/>
                    <a:pt x="6812" y="8431"/>
                  </a:cubicBezTo>
                  <a:cubicBezTo>
                    <a:pt x="7145" y="8431"/>
                    <a:pt x="7455" y="8264"/>
                    <a:pt x="7645" y="8050"/>
                  </a:cubicBezTo>
                  <a:cubicBezTo>
                    <a:pt x="7860" y="8264"/>
                    <a:pt x="8169" y="8431"/>
                    <a:pt x="8503" y="8431"/>
                  </a:cubicBezTo>
                  <a:cubicBezTo>
                    <a:pt x="9122" y="8431"/>
                    <a:pt x="9622" y="7930"/>
                    <a:pt x="9622" y="7311"/>
                  </a:cubicBezTo>
                  <a:cubicBezTo>
                    <a:pt x="9622" y="6692"/>
                    <a:pt x="9122" y="6192"/>
                    <a:pt x="8503" y="6192"/>
                  </a:cubicBezTo>
                  <a:lnTo>
                    <a:pt x="8479" y="6192"/>
                  </a:lnTo>
                  <a:cubicBezTo>
                    <a:pt x="8503" y="6144"/>
                    <a:pt x="8503" y="6097"/>
                    <a:pt x="8503" y="6049"/>
                  </a:cubicBezTo>
                  <a:cubicBezTo>
                    <a:pt x="8503" y="5620"/>
                    <a:pt x="8360" y="5216"/>
                    <a:pt x="8098" y="4906"/>
                  </a:cubicBezTo>
                  <a:cubicBezTo>
                    <a:pt x="9003" y="4596"/>
                    <a:pt x="9622" y="3906"/>
                    <a:pt x="9622" y="3096"/>
                  </a:cubicBezTo>
                  <a:cubicBezTo>
                    <a:pt x="9622" y="2572"/>
                    <a:pt x="9336" y="2072"/>
                    <a:pt x="8836" y="1691"/>
                  </a:cubicBezTo>
                  <a:cubicBezTo>
                    <a:pt x="8479" y="1429"/>
                    <a:pt x="8003" y="1239"/>
                    <a:pt x="7503" y="1167"/>
                  </a:cubicBezTo>
                  <a:cubicBezTo>
                    <a:pt x="7693" y="810"/>
                    <a:pt x="8074" y="572"/>
                    <a:pt x="8503" y="572"/>
                  </a:cubicBezTo>
                  <a:lnTo>
                    <a:pt x="85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19"/>
            <p:cNvSpPr/>
            <p:nvPr/>
          </p:nvSpPr>
          <p:spPr>
            <a:xfrm>
              <a:off x="4915875" y="2266000"/>
              <a:ext cx="258400" cy="258400"/>
            </a:xfrm>
            <a:custGeom>
              <a:rect b="b" l="l" r="r" t="t"/>
              <a:pathLst>
                <a:path extrusionOk="0" h="10336" w="10336">
                  <a:moveTo>
                    <a:pt x="2739" y="596"/>
                  </a:moveTo>
                  <a:cubicBezTo>
                    <a:pt x="3239" y="596"/>
                    <a:pt x="3644" y="1001"/>
                    <a:pt x="3644" y="1501"/>
                  </a:cubicBezTo>
                  <a:lnTo>
                    <a:pt x="3644" y="1810"/>
                  </a:lnTo>
                  <a:lnTo>
                    <a:pt x="2453" y="1810"/>
                  </a:lnTo>
                  <a:lnTo>
                    <a:pt x="2453" y="2406"/>
                  </a:lnTo>
                  <a:lnTo>
                    <a:pt x="3001" y="2406"/>
                  </a:lnTo>
                  <a:lnTo>
                    <a:pt x="2477" y="6073"/>
                  </a:lnTo>
                  <a:lnTo>
                    <a:pt x="1834" y="6073"/>
                  </a:lnTo>
                  <a:lnTo>
                    <a:pt x="1834" y="1501"/>
                  </a:lnTo>
                  <a:cubicBezTo>
                    <a:pt x="1834" y="1001"/>
                    <a:pt x="2239" y="596"/>
                    <a:pt x="2739" y="596"/>
                  </a:cubicBezTo>
                  <a:close/>
                  <a:moveTo>
                    <a:pt x="4311" y="2406"/>
                  </a:moveTo>
                  <a:lnTo>
                    <a:pt x="4716" y="5311"/>
                  </a:lnTo>
                  <a:cubicBezTo>
                    <a:pt x="4501" y="5502"/>
                    <a:pt x="4358" y="5764"/>
                    <a:pt x="4287" y="6073"/>
                  </a:cubicBezTo>
                  <a:lnTo>
                    <a:pt x="3096" y="6073"/>
                  </a:lnTo>
                  <a:lnTo>
                    <a:pt x="3620" y="2406"/>
                  </a:lnTo>
                  <a:close/>
                  <a:moveTo>
                    <a:pt x="7002" y="4859"/>
                  </a:moveTo>
                  <a:cubicBezTo>
                    <a:pt x="7621" y="4859"/>
                    <a:pt x="7812" y="5430"/>
                    <a:pt x="7859" y="5454"/>
                  </a:cubicBezTo>
                  <a:lnTo>
                    <a:pt x="8193" y="5454"/>
                  </a:lnTo>
                  <a:cubicBezTo>
                    <a:pt x="8597" y="5454"/>
                    <a:pt x="8931" y="5716"/>
                    <a:pt x="9050" y="6073"/>
                  </a:cubicBezTo>
                  <a:lnTo>
                    <a:pt x="6692" y="6073"/>
                  </a:lnTo>
                  <a:lnTo>
                    <a:pt x="6692" y="6978"/>
                  </a:lnTo>
                  <a:cubicBezTo>
                    <a:pt x="6692" y="7145"/>
                    <a:pt x="6549" y="7288"/>
                    <a:pt x="6383" y="7288"/>
                  </a:cubicBezTo>
                  <a:cubicBezTo>
                    <a:pt x="6216" y="7288"/>
                    <a:pt x="6073" y="7145"/>
                    <a:pt x="6073" y="6978"/>
                  </a:cubicBezTo>
                  <a:lnTo>
                    <a:pt x="6073" y="6073"/>
                  </a:lnTo>
                  <a:lnTo>
                    <a:pt x="4930" y="6073"/>
                  </a:lnTo>
                  <a:cubicBezTo>
                    <a:pt x="5049" y="5716"/>
                    <a:pt x="5382" y="5454"/>
                    <a:pt x="5787" y="5454"/>
                  </a:cubicBezTo>
                  <a:lnTo>
                    <a:pt x="6121" y="5454"/>
                  </a:lnTo>
                  <a:cubicBezTo>
                    <a:pt x="6168" y="5430"/>
                    <a:pt x="6359" y="4859"/>
                    <a:pt x="7002" y="4859"/>
                  </a:cubicBezTo>
                  <a:close/>
                  <a:moveTo>
                    <a:pt x="9121" y="6668"/>
                  </a:moveTo>
                  <a:lnTo>
                    <a:pt x="9121" y="7597"/>
                  </a:lnTo>
                  <a:cubicBezTo>
                    <a:pt x="9121" y="8431"/>
                    <a:pt x="8431" y="9121"/>
                    <a:pt x="7597" y="9121"/>
                  </a:cubicBezTo>
                  <a:lnTo>
                    <a:pt x="2739" y="9121"/>
                  </a:lnTo>
                  <a:cubicBezTo>
                    <a:pt x="1906" y="9121"/>
                    <a:pt x="1239" y="8431"/>
                    <a:pt x="1239" y="7597"/>
                  </a:cubicBezTo>
                  <a:lnTo>
                    <a:pt x="1239" y="6668"/>
                  </a:lnTo>
                  <a:lnTo>
                    <a:pt x="5478" y="6668"/>
                  </a:lnTo>
                  <a:lnTo>
                    <a:pt x="5478" y="6978"/>
                  </a:lnTo>
                  <a:cubicBezTo>
                    <a:pt x="5478" y="7478"/>
                    <a:pt x="5883" y="7883"/>
                    <a:pt x="6383" y="7883"/>
                  </a:cubicBezTo>
                  <a:cubicBezTo>
                    <a:pt x="6883" y="7883"/>
                    <a:pt x="7288" y="7478"/>
                    <a:pt x="7288" y="6978"/>
                  </a:cubicBezTo>
                  <a:lnTo>
                    <a:pt x="7288" y="6668"/>
                  </a:lnTo>
                  <a:close/>
                  <a:moveTo>
                    <a:pt x="2739" y="0"/>
                  </a:moveTo>
                  <a:cubicBezTo>
                    <a:pt x="1906" y="0"/>
                    <a:pt x="1239" y="667"/>
                    <a:pt x="1239" y="1501"/>
                  </a:cubicBezTo>
                  <a:lnTo>
                    <a:pt x="1239" y="4263"/>
                  </a:lnTo>
                  <a:lnTo>
                    <a:pt x="596" y="4263"/>
                  </a:lnTo>
                  <a:lnTo>
                    <a:pt x="596" y="3644"/>
                  </a:lnTo>
                  <a:lnTo>
                    <a:pt x="0" y="3644"/>
                  </a:lnTo>
                  <a:lnTo>
                    <a:pt x="0" y="5478"/>
                  </a:lnTo>
                  <a:lnTo>
                    <a:pt x="596" y="5478"/>
                  </a:lnTo>
                  <a:lnTo>
                    <a:pt x="596" y="4859"/>
                  </a:lnTo>
                  <a:lnTo>
                    <a:pt x="1239" y="4859"/>
                  </a:lnTo>
                  <a:lnTo>
                    <a:pt x="1239" y="6073"/>
                  </a:lnTo>
                  <a:lnTo>
                    <a:pt x="0" y="6073"/>
                  </a:lnTo>
                  <a:lnTo>
                    <a:pt x="0" y="6668"/>
                  </a:lnTo>
                  <a:lnTo>
                    <a:pt x="620" y="6668"/>
                  </a:lnTo>
                  <a:lnTo>
                    <a:pt x="620" y="7597"/>
                  </a:lnTo>
                  <a:cubicBezTo>
                    <a:pt x="620" y="8669"/>
                    <a:pt x="1429" y="9550"/>
                    <a:pt x="2453" y="9717"/>
                  </a:cubicBezTo>
                  <a:lnTo>
                    <a:pt x="2453" y="10336"/>
                  </a:lnTo>
                  <a:lnTo>
                    <a:pt x="3049" y="10336"/>
                  </a:lnTo>
                  <a:lnTo>
                    <a:pt x="3049" y="9741"/>
                  </a:lnTo>
                  <a:lnTo>
                    <a:pt x="7288" y="9741"/>
                  </a:lnTo>
                  <a:lnTo>
                    <a:pt x="7288" y="10336"/>
                  </a:lnTo>
                  <a:lnTo>
                    <a:pt x="7907" y="10336"/>
                  </a:lnTo>
                  <a:lnTo>
                    <a:pt x="7907" y="9717"/>
                  </a:lnTo>
                  <a:cubicBezTo>
                    <a:pt x="8931" y="9550"/>
                    <a:pt x="9717" y="8669"/>
                    <a:pt x="9717" y="7597"/>
                  </a:cubicBezTo>
                  <a:lnTo>
                    <a:pt x="9717" y="6668"/>
                  </a:lnTo>
                  <a:lnTo>
                    <a:pt x="10336" y="6668"/>
                  </a:lnTo>
                  <a:lnTo>
                    <a:pt x="10336" y="6073"/>
                  </a:lnTo>
                  <a:lnTo>
                    <a:pt x="9693" y="6073"/>
                  </a:lnTo>
                  <a:cubicBezTo>
                    <a:pt x="9550" y="5382"/>
                    <a:pt x="8931" y="4859"/>
                    <a:pt x="8193" y="4859"/>
                  </a:cubicBezTo>
                  <a:cubicBezTo>
                    <a:pt x="7907" y="4478"/>
                    <a:pt x="7454" y="4263"/>
                    <a:pt x="7002" y="4263"/>
                  </a:cubicBezTo>
                  <a:cubicBezTo>
                    <a:pt x="6526" y="4263"/>
                    <a:pt x="6073" y="4478"/>
                    <a:pt x="5787" y="4859"/>
                  </a:cubicBezTo>
                  <a:cubicBezTo>
                    <a:pt x="5597" y="4859"/>
                    <a:pt x="5430" y="4882"/>
                    <a:pt x="5263" y="4954"/>
                  </a:cubicBezTo>
                  <a:lnTo>
                    <a:pt x="4906" y="2406"/>
                  </a:lnTo>
                  <a:lnTo>
                    <a:pt x="5478" y="2406"/>
                  </a:lnTo>
                  <a:lnTo>
                    <a:pt x="5478" y="1810"/>
                  </a:lnTo>
                  <a:lnTo>
                    <a:pt x="4263" y="1810"/>
                  </a:lnTo>
                  <a:lnTo>
                    <a:pt x="4263" y="1501"/>
                  </a:lnTo>
                  <a:cubicBezTo>
                    <a:pt x="4263" y="667"/>
                    <a:pt x="3573" y="0"/>
                    <a:pt x="2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19"/>
            <p:cNvSpPr/>
            <p:nvPr/>
          </p:nvSpPr>
          <p:spPr>
            <a:xfrm>
              <a:off x="5450500" y="2273150"/>
              <a:ext cx="278075" cy="244125"/>
            </a:xfrm>
            <a:custGeom>
              <a:rect b="b" l="l" r="r" t="t"/>
              <a:pathLst>
                <a:path extrusionOk="0" h="9765" w="11123">
                  <a:moveTo>
                    <a:pt x="5573" y="643"/>
                  </a:moveTo>
                  <a:cubicBezTo>
                    <a:pt x="5740" y="643"/>
                    <a:pt x="5883" y="786"/>
                    <a:pt x="5883" y="977"/>
                  </a:cubicBezTo>
                  <a:cubicBezTo>
                    <a:pt x="5883" y="1143"/>
                    <a:pt x="5740" y="1310"/>
                    <a:pt x="5573" y="1310"/>
                  </a:cubicBezTo>
                  <a:cubicBezTo>
                    <a:pt x="5383" y="1310"/>
                    <a:pt x="5240" y="1143"/>
                    <a:pt x="5240" y="977"/>
                  </a:cubicBezTo>
                  <a:cubicBezTo>
                    <a:pt x="5240" y="786"/>
                    <a:pt x="5383" y="643"/>
                    <a:pt x="5573" y="643"/>
                  </a:cubicBezTo>
                  <a:close/>
                  <a:moveTo>
                    <a:pt x="2287" y="1310"/>
                  </a:moveTo>
                  <a:cubicBezTo>
                    <a:pt x="2478" y="1310"/>
                    <a:pt x="2620" y="1453"/>
                    <a:pt x="2620" y="1620"/>
                  </a:cubicBezTo>
                  <a:cubicBezTo>
                    <a:pt x="2620" y="1810"/>
                    <a:pt x="2478" y="1953"/>
                    <a:pt x="2287" y="1953"/>
                  </a:cubicBezTo>
                  <a:cubicBezTo>
                    <a:pt x="2120" y="1953"/>
                    <a:pt x="1954" y="1810"/>
                    <a:pt x="1954" y="1620"/>
                  </a:cubicBezTo>
                  <a:cubicBezTo>
                    <a:pt x="1954" y="1453"/>
                    <a:pt x="2120" y="1310"/>
                    <a:pt x="2287" y="1310"/>
                  </a:cubicBezTo>
                  <a:close/>
                  <a:moveTo>
                    <a:pt x="8836" y="1310"/>
                  </a:moveTo>
                  <a:cubicBezTo>
                    <a:pt x="9027" y="1310"/>
                    <a:pt x="9169" y="1453"/>
                    <a:pt x="9169" y="1620"/>
                  </a:cubicBezTo>
                  <a:cubicBezTo>
                    <a:pt x="9169" y="1810"/>
                    <a:pt x="9027" y="1953"/>
                    <a:pt x="8836" y="1953"/>
                  </a:cubicBezTo>
                  <a:cubicBezTo>
                    <a:pt x="8645" y="1953"/>
                    <a:pt x="8503" y="1810"/>
                    <a:pt x="8503" y="1620"/>
                  </a:cubicBezTo>
                  <a:cubicBezTo>
                    <a:pt x="8503" y="1453"/>
                    <a:pt x="8645" y="1310"/>
                    <a:pt x="8836" y="1310"/>
                  </a:cubicBezTo>
                  <a:close/>
                  <a:moveTo>
                    <a:pt x="977" y="3906"/>
                  </a:moveTo>
                  <a:cubicBezTo>
                    <a:pt x="1168" y="3906"/>
                    <a:pt x="1311" y="4049"/>
                    <a:pt x="1311" y="4215"/>
                  </a:cubicBezTo>
                  <a:cubicBezTo>
                    <a:pt x="1311" y="4406"/>
                    <a:pt x="1168" y="4549"/>
                    <a:pt x="977" y="4549"/>
                  </a:cubicBezTo>
                  <a:cubicBezTo>
                    <a:pt x="811" y="4549"/>
                    <a:pt x="668" y="4406"/>
                    <a:pt x="668" y="4215"/>
                  </a:cubicBezTo>
                  <a:cubicBezTo>
                    <a:pt x="668" y="4049"/>
                    <a:pt x="811" y="3906"/>
                    <a:pt x="977" y="3906"/>
                  </a:cubicBezTo>
                  <a:close/>
                  <a:moveTo>
                    <a:pt x="10146" y="3906"/>
                  </a:moveTo>
                  <a:cubicBezTo>
                    <a:pt x="10312" y="3906"/>
                    <a:pt x="10455" y="4049"/>
                    <a:pt x="10455" y="4215"/>
                  </a:cubicBezTo>
                  <a:cubicBezTo>
                    <a:pt x="10455" y="4406"/>
                    <a:pt x="10312" y="4549"/>
                    <a:pt x="10146" y="4549"/>
                  </a:cubicBezTo>
                  <a:cubicBezTo>
                    <a:pt x="9955" y="4549"/>
                    <a:pt x="9812" y="4406"/>
                    <a:pt x="9812" y="4215"/>
                  </a:cubicBezTo>
                  <a:cubicBezTo>
                    <a:pt x="9812" y="4049"/>
                    <a:pt x="9955" y="3906"/>
                    <a:pt x="10146" y="3906"/>
                  </a:cubicBezTo>
                  <a:close/>
                  <a:moveTo>
                    <a:pt x="5573" y="5192"/>
                  </a:moveTo>
                  <a:cubicBezTo>
                    <a:pt x="7788" y="5192"/>
                    <a:pt x="9622" y="6930"/>
                    <a:pt x="9789" y="9097"/>
                  </a:cubicBezTo>
                  <a:lnTo>
                    <a:pt x="1334" y="9097"/>
                  </a:lnTo>
                  <a:cubicBezTo>
                    <a:pt x="1501" y="6930"/>
                    <a:pt x="3335" y="5192"/>
                    <a:pt x="5573" y="5192"/>
                  </a:cubicBezTo>
                  <a:close/>
                  <a:moveTo>
                    <a:pt x="5550" y="0"/>
                  </a:moveTo>
                  <a:cubicBezTo>
                    <a:pt x="5026" y="0"/>
                    <a:pt x="4597" y="429"/>
                    <a:pt x="4597" y="977"/>
                  </a:cubicBezTo>
                  <a:cubicBezTo>
                    <a:pt x="4597" y="1405"/>
                    <a:pt x="4859" y="1762"/>
                    <a:pt x="5240" y="1905"/>
                  </a:cubicBezTo>
                  <a:lnTo>
                    <a:pt x="5240" y="4573"/>
                  </a:lnTo>
                  <a:cubicBezTo>
                    <a:pt x="4883" y="4596"/>
                    <a:pt x="4549" y="4644"/>
                    <a:pt x="4216" y="4739"/>
                  </a:cubicBezTo>
                  <a:lnTo>
                    <a:pt x="2978" y="2310"/>
                  </a:lnTo>
                  <a:cubicBezTo>
                    <a:pt x="3168" y="2120"/>
                    <a:pt x="3263" y="1882"/>
                    <a:pt x="3263" y="1620"/>
                  </a:cubicBezTo>
                  <a:cubicBezTo>
                    <a:pt x="3263" y="1096"/>
                    <a:pt x="2835" y="643"/>
                    <a:pt x="2287" y="643"/>
                  </a:cubicBezTo>
                  <a:cubicBezTo>
                    <a:pt x="1739" y="643"/>
                    <a:pt x="1311" y="1096"/>
                    <a:pt x="1311" y="1620"/>
                  </a:cubicBezTo>
                  <a:cubicBezTo>
                    <a:pt x="1311" y="2167"/>
                    <a:pt x="1739" y="2596"/>
                    <a:pt x="2287" y="2596"/>
                  </a:cubicBezTo>
                  <a:lnTo>
                    <a:pt x="2406" y="2596"/>
                  </a:lnTo>
                  <a:lnTo>
                    <a:pt x="3597" y="4954"/>
                  </a:lnTo>
                  <a:cubicBezTo>
                    <a:pt x="3192" y="5144"/>
                    <a:pt x="2835" y="5358"/>
                    <a:pt x="2501" y="5620"/>
                  </a:cubicBezTo>
                  <a:lnTo>
                    <a:pt x="1811" y="4739"/>
                  </a:lnTo>
                  <a:cubicBezTo>
                    <a:pt x="1906" y="4596"/>
                    <a:pt x="1954" y="4406"/>
                    <a:pt x="1954" y="4215"/>
                  </a:cubicBezTo>
                  <a:cubicBezTo>
                    <a:pt x="1954" y="3691"/>
                    <a:pt x="1525" y="3239"/>
                    <a:pt x="977" y="3239"/>
                  </a:cubicBezTo>
                  <a:cubicBezTo>
                    <a:pt x="453" y="3239"/>
                    <a:pt x="1" y="3691"/>
                    <a:pt x="1" y="4215"/>
                  </a:cubicBezTo>
                  <a:cubicBezTo>
                    <a:pt x="1" y="4763"/>
                    <a:pt x="453" y="5192"/>
                    <a:pt x="977" y="5192"/>
                  </a:cubicBezTo>
                  <a:cubicBezTo>
                    <a:pt x="1096" y="5192"/>
                    <a:pt x="1215" y="5192"/>
                    <a:pt x="1311" y="5144"/>
                  </a:cubicBezTo>
                  <a:lnTo>
                    <a:pt x="2025" y="6049"/>
                  </a:lnTo>
                  <a:cubicBezTo>
                    <a:pt x="1263" y="6859"/>
                    <a:pt x="739" y="7930"/>
                    <a:pt x="668" y="9097"/>
                  </a:cubicBezTo>
                  <a:lnTo>
                    <a:pt x="1" y="9097"/>
                  </a:lnTo>
                  <a:lnTo>
                    <a:pt x="1" y="9764"/>
                  </a:lnTo>
                  <a:lnTo>
                    <a:pt x="11122" y="9764"/>
                  </a:lnTo>
                  <a:lnTo>
                    <a:pt x="11122" y="9097"/>
                  </a:lnTo>
                  <a:lnTo>
                    <a:pt x="10455" y="9097"/>
                  </a:lnTo>
                  <a:cubicBezTo>
                    <a:pt x="10360" y="7930"/>
                    <a:pt x="9860" y="6859"/>
                    <a:pt x="9098" y="6049"/>
                  </a:cubicBezTo>
                  <a:lnTo>
                    <a:pt x="9812" y="5144"/>
                  </a:lnTo>
                  <a:cubicBezTo>
                    <a:pt x="9908" y="5192"/>
                    <a:pt x="10027" y="5192"/>
                    <a:pt x="10146" y="5192"/>
                  </a:cubicBezTo>
                  <a:cubicBezTo>
                    <a:pt x="10670" y="5192"/>
                    <a:pt x="11122" y="4763"/>
                    <a:pt x="11122" y="4215"/>
                  </a:cubicBezTo>
                  <a:cubicBezTo>
                    <a:pt x="11122" y="3691"/>
                    <a:pt x="10670" y="3239"/>
                    <a:pt x="10146" y="3239"/>
                  </a:cubicBezTo>
                  <a:cubicBezTo>
                    <a:pt x="9598" y="3239"/>
                    <a:pt x="9169" y="3691"/>
                    <a:pt x="9169" y="4215"/>
                  </a:cubicBezTo>
                  <a:cubicBezTo>
                    <a:pt x="9169" y="4406"/>
                    <a:pt x="9217" y="4596"/>
                    <a:pt x="9312" y="4739"/>
                  </a:cubicBezTo>
                  <a:lnTo>
                    <a:pt x="8622" y="5620"/>
                  </a:lnTo>
                  <a:cubicBezTo>
                    <a:pt x="8288" y="5358"/>
                    <a:pt x="7907" y="5144"/>
                    <a:pt x="7526" y="4954"/>
                  </a:cubicBezTo>
                  <a:lnTo>
                    <a:pt x="8717" y="2596"/>
                  </a:lnTo>
                  <a:lnTo>
                    <a:pt x="8836" y="2596"/>
                  </a:lnTo>
                  <a:cubicBezTo>
                    <a:pt x="9384" y="2596"/>
                    <a:pt x="9812" y="2167"/>
                    <a:pt x="9812" y="1620"/>
                  </a:cubicBezTo>
                  <a:cubicBezTo>
                    <a:pt x="9812" y="1096"/>
                    <a:pt x="9384" y="643"/>
                    <a:pt x="8836" y="643"/>
                  </a:cubicBezTo>
                  <a:cubicBezTo>
                    <a:pt x="8288" y="643"/>
                    <a:pt x="7860" y="1096"/>
                    <a:pt x="7860" y="1620"/>
                  </a:cubicBezTo>
                  <a:cubicBezTo>
                    <a:pt x="7860" y="1882"/>
                    <a:pt x="7955" y="2120"/>
                    <a:pt x="8122" y="2310"/>
                  </a:cubicBezTo>
                  <a:lnTo>
                    <a:pt x="6907" y="4739"/>
                  </a:lnTo>
                  <a:cubicBezTo>
                    <a:pt x="6574" y="4644"/>
                    <a:pt x="6240" y="4596"/>
                    <a:pt x="5883" y="4573"/>
                  </a:cubicBezTo>
                  <a:lnTo>
                    <a:pt x="5883" y="1905"/>
                  </a:lnTo>
                  <a:cubicBezTo>
                    <a:pt x="6264" y="1762"/>
                    <a:pt x="6526" y="1405"/>
                    <a:pt x="6526" y="977"/>
                  </a:cubicBezTo>
                  <a:cubicBezTo>
                    <a:pt x="6526" y="429"/>
                    <a:pt x="6097" y="0"/>
                    <a:pt x="5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19"/>
            <p:cNvSpPr/>
            <p:nvPr/>
          </p:nvSpPr>
          <p:spPr>
            <a:xfrm>
              <a:off x="6174475" y="2301725"/>
              <a:ext cx="29775" cy="70275"/>
            </a:xfrm>
            <a:custGeom>
              <a:rect b="b" l="l" r="r" t="t"/>
              <a:pathLst>
                <a:path extrusionOk="0" h="2811" w="1191">
                  <a:moveTo>
                    <a:pt x="762" y="0"/>
                  </a:moveTo>
                  <a:lnTo>
                    <a:pt x="429" y="500"/>
                  </a:lnTo>
                  <a:cubicBezTo>
                    <a:pt x="548" y="572"/>
                    <a:pt x="619" y="691"/>
                    <a:pt x="619" y="834"/>
                  </a:cubicBezTo>
                  <a:cubicBezTo>
                    <a:pt x="619" y="977"/>
                    <a:pt x="548" y="1096"/>
                    <a:pt x="429" y="1167"/>
                  </a:cubicBezTo>
                  <a:cubicBezTo>
                    <a:pt x="167" y="1358"/>
                    <a:pt x="0" y="1667"/>
                    <a:pt x="0" y="2001"/>
                  </a:cubicBezTo>
                  <a:cubicBezTo>
                    <a:pt x="0" y="2334"/>
                    <a:pt x="167" y="2620"/>
                    <a:pt x="429" y="2810"/>
                  </a:cubicBezTo>
                  <a:lnTo>
                    <a:pt x="762" y="2334"/>
                  </a:lnTo>
                  <a:cubicBezTo>
                    <a:pt x="643" y="2263"/>
                    <a:pt x="572" y="2120"/>
                    <a:pt x="572" y="2001"/>
                  </a:cubicBezTo>
                  <a:cubicBezTo>
                    <a:pt x="572" y="1858"/>
                    <a:pt x="643" y="1739"/>
                    <a:pt x="762" y="1643"/>
                  </a:cubicBezTo>
                  <a:cubicBezTo>
                    <a:pt x="1024" y="1477"/>
                    <a:pt x="1191" y="1167"/>
                    <a:pt x="1191" y="834"/>
                  </a:cubicBezTo>
                  <a:cubicBezTo>
                    <a:pt x="1191" y="500"/>
                    <a:pt x="1024" y="191"/>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19"/>
            <p:cNvSpPr/>
            <p:nvPr/>
          </p:nvSpPr>
          <p:spPr>
            <a:xfrm>
              <a:off x="6210775" y="2301725"/>
              <a:ext cx="29800" cy="70275"/>
            </a:xfrm>
            <a:custGeom>
              <a:rect b="b" l="l" r="r" t="t"/>
              <a:pathLst>
                <a:path extrusionOk="0" h="2811" w="1192">
                  <a:moveTo>
                    <a:pt x="763" y="0"/>
                  </a:moveTo>
                  <a:lnTo>
                    <a:pt x="430" y="500"/>
                  </a:lnTo>
                  <a:cubicBezTo>
                    <a:pt x="549" y="572"/>
                    <a:pt x="620" y="691"/>
                    <a:pt x="620" y="834"/>
                  </a:cubicBezTo>
                  <a:cubicBezTo>
                    <a:pt x="620" y="977"/>
                    <a:pt x="549" y="1096"/>
                    <a:pt x="430" y="1167"/>
                  </a:cubicBezTo>
                  <a:cubicBezTo>
                    <a:pt x="168" y="1358"/>
                    <a:pt x="1" y="1667"/>
                    <a:pt x="1" y="2001"/>
                  </a:cubicBezTo>
                  <a:cubicBezTo>
                    <a:pt x="1" y="2334"/>
                    <a:pt x="168" y="2620"/>
                    <a:pt x="430" y="2810"/>
                  </a:cubicBezTo>
                  <a:lnTo>
                    <a:pt x="763" y="2334"/>
                  </a:lnTo>
                  <a:cubicBezTo>
                    <a:pt x="644" y="2263"/>
                    <a:pt x="572" y="2120"/>
                    <a:pt x="572" y="2001"/>
                  </a:cubicBezTo>
                  <a:cubicBezTo>
                    <a:pt x="572" y="1858"/>
                    <a:pt x="644" y="1739"/>
                    <a:pt x="763" y="1643"/>
                  </a:cubicBezTo>
                  <a:cubicBezTo>
                    <a:pt x="1025" y="1477"/>
                    <a:pt x="1192" y="1167"/>
                    <a:pt x="1192" y="834"/>
                  </a:cubicBezTo>
                  <a:cubicBezTo>
                    <a:pt x="1192" y="500"/>
                    <a:pt x="1025" y="191"/>
                    <a:pt x="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19"/>
            <p:cNvSpPr/>
            <p:nvPr/>
          </p:nvSpPr>
          <p:spPr>
            <a:xfrm>
              <a:off x="6028600" y="2271350"/>
              <a:ext cx="248300" cy="247700"/>
            </a:xfrm>
            <a:custGeom>
              <a:rect b="b" l="l" r="r" t="t"/>
              <a:pathLst>
                <a:path extrusionOk="0" h="9908" w="9932">
                  <a:moveTo>
                    <a:pt x="2049" y="572"/>
                  </a:moveTo>
                  <a:cubicBezTo>
                    <a:pt x="3073" y="572"/>
                    <a:pt x="3906" y="1334"/>
                    <a:pt x="4049" y="2311"/>
                  </a:cubicBezTo>
                  <a:lnTo>
                    <a:pt x="3787" y="2311"/>
                  </a:lnTo>
                  <a:cubicBezTo>
                    <a:pt x="3311" y="2311"/>
                    <a:pt x="2906" y="1930"/>
                    <a:pt x="2906" y="1453"/>
                  </a:cubicBezTo>
                  <a:lnTo>
                    <a:pt x="2335" y="1453"/>
                  </a:lnTo>
                  <a:cubicBezTo>
                    <a:pt x="2335" y="2239"/>
                    <a:pt x="2977" y="2906"/>
                    <a:pt x="3787" y="2906"/>
                  </a:cubicBezTo>
                  <a:lnTo>
                    <a:pt x="4073" y="2906"/>
                  </a:lnTo>
                  <a:lnTo>
                    <a:pt x="4073" y="4668"/>
                  </a:lnTo>
                  <a:lnTo>
                    <a:pt x="2501" y="4668"/>
                  </a:lnTo>
                  <a:cubicBezTo>
                    <a:pt x="2501" y="4666"/>
                    <a:pt x="2501" y="4666"/>
                    <a:pt x="2502" y="4666"/>
                  </a:cubicBezTo>
                  <a:cubicBezTo>
                    <a:pt x="2502" y="4666"/>
                    <a:pt x="2502" y="4666"/>
                    <a:pt x="2502" y="4666"/>
                  </a:cubicBezTo>
                  <a:cubicBezTo>
                    <a:pt x="2505" y="4666"/>
                    <a:pt x="2506" y="4619"/>
                    <a:pt x="2382" y="3097"/>
                  </a:cubicBezTo>
                  <a:cubicBezTo>
                    <a:pt x="2335" y="2644"/>
                    <a:pt x="1977" y="2311"/>
                    <a:pt x="1525" y="2311"/>
                  </a:cubicBezTo>
                  <a:lnTo>
                    <a:pt x="596" y="2311"/>
                  </a:lnTo>
                  <a:lnTo>
                    <a:pt x="596" y="572"/>
                  </a:lnTo>
                  <a:close/>
                  <a:moveTo>
                    <a:pt x="8622" y="5240"/>
                  </a:moveTo>
                  <a:lnTo>
                    <a:pt x="8407" y="5811"/>
                  </a:lnTo>
                  <a:lnTo>
                    <a:pt x="1525" y="5811"/>
                  </a:lnTo>
                  <a:lnTo>
                    <a:pt x="1310" y="5240"/>
                  </a:lnTo>
                  <a:close/>
                  <a:moveTo>
                    <a:pt x="2692" y="6407"/>
                  </a:moveTo>
                  <a:lnTo>
                    <a:pt x="3120" y="8169"/>
                  </a:lnTo>
                  <a:lnTo>
                    <a:pt x="2382" y="8169"/>
                  </a:lnTo>
                  <a:lnTo>
                    <a:pt x="1739" y="6407"/>
                  </a:lnTo>
                  <a:close/>
                  <a:moveTo>
                    <a:pt x="4668" y="6407"/>
                  </a:moveTo>
                  <a:lnTo>
                    <a:pt x="4668" y="8169"/>
                  </a:lnTo>
                  <a:lnTo>
                    <a:pt x="3716" y="8169"/>
                  </a:lnTo>
                  <a:lnTo>
                    <a:pt x="3287" y="6407"/>
                  </a:lnTo>
                  <a:close/>
                  <a:moveTo>
                    <a:pt x="6621" y="6407"/>
                  </a:moveTo>
                  <a:lnTo>
                    <a:pt x="6192" y="8169"/>
                  </a:lnTo>
                  <a:lnTo>
                    <a:pt x="5264" y="8169"/>
                  </a:lnTo>
                  <a:lnTo>
                    <a:pt x="5264" y="6407"/>
                  </a:lnTo>
                  <a:close/>
                  <a:moveTo>
                    <a:pt x="8169" y="6407"/>
                  </a:moveTo>
                  <a:lnTo>
                    <a:pt x="7526" y="8169"/>
                  </a:lnTo>
                  <a:lnTo>
                    <a:pt x="6788" y="8169"/>
                  </a:lnTo>
                  <a:lnTo>
                    <a:pt x="7216" y="6407"/>
                  </a:lnTo>
                  <a:close/>
                  <a:moveTo>
                    <a:pt x="7312" y="8741"/>
                  </a:moveTo>
                  <a:lnTo>
                    <a:pt x="7097" y="9336"/>
                  </a:lnTo>
                  <a:lnTo>
                    <a:pt x="2835" y="9336"/>
                  </a:lnTo>
                  <a:lnTo>
                    <a:pt x="2596" y="8741"/>
                  </a:lnTo>
                  <a:close/>
                  <a:moveTo>
                    <a:pt x="1" y="1"/>
                  </a:moveTo>
                  <a:lnTo>
                    <a:pt x="1" y="2906"/>
                  </a:lnTo>
                  <a:lnTo>
                    <a:pt x="1525" y="2906"/>
                  </a:lnTo>
                  <a:cubicBezTo>
                    <a:pt x="1668" y="2906"/>
                    <a:pt x="1787" y="3001"/>
                    <a:pt x="1811" y="3144"/>
                  </a:cubicBezTo>
                  <a:lnTo>
                    <a:pt x="1930" y="4668"/>
                  </a:lnTo>
                  <a:lnTo>
                    <a:pt x="1" y="4668"/>
                  </a:lnTo>
                  <a:lnTo>
                    <a:pt x="1" y="5240"/>
                  </a:lnTo>
                  <a:lnTo>
                    <a:pt x="667" y="5240"/>
                  </a:lnTo>
                  <a:lnTo>
                    <a:pt x="2430" y="9908"/>
                  </a:lnTo>
                  <a:lnTo>
                    <a:pt x="7502" y="9908"/>
                  </a:lnTo>
                  <a:lnTo>
                    <a:pt x="9241" y="5240"/>
                  </a:lnTo>
                  <a:lnTo>
                    <a:pt x="9931" y="5240"/>
                  </a:lnTo>
                  <a:lnTo>
                    <a:pt x="9931" y="4668"/>
                  </a:lnTo>
                  <a:lnTo>
                    <a:pt x="4645" y="4668"/>
                  </a:lnTo>
                  <a:lnTo>
                    <a:pt x="4645" y="2597"/>
                  </a:lnTo>
                  <a:cubicBezTo>
                    <a:pt x="4645" y="1168"/>
                    <a:pt x="3478" y="1"/>
                    <a:pt x="2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19"/>
            <p:cNvSpPr/>
            <p:nvPr/>
          </p:nvSpPr>
          <p:spPr>
            <a:xfrm>
              <a:off x="1041850" y="2736325"/>
              <a:ext cx="52425" cy="53625"/>
            </a:xfrm>
            <a:custGeom>
              <a:rect b="b" l="l" r="r" t="t"/>
              <a:pathLst>
                <a:path extrusionOk="0" h="2145" w="2097">
                  <a:moveTo>
                    <a:pt x="1048" y="525"/>
                  </a:moveTo>
                  <a:cubicBezTo>
                    <a:pt x="1334" y="525"/>
                    <a:pt x="1572" y="787"/>
                    <a:pt x="1572" y="1072"/>
                  </a:cubicBezTo>
                  <a:cubicBezTo>
                    <a:pt x="1572" y="1382"/>
                    <a:pt x="1334" y="1596"/>
                    <a:pt x="1048" y="1596"/>
                  </a:cubicBezTo>
                  <a:cubicBezTo>
                    <a:pt x="763" y="1596"/>
                    <a:pt x="524" y="1382"/>
                    <a:pt x="524" y="1072"/>
                  </a:cubicBezTo>
                  <a:cubicBezTo>
                    <a:pt x="524" y="787"/>
                    <a:pt x="763" y="525"/>
                    <a:pt x="1048" y="525"/>
                  </a:cubicBezTo>
                  <a:close/>
                  <a:moveTo>
                    <a:pt x="1048" y="1"/>
                  </a:moveTo>
                  <a:cubicBezTo>
                    <a:pt x="453" y="1"/>
                    <a:pt x="1" y="501"/>
                    <a:pt x="1" y="1072"/>
                  </a:cubicBezTo>
                  <a:cubicBezTo>
                    <a:pt x="1" y="1668"/>
                    <a:pt x="477" y="2144"/>
                    <a:pt x="1048" y="2144"/>
                  </a:cubicBezTo>
                  <a:cubicBezTo>
                    <a:pt x="1620" y="2144"/>
                    <a:pt x="2096" y="1668"/>
                    <a:pt x="2096" y="1072"/>
                  </a:cubicBezTo>
                  <a:cubicBezTo>
                    <a:pt x="2096" y="501"/>
                    <a:pt x="1644" y="1"/>
                    <a:pt x="1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19"/>
            <p:cNvSpPr/>
            <p:nvPr/>
          </p:nvSpPr>
          <p:spPr>
            <a:xfrm>
              <a:off x="966250" y="2789925"/>
              <a:ext cx="204225" cy="145275"/>
            </a:xfrm>
            <a:custGeom>
              <a:rect b="b" l="l" r="r" t="t"/>
              <a:pathLst>
                <a:path extrusionOk="0" h="5811" w="8169">
                  <a:moveTo>
                    <a:pt x="2691" y="524"/>
                  </a:moveTo>
                  <a:lnTo>
                    <a:pt x="3644" y="1143"/>
                  </a:lnTo>
                  <a:lnTo>
                    <a:pt x="3025" y="1596"/>
                  </a:lnTo>
                  <a:lnTo>
                    <a:pt x="3025" y="1262"/>
                  </a:lnTo>
                  <a:lnTo>
                    <a:pt x="2477" y="1262"/>
                  </a:lnTo>
                  <a:lnTo>
                    <a:pt x="2477" y="2786"/>
                  </a:lnTo>
                  <a:lnTo>
                    <a:pt x="1024" y="3763"/>
                  </a:lnTo>
                  <a:lnTo>
                    <a:pt x="738" y="3310"/>
                  </a:lnTo>
                  <a:lnTo>
                    <a:pt x="1977" y="2477"/>
                  </a:lnTo>
                  <a:lnTo>
                    <a:pt x="1977" y="1310"/>
                  </a:lnTo>
                  <a:cubicBezTo>
                    <a:pt x="1977" y="905"/>
                    <a:pt x="2310" y="548"/>
                    <a:pt x="2691" y="524"/>
                  </a:cubicBezTo>
                  <a:close/>
                  <a:moveTo>
                    <a:pt x="2477" y="3429"/>
                  </a:moveTo>
                  <a:lnTo>
                    <a:pt x="2477" y="3953"/>
                  </a:lnTo>
                  <a:lnTo>
                    <a:pt x="1691" y="3953"/>
                  </a:lnTo>
                  <a:lnTo>
                    <a:pt x="2477" y="3429"/>
                  </a:lnTo>
                  <a:close/>
                  <a:moveTo>
                    <a:pt x="5477" y="524"/>
                  </a:moveTo>
                  <a:cubicBezTo>
                    <a:pt x="5858" y="572"/>
                    <a:pt x="6192" y="905"/>
                    <a:pt x="6192" y="1310"/>
                  </a:cubicBezTo>
                  <a:lnTo>
                    <a:pt x="6192" y="2477"/>
                  </a:lnTo>
                  <a:lnTo>
                    <a:pt x="7430" y="3310"/>
                  </a:lnTo>
                  <a:lnTo>
                    <a:pt x="7144" y="3763"/>
                  </a:lnTo>
                  <a:lnTo>
                    <a:pt x="5644" y="2763"/>
                  </a:lnTo>
                  <a:lnTo>
                    <a:pt x="5644" y="1262"/>
                  </a:lnTo>
                  <a:lnTo>
                    <a:pt x="5120" y="1262"/>
                  </a:lnTo>
                  <a:lnTo>
                    <a:pt x="5120" y="3953"/>
                  </a:lnTo>
                  <a:lnTo>
                    <a:pt x="3025" y="3953"/>
                  </a:lnTo>
                  <a:lnTo>
                    <a:pt x="3025" y="2239"/>
                  </a:lnTo>
                  <a:lnTo>
                    <a:pt x="5477" y="524"/>
                  </a:lnTo>
                  <a:close/>
                  <a:moveTo>
                    <a:pt x="5644" y="3406"/>
                  </a:moveTo>
                  <a:lnTo>
                    <a:pt x="6478" y="3953"/>
                  </a:lnTo>
                  <a:lnTo>
                    <a:pt x="5644" y="3953"/>
                  </a:lnTo>
                  <a:lnTo>
                    <a:pt x="5644" y="3406"/>
                  </a:lnTo>
                  <a:close/>
                  <a:moveTo>
                    <a:pt x="3287" y="4477"/>
                  </a:moveTo>
                  <a:lnTo>
                    <a:pt x="3287" y="5287"/>
                  </a:lnTo>
                  <a:lnTo>
                    <a:pt x="1572" y="5287"/>
                  </a:lnTo>
                  <a:cubicBezTo>
                    <a:pt x="1358" y="5287"/>
                    <a:pt x="1167" y="5096"/>
                    <a:pt x="1167" y="4882"/>
                  </a:cubicBezTo>
                  <a:cubicBezTo>
                    <a:pt x="1167" y="4644"/>
                    <a:pt x="1358" y="4477"/>
                    <a:pt x="1572" y="4477"/>
                  </a:cubicBezTo>
                  <a:close/>
                  <a:moveTo>
                    <a:pt x="6573" y="4477"/>
                  </a:moveTo>
                  <a:cubicBezTo>
                    <a:pt x="6787" y="4477"/>
                    <a:pt x="6978" y="4644"/>
                    <a:pt x="6978" y="4882"/>
                  </a:cubicBezTo>
                  <a:cubicBezTo>
                    <a:pt x="6978" y="5096"/>
                    <a:pt x="6787" y="5287"/>
                    <a:pt x="6573" y="5287"/>
                  </a:cubicBezTo>
                  <a:lnTo>
                    <a:pt x="3810" y="5287"/>
                  </a:lnTo>
                  <a:lnTo>
                    <a:pt x="3810" y="4477"/>
                  </a:lnTo>
                  <a:close/>
                  <a:moveTo>
                    <a:pt x="2786" y="0"/>
                  </a:moveTo>
                  <a:cubicBezTo>
                    <a:pt x="2048" y="0"/>
                    <a:pt x="1453" y="572"/>
                    <a:pt x="1453" y="1310"/>
                  </a:cubicBezTo>
                  <a:lnTo>
                    <a:pt x="1453" y="2215"/>
                  </a:lnTo>
                  <a:lnTo>
                    <a:pt x="0" y="3167"/>
                  </a:lnTo>
                  <a:lnTo>
                    <a:pt x="810" y="4358"/>
                  </a:lnTo>
                  <a:cubicBezTo>
                    <a:pt x="691" y="4501"/>
                    <a:pt x="643" y="4692"/>
                    <a:pt x="643" y="4882"/>
                  </a:cubicBezTo>
                  <a:cubicBezTo>
                    <a:pt x="643" y="5382"/>
                    <a:pt x="1048" y="5811"/>
                    <a:pt x="1572" y="5811"/>
                  </a:cubicBezTo>
                  <a:lnTo>
                    <a:pt x="6573" y="5811"/>
                  </a:lnTo>
                  <a:cubicBezTo>
                    <a:pt x="7097" y="5811"/>
                    <a:pt x="7502" y="5382"/>
                    <a:pt x="7502" y="4882"/>
                  </a:cubicBezTo>
                  <a:cubicBezTo>
                    <a:pt x="7502" y="4692"/>
                    <a:pt x="7454" y="4525"/>
                    <a:pt x="7359" y="4382"/>
                  </a:cubicBezTo>
                  <a:lnTo>
                    <a:pt x="8168" y="3167"/>
                  </a:lnTo>
                  <a:lnTo>
                    <a:pt x="6716" y="2215"/>
                  </a:lnTo>
                  <a:lnTo>
                    <a:pt x="6716" y="1310"/>
                  </a:lnTo>
                  <a:cubicBezTo>
                    <a:pt x="6716" y="572"/>
                    <a:pt x="6120" y="0"/>
                    <a:pt x="5382" y="0"/>
                  </a:cubicBezTo>
                  <a:lnTo>
                    <a:pt x="5311" y="0"/>
                  </a:lnTo>
                  <a:lnTo>
                    <a:pt x="4120" y="834"/>
                  </a:lnTo>
                  <a:lnTo>
                    <a:pt x="28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19"/>
            <p:cNvSpPr/>
            <p:nvPr/>
          </p:nvSpPr>
          <p:spPr>
            <a:xfrm>
              <a:off x="955525" y="2948275"/>
              <a:ext cx="225075" cy="13125"/>
            </a:xfrm>
            <a:custGeom>
              <a:rect b="b" l="l" r="r" t="t"/>
              <a:pathLst>
                <a:path extrusionOk="0" h="525" w="9003">
                  <a:moveTo>
                    <a:pt x="0" y="1"/>
                  </a:moveTo>
                  <a:lnTo>
                    <a:pt x="0" y="525"/>
                  </a:lnTo>
                  <a:lnTo>
                    <a:pt x="9002" y="525"/>
                  </a:lnTo>
                  <a:lnTo>
                    <a:pt x="9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19"/>
            <p:cNvSpPr/>
            <p:nvPr/>
          </p:nvSpPr>
          <p:spPr>
            <a:xfrm>
              <a:off x="1478250" y="2732175"/>
              <a:ext cx="219125" cy="234000"/>
            </a:xfrm>
            <a:custGeom>
              <a:rect b="b" l="l" r="r" t="t"/>
              <a:pathLst>
                <a:path extrusionOk="0" h="9360" w="8765">
                  <a:moveTo>
                    <a:pt x="8217" y="548"/>
                  </a:moveTo>
                  <a:lnTo>
                    <a:pt x="8217" y="2215"/>
                  </a:lnTo>
                  <a:lnTo>
                    <a:pt x="7121" y="2215"/>
                  </a:lnTo>
                  <a:lnTo>
                    <a:pt x="7121" y="1096"/>
                  </a:lnTo>
                  <a:lnTo>
                    <a:pt x="6573" y="1096"/>
                  </a:lnTo>
                  <a:lnTo>
                    <a:pt x="6573" y="2215"/>
                  </a:lnTo>
                  <a:lnTo>
                    <a:pt x="5478" y="2215"/>
                  </a:lnTo>
                  <a:lnTo>
                    <a:pt x="5478" y="1096"/>
                  </a:lnTo>
                  <a:lnTo>
                    <a:pt x="4930" y="1096"/>
                  </a:lnTo>
                  <a:lnTo>
                    <a:pt x="4930" y="2215"/>
                  </a:lnTo>
                  <a:lnTo>
                    <a:pt x="3835" y="2215"/>
                  </a:lnTo>
                  <a:lnTo>
                    <a:pt x="3835" y="1096"/>
                  </a:lnTo>
                  <a:lnTo>
                    <a:pt x="3287" y="1096"/>
                  </a:lnTo>
                  <a:lnTo>
                    <a:pt x="3287" y="2215"/>
                  </a:lnTo>
                  <a:lnTo>
                    <a:pt x="2192" y="2215"/>
                  </a:lnTo>
                  <a:lnTo>
                    <a:pt x="2192" y="548"/>
                  </a:lnTo>
                  <a:close/>
                  <a:moveTo>
                    <a:pt x="6573" y="3858"/>
                  </a:moveTo>
                  <a:lnTo>
                    <a:pt x="6573" y="6073"/>
                  </a:lnTo>
                  <a:lnTo>
                    <a:pt x="4573" y="6073"/>
                  </a:lnTo>
                  <a:cubicBezTo>
                    <a:pt x="4549" y="6049"/>
                    <a:pt x="4549" y="6049"/>
                    <a:pt x="4525" y="6025"/>
                  </a:cubicBezTo>
                  <a:cubicBezTo>
                    <a:pt x="4573" y="5692"/>
                    <a:pt x="4454" y="5382"/>
                    <a:pt x="4216" y="5144"/>
                  </a:cubicBezTo>
                  <a:cubicBezTo>
                    <a:pt x="4097" y="5025"/>
                    <a:pt x="3978" y="4953"/>
                    <a:pt x="3835" y="4906"/>
                  </a:cubicBezTo>
                  <a:lnTo>
                    <a:pt x="3835" y="3858"/>
                  </a:lnTo>
                  <a:close/>
                  <a:moveTo>
                    <a:pt x="7669" y="2763"/>
                  </a:moveTo>
                  <a:lnTo>
                    <a:pt x="7669" y="7168"/>
                  </a:lnTo>
                  <a:lnTo>
                    <a:pt x="4906" y="7168"/>
                  </a:lnTo>
                  <a:cubicBezTo>
                    <a:pt x="4930" y="7073"/>
                    <a:pt x="4930" y="6978"/>
                    <a:pt x="4930" y="6882"/>
                  </a:cubicBezTo>
                  <a:cubicBezTo>
                    <a:pt x="4930" y="6787"/>
                    <a:pt x="4930" y="6692"/>
                    <a:pt x="4906" y="6620"/>
                  </a:cubicBezTo>
                  <a:lnTo>
                    <a:pt x="7121" y="6620"/>
                  </a:lnTo>
                  <a:lnTo>
                    <a:pt x="7121" y="3310"/>
                  </a:lnTo>
                  <a:lnTo>
                    <a:pt x="3287" y="3310"/>
                  </a:lnTo>
                  <a:lnTo>
                    <a:pt x="3287" y="4787"/>
                  </a:lnTo>
                  <a:cubicBezTo>
                    <a:pt x="3144" y="4620"/>
                    <a:pt x="2954" y="4501"/>
                    <a:pt x="2739" y="4453"/>
                  </a:cubicBezTo>
                  <a:lnTo>
                    <a:pt x="2739" y="2763"/>
                  </a:lnTo>
                  <a:close/>
                  <a:moveTo>
                    <a:pt x="7669" y="7716"/>
                  </a:moveTo>
                  <a:lnTo>
                    <a:pt x="7669" y="8264"/>
                  </a:lnTo>
                  <a:lnTo>
                    <a:pt x="4454" y="8264"/>
                  </a:lnTo>
                  <a:cubicBezTo>
                    <a:pt x="4525" y="8097"/>
                    <a:pt x="4549" y="7930"/>
                    <a:pt x="4525" y="7740"/>
                  </a:cubicBezTo>
                  <a:cubicBezTo>
                    <a:pt x="4549" y="7740"/>
                    <a:pt x="4549" y="7716"/>
                    <a:pt x="4573" y="7716"/>
                  </a:cubicBezTo>
                  <a:close/>
                  <a:moveTo>
                    <a:pt x="2477" y="4977"/>
                  </a:moveTo>
                  <a:cubicBezTo>
                    <a:pt x="2882" y="4977"/>
                    <a:pt x="3001" y="5358"/>
                    <a:pt x="3073" y="5430"/>
                  </a:cubicBezTo>
                  <a:cubicBezTo>
                    <a:pt x="3113" y="5430"/>
                    <a:pt x="3255" y="5368"/>
                    <a:pt x="3427" y="5368"/>
                  </a:cubicBezTo>
                  <a:cubicBezTo>
                    <a:pt x="3556" y="5368"/>
                    <a:pt x="3702" y="5403"/>
                    <a:pt x="3835" y="5525"/>
                  </a:cubicBezTo>
                  <a:cubicBezTo>
                    <a:pt x="4120" y="5835"/>
                    <a:pt x="3930" y="6192"/>
                    <a:pt x="3930" y="6287"/>
                  </a:cubicBezTo>
                  <a:cubicBezTo>
                    <a:pt x="3978" y="6335"/>
                    <a:pt x="4382" y="6478"/>
                    <a:pt x="4382" y="6882"/>
                  </a:cubicBezTo>
                  <a:cubicBezTo>
                    <a:pt x="4382" y="7311"/>
                    <a:pt x="3978" y="7430"/>
                    <a:pt x="3930" y="7478"/>
                  </a:cubicBezTo>
                  <a:cubicBezTo>
                    <a:pt x="3930" y="7573"/>
                    <a:pt x="4120" y="7954"/>
                    <a:pt x="3835" y="8240"/>
                  </a:cubicBezTo>
                  <a:cubicBezTo>
                    <a:pt x="3705" y="8370"/>
                    <a:pt x="3562" y="8407"/>
                    <a:pt x="3436" y="8407"/>
                  </a:cubicBezTo>
                  <a:cubicBezTo>
                    <a:pt x="3260" y="8407"/>
                    <a:pt x="3114" y="8335"/>
                    <a:pt x="3073" y="8335"/>
                  </a:cubicBezTo>
                  <a:cubicBezTo>
                    <a:pt x="3001" y="8407"/>
                    <a:pt x="2882" y="8811"/>
                    <a:pt x="2477" y="8811"/>
                  </a:cubicBezTo>
                  <a:cubicBezTo>
                    <a:pt x="2049" y="8811"/>
                    <a:pt x="1930" y="8407"/>
                    <a:pt x="1858" y="8335"/>
                  </a:cubicBezTo>
                  <a:cubicBezTo>
                    <a:pt x="1817" y="8335"/>
                    <a:pt x="1671" y="8407"/>
                    <a:pt x="1500" y="8407"/>
                  </a:cubicBezTo>
                  <a:cubicBezTo>
                    <a:pt x="1376" y="8407"/>
                    <a:pt x="1240" y="8370"/>
                    <a:pt x="1120" y="8240"/>
                  </a:cubicBezTo>
                  <a:cubicBezTo>
                    <a:pt x="810" y="7954"/>
                    <a:pt x="1001" y="7573"/>
                    <a:pt x="1025" y="7478"/>
                  </a:cubicBezTo>
                  <a:cubicBezTo>
                    <a:pt x="953" y="7430"/>
                    <a:pt x="548" y="7311"/>
                    <a:pt x="548" y="6882"/>
                  </a:cubicBezTo>
                  <a:cubicBezTo>
                    <a:pt x="548" y="6478"/>
                    <a:pt x="953" y="6335"/>
                    <a:pt x="1025" y="6287"/>
                  </a:cubicBezTo>
                  <a:cubicBezTo>
                    <a:pt x="1001" y="6192"/>
                    <a:pt x="810" y="5835"/>
                    <a:pt x="1120" y="5525"/>
                  </a:cubicBezTo>
                  <a:cubicBezTo>
                    <a:pt x="1242" y="5403"/>
                    <a:pt x="1382" y="5368"/>
                    <a:pt x="1508" y="5368"/>
                  </a:cubicBezTo>
                  <a:cubicBezTo>
                    <a:pt x="1675" y="5368"/>
                    <a:pt x="1817" y="5430"/>
                    <a:pt x="1858" y="5430"/>
                  </a:cubicBezTo>
                  <a:cubicBezTo>
                    <a:pt x="1930" y="5358"/>
                    <a:pt x="2049" y="4977"/>
                    <a:pt x="2477" y="4977"/>
                  </a:cubicBezTo>
                  <a:close/>
                  <a:moveTo>
                    <a:pt x="1644" y="0"/>
                  </a:moveTo>
                  <a:lnTo>
                    <a:pt x="1644" y="2763"/>
                  </a:lnTo>
                  <a:lnTo>
                    <a:pt x="2192" y="2763"/>
                  </a:lnTo>
                  <a:lnTo>
                    <a:pt x="2192" y="4453"/>
                  </a:lnTo>
                  <a:cubicBezTo>
                    <a:pt x="1977" y="4501"/>
                    <a:pt x="1763" y="4644"/>
                    <a:pt x="1620" y="4811"/>
                  </a:cubicBezTo>
                  <a:cubicBezTo>
                    <a:pt x="1592" y="4809"/>
                    <a:pt x="1564" y="4808"/>
                    <a:pt x="1536" y="4808"/>
                  </a:cubicBezTo>
                  <a:cubicBezTo>
                    <a:pt x="1231" y="4808"/>
                    <a:pt x="933" y="4926"/>
                    <a:pt x="715" y="5144"/>
                  </a:cubicBezTo>
                  <a:cubicBezTo>
                    <a:pt x="477" y="5382"/>
                    <a:pt x="382" y="5692"/>
                    <a:pt x="405" y="6025"/>
                  </a:cubicBezTo>
                  <a:cubicBezTo>
                    <a:pt x="143" y="6239"/>
                    <a:pt x="1" y="6549"/>
                    <a:pt x="1" y="6882"/>
                  </a:cubicBezTo>
                  <a:cubicBezTo>
                    <a:pt x="1" y="7216"/>
                    <a:pt x="143" y="7525"/>
                    <a:pt x="405" y="7740"/>
                  </a:cubicBezTo>
                  <a:cubicBezTo>
                    <a:pt x="382" y="8073"/>
                    <a:pt x="477" y="8383"/>
                    <a:pt x="715" y="8621"/>
                  </a:cubicBezTo>
                  <a:cubicBezTo>
                    <a:pt x="933" y="8839"/>
                    <a:pt x="1231" y="8957"/>
                    <a:pt x="1536" y="8957"/>
                  </a:cubicBezTo>
                  <a:cubicBezTo>
                    <a:pt x="1564" y="8957"/>
                    <a:pt x="1592" y="8956"/>
                    <a:pt x="1620" y="8954"/>
                  </a:cubicBezTo>
                  <a:cubicBezTo>
                    <a:pt x="1834" y="9216"/>
                    <a:pt x="2120" y="9359"/>
                    <a:pt x="2477" y="9359"/>
                  </a:cubicBezTo>
                  <a:cubicBezTo>
                    <a:pt x="2811" y="9359"/>
                    <a:pt x="3120" y="9216"/>
                    <a:pt x="3335" y="8954"/>
                  </a:cubicBezTo>
                  <a:cubicBezTo>
                    <a:pt x="3370" y="8958"/>
                    <a:pt x="3407" y="8960"/>
                    <a:pt x="3443" y="8960"/>
                  </a:cubicBezTo>
                  <a:cubicBezTo>
                    <a:pt x="3627" y="8960"/>
                    <a:pt x="3819" y="8911"/>
                    <a:pt x="3978" y="8811"/>
                  </a:cubicBezTo>
                  <a:lnTo>
                    <a:pt x="8217" y="8811"/>
                  </a:lnTo>
                  <a:lnTo>
                    <a:pt x="8217" y="2763"/>
                  </a:lnTo>
                  <a:lnTo>
                    <a:pt x="8764" y="2763"/>
                  </a:lnTo>
                  <a:lnTo>
                    <a:pt x="87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19"/>
            <p:cNvSpPr/>
            <p:nvPr/>
          </p:nvSpPr>
          <p:spPr>
            <a:xfrm>
              <a:off x="1519325" y="2883975"/>
              <a:ext cx="41100" cy="41100"/>
            </a:xfrm>
            <a:custGeom>
              <a:rect b="b" l="l" r="r" t="t"/>
              <a:pathLst>
                <a:path extrusionOk="0" h="1644" w="1644">
                  <a:moveTo>
                    <a:pt x="834" y="548"/>
                  </a:moveTo>
                  <a:cubicBezTo>
                    <a:pt x="977" y="548"/>
                    <a:pt x="1096" y="668"/>
                    <a:pt x="1096" y="810"/>
                  </a:cubicBezTo>
                  <a:cubicBezTo>
                    <a:pt x="1096" y="977"/>
                    <a:pt x="977" y="1096"/>
                    <a:pt x="834" y="1096"/>
                  </a:cubicBezTo>
                  <a:cubicBezTo>
                    <a:pt x="668" y="1096"/>
                    <a:pt x="549" y="977"/>
                    <a:pt x="549" y="810"/>
                  </a:cubicBezTo>
                  <a:cubicBezTo>
                    <a:pt x="549" y="668"/>
                    <a:pt x="668" y="548"/>
                    <a:pt x="834" y="548"/>
                  </a:cubicBezTo>
                  <a:close/>
                  <a:moveTo>
                    <a:pt x="834" y="1"/>
                  </a:moveTo>
                  <a:cubicBezTo>
                    <a:pt x="358" y="1"/>
                    <a:pt x="1" y="358"/>
                    <a:pt x="1" y="810"/>
                  </a:cubicBezTo>
                  <a:cubicBezTo>
                    <a:pt x="1" y="1263"/>
                    <a:pt x="382" y="1644"/>
                    <a:pt x="834" y="1644"/>
                  </a:cubicBezTo>
                  <a:cubicBezTo>
                    <a:pt x="1287" y="1644"/>
                    <a:pt x="1644" y="1263"/>
                    <a:pt x="1644" y="810"/>
                  </a:cubicBezTo>
                  <a:cubicBezTo>
                    <a:pt x="1644" y="358"/>
                    <a:pt x="1287" y="1"/>
                    <a:pt x="8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19"/>
            <p:cNvSpPr/>
            <p:nvPr/>
          </p:nvSpPr>
          <p:spPr>
            <a:xfrm>
              <a:off x="2157550" y="2760150"/>
              <a:ext cx="58975" cy="58950"/>
            </a:xfrm>
            <a:custGeom>
              <a:rect b="b" l="l" r="r" t="t"/>
              <a:pathLst>
                <a:path extrusionOk="0" h="2358" w="2359">
                  <a:moveTo>
                    <a:pt x="1168" y="596"/>
                  </a:moveTo>
                  <a:cubicBezTo>
                    <a:pt x="1501" y="596"/>
                    <a:pt x="1763" y="858"/>
                    <a:pt x="1763" y="1191"/>
                  </a:cubicBezTo>
                  <a:cubicBezTo>
                    <a:pt x="1763" y="1501"/>
                    <a:pt x="1501" y="1763"/>
                    <a:pt x="1168" y="1763"/>
                  </a:cubicBezTo>
                  <a:cubicBezTo>
                    <a:pt x="858" y="1763"/>
                    <a:pt x="596" y="1501"/>
                    <a:pt x="596" y="1191"/>
                  </a:cubicBezTo>
                  <a:cubicBezTo>
                    <a:pt x="596" y="858"/>
                    <a:pt x="858" y="596"/>
                    <a:pt x="1168" y="596"/>
                  </a:cubicBezTo>
                  <a:close/>
                  <a:moveTo>
                    <a:pt x="1168" y="0"/>
                  </a:moveTo>
                  <a:cubicBezTo>
                    <a:pt x="525" y="0"/>
                    <a:pt x="1" y="524"/>
                    <a:pt x="1" y="1191"/>
                  </a:cubicBezTo>
                  <a:cubicBezTo>
                    <a:pt x="1" y="1834"/>
                    <a:pt x="525" y="2358"/>
                    <a:pt x="1168" y="2358"/>
                  </a:cubicBezTo>
                  <a:cubicBezTo>
                    <a:pt x="1835" y="2358"/>
                    <a:pt x="2359" y="1834"/>
                    <a:pt x="2359" y="1191"/>
                  </a:cubicBezTo>
                  <a:cubicBezTo>
                    <a:pt x="2359" y="524"/>
                    <a:pt x="1835"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19"/>
            <p:cNvSpPr/>
            <p:nvPr/>
          </p:nvSpPr>
          <p:spPr>
            <a:xfrm>
              <a:off x="2060525" y="2819075"/>
              <a:ext cx="253050" cy="149475"/>
            </a:xfrm>
            <a:custGeom>
              <a:rect b="b" l="l" r="r" t="t"/>
              <a:pathLst>
                <a:path extrusionOk="0" h="5979" w="10122">
                  <a:moveTo>
                    <a:pt x="6240" y="596"/>
                  </a:moveTo>
                  <a:cubicBezTo>
                    <a:pt x="6740" y="596"/>
                    <a:pt x="7144" y="1001"/>
                    <a:pt x="7144" y="1501"/>
                  </a:cubicBezTo>
                  <a:lnTo>
                    <a:pt x="7144" y="2382"/>
                  </a:lnTo>
                  <a:lnTo>
                    <a:pt x="6549" y="2382"/>
                  </a:lnTo>
                  <a:lnTo>
                    <a:pt x="6549" y="1192"/>
                  </a:lnTo>
                  <a:lnTo>
                    <a:pt x="5954" y="1192"/>
                  </a:lnTo>
                  <a:lnTo>
                    <a:pt x="5954" y="2240"/>
                  </a:lnTo>
                  <a:cubicBezTo>
                    <a:pt x="5668" y="2156"/>
                    <a:pt x="5364" y="2115"/>
                    <a:pt x="5061" y="2115"/>
                  </a:cubicBezTo>
                  <a:cubicBezTo>
                    <a:pt x="4757" y="2115"/>
                    <a:pt x="4453" y="2156"/>
                    <a:pt x="4168" y="2240"/>
                  </a:cubicBezTo>
                  <a:lnTo>
                    <a:pt x="4168" y="1192"/>
                  </a:lnTo>
                  <a:lnTo>
                    <a:pt x="3572" y="1192"/>
                  </a:lnTo>
                  <a:lnTo>
                    <a:pt x="3572" y="2382"/>
                  </a:lnTo>
                  <a:lnTo>
                    <a:pt x="2977" y="2382"/>
                  </a:lnTo>
                  <a:lnTo>
                    <a:pt x="2977" y="1501"/>
                  </a:lnTo>
                  <a:cubicBezTo>
                    <a:pt x="2977" y="1001"/>
                    <a:pt x="3382" y="596"/>
                    <a:pt x="3882" y="596"/>
                  </a:cubicBezTo>
                  <a:close/>
                  <a:moveTo>
                    <a:pt x="2382" y="2097"/>
                  </a:moveTo>
                  <a:lnTo>
                    <a:pt x="2382" y="2859"/>
                  </a:lnTo>
                  <a:cubicBezTo>
                    <a:pt x="1739" y="3502"/>
                    <a:pt x="1286" y="4383"/>
                    <a:pt x="1215" y="5383"/>
                  </a:cubicBezTo>
                  <a:lnTo>
                    <a:pt x="596" y="5383"/>
                  </a:lnTo>
                  <a:cubicBezTo>
                    <a:pt x="691" y="4073"/>
                    <a:pt x="1334" y="2883"/>
                    <a:pt x="2382" y="2097"/>
                  </a:cubicBezTo>
                  <a:close/>
                  <a:moveTo>
                    <a:pt x="5066" y="2706"/>
                  </a:moveTo>
                  <a:cubicBezTo>
                    <a:pt x="5381" y="2706"/>
                    <a:pt x="5742" y="2769"/>
                    <a:pt x="6120" y="2954"/>
                  </a:cubicBezTo>
                  <a:lnTo>
                    <a:pt x="6168" y="2978"/>
                  </a:lnTo>
                  <a:lnTo>
                    <a:pt x="6930" y="2978"/>
                  </a:lnTo>
                  <a:cubicBezTo>
                    <a:pt x="7740" y="3526"/>
                    <a:pt x="8216" y="4407"/>
                    <a:pt x="8311" y="5383"/>
                  </a:cubicBezTo>
                  <a:lnTo>
                    <a:pt x="1810" y="5383"/>
                  </a:lnTo>
                  <a:cubicBezTo>
                    <a:pt x="1881" y="4407"/>
                    <a:pt x="2382" y="3526"/>
                    <a:pt x="3191" y="2978"/>
                  </a:cubicBezTo>
                  <a:lnTo>
                    <a:pt x="3953" y="2978"/>
                  </a:lnTo>
                  <a:cubicBezTo>
                    <a:pt x="3953" y="2978"/>
                    <a:pt x="4410" y="2706"/>
                    <a:pt x="5066" y="2706"/>
                  </a:cubicBezTo>
                  <a:close/>
                  <a:moveTo>
                    <a:pt x="7740" y="2097"/>
                  </a:moveTo>
                  <a:cubicBezTo>
                    <a:pt x="8788" y="2883"/>
                    <a:pt x="9431" y="4073"/>
                    <a:pt x="9526" y="5383"/>
                  </a:cubicBezTo>
                  <a:lnTo>
                    <a:pt x="8907" y="5383"/>
                  </a:lnTo>
                  <a:cubicBezTo>
                    <a:pt x="8835" y="4383"/>
                    <a:pt x="8383" y="3502"/>
                    <a:pt x="7740" y="2859"/>
                  </a:cubicBezTo>
                  <a:lnTo>
                    <a:pt x="7740" y="2097"/>
                  </a:lnTo>
                  <a:close/>
                  <a:moveTo>
                    <a:pt x="3882" y="1"/>
                  </a:moveTo>
                  <a:cubicBezTo>
                    <a:pt x="3096" y="1"/>
                    <a:pt x="2453" y="596"/>
                    <a:pt x="2405" y="1358"/>
                  </a:cubicBezTo>
                  <a:cubicBezTo>
                    <a:pt x="905" y="2287"/>
                    <a:pt x="0" y="3930"/>
                    <a:pt x="0" y="5669"/>
                  </a:cubicBezTo>
                  <a:lnTo>
                    <a:pt x="0" y="5978"/>
                  </a:lnTo>
                  <a:lnTo>
                    <a:pt x="10121" y="5978"/>
                  </a:lnTo>
                  <a:lnTo>
                    <a:pt x="10121" y="5669"/>
                  </a:lnTo>
                  <a:cubicBezTo>
                    <a:pt x="10121" y="3930"/>
                    <a:pt x="9216" y="2287"/>
                    <a:pt x="7716" y="1358"/>
                  </a:cubicBezTo>
                  <a:cubicBezTo>
                    <a:pt x="7668" y="596"/>
                    <a:pt x="7025" y="1"/>
                    <a:pt x="6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19"/>
            <p:cNvSpPr/>
            <p:nvPr/>
          </p:nvSpPr>
          <p:spPr>
            <a:xfrm>
              <a:off x="2245075" y="2729775"/>
              <a:ext cx="30975" cy="72675"/>
            </a:xfrm>
            <a:custGeom>
              <a:rect b="b" l="l" r="r" t="t"/>
              <a:pathLst>
                <a:path extrusionOk="0" h="2907" w="1239">
                  <a:moveTo>
                    <a:pt x="787" y="1"/>
                  </a:moveTo>
                  <a:lnTo>
                    <a:pt x="453" y="477"/>
                  </a:lnTo>
                  <a:cubicBezTo>
                    <a:pt x="572" y="572"/>
                    <a:pt x="644" y="691"/>
                    <a:pt x="644" y="858"/>
                  </a:cubicBezTo>
                  <a:cubicBezTo>
                    <a:pt x="644" y="1001"/>
                    <a:pt x="572" y="1144"/>
                    <a:pt x="453" y="1215"/>
                  </a:cubicBezTo>
                  <a:cubicBezTo>
                    <a:pt x="191" y="1406"/>
                    <a:pt x="1" y="1715"/>
                    <a:pt x="1" y="2049"/>
                  </a:cubicBezTo>
                  <a:cubicBezTo>
                    <a:pt x="1" y="2406"/>
                    <a:pt x="191" y="2716"/>
                    <a:pt x="453" y="2906"/>
                  </a:cubicBezTo>
                  <a:lnTo>
                    <a:pt x="787" y="2406"/>
                  </a:lnTo>
                  <a:cubicBezTo>
                    <a:pt x="667" y="2335"/>
                    <a:pt x="596" y="2192"/>
                    <a:pt x="596" y="2049"/>
                  </a:cubicBezTo>
                  <a:cubicBezTo>
                    <a:pt x="596" y="1906"/>
                    <a:pt x="667" y="1787"/>
                    <a:pt x="787" y="1715"/>
                  </a:cubicBezTo>
                  <a:cubicBezTo>
                    <a:pt x="1072" y="1525"/>
                    <a:pt x="1239" y="1192"/>
                    <a:pt x="1239" y="858"/>
                  </a:cubicBezTo>
                  <a:cubicBezTo>
                    <a:pt x="1239" y="501"/>
                    <a:pt x="1072" y="168"/>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19"/>
            <p:cNvSpPr/>
            <p:nvPr/>
          </p:nvSpPr>
          <p:spPr>
            <a:xfrm>
              <a:off x="2283175" y="2729775"/>
              <a:ext cx="30400" cy="72675"/>
            </a:xfrm>
            <a:custGeom>
              <a:rect b="b" l="l" r="r" t="t"/>
              <a:pathLst>
                <a:path extrusionOk="0" h="2907" w="1216">
                  <a:moveTo>
                    <a:pt x="763" y="1"/>
                  </a:moveTo>
                  <a:lnTo>
                    <a:pt x="453" y="477"/>
                  </a:lnTo>
                  <a:cubicBezTo>
                    <a:pt x="548" y="572"/>
                    <a:pt x="620" y="691"/>
                    <a:pt x="620" y="858"/>
                  </a:cubicBezTo>
                  <a:cubicBezTo>
                    <a:pt x="620" y="1001"/>
                    <a:pt x="548" y="1144"/>
                    <a:pt x="453" y="1215"/>
                  </a:cubicBezTo>
                  <a:cubicBezTo>
                    <a:pt x="167" y="1406"/>
                    <a:pt x="1" y="1715"/>
                    <a:pt x="1" y="2049"/>
                  </a:cubicBezTo>
                  <a:cubicBezTo>
                    <a:pt x="1" y="2406"/>
                    <a:pt x="167" y="2716"/>
                    <a:pt x="453" y="2906"/>
                  </a:cubicBezTo>
                  <a:lnTo>
                    <a:pt x="763" y="2406"/>
                  </a:lnTo>
                  <a:cubicBezTo>
                    <a:pt x="644" y="2335"/>
                    <a:pt x="596" y="2192"/>
                    <a:pt x="596" y="2049"/>
                  </a:cubicBezTo>
                  <a:cubicBezTo>
                    <a:pt x="596" y="1906"/>
                    <a:pt x="644" y="1787"/>
                    <a:pt x="763" y="1715"/>
                  </a:cubicBezTo>
                  <a:cubicBezTo>
                    <a:pt x="1049" y="1525"/>
                    <a:pt x="1215" y="1192"/>
                    <a:pt x="1215" y="858"/>
                  </a:cubicBezTo>
                  <a:cubicBezTo>
                    <a:pt x="1215" y="501"/>
                    <a:pt x="1049" y="168"/>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19"/>
            <p:cNvSpPr/>
            <p:nvPr/>
          </p:nvSpPr>
          <p:spPr>
            <a:xfrm>
              <a:off x="20980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43" y="1906"/>
                    <a:pt x="643" y="2049"/>
                  </a:cubicBezTo>
                  <a:cubicBezTo>
                    <a:pt x="643" y="2192"/>
                    <a:pt x="572" y="2335"/>
                    <a:pt x="453" y="2406"/>
                  </a:cubicBezTo>
                  <a:lnTo>
                    <a:pt x="786" y="2906"/>
                  </a:lnTo>
                  <a:cubicBezTo>
                    <a:pt x="1048" y="2716"/>
                    <a:pt x="1215" y="2406"/>
                    <a:pt x="1215" y="2049"/>
                  </a:cubicBezTo>
                  <a:cubicBezTo>
                    <a:pt x="1215" y="1715"/>
                    <a:pt x="1048" y="1406"/>
                    <a:pt x="786" y="1215"/>
                  </a:cubicBezTo>
                  <a:cubicBezTo>
                    <a:pt x="667" y="1144"/>
                    <a:pt x="596" y="1001"/>
                    <a:pt x="596" y="858"/>
                  </a:cubicBezTo>
                  <a:cubicBezTo>
                    <a:pt x="596" y="691"/>
                    <a:pt x="667" y="572"/>
                    <a:pt x="786"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19"/>
            <p:cNvSpPr/>
            <p:nvPr/>
          </p:nvSpPr>
          <p:spPr>
            <a:xfrm>
              <a:off x="20605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19" y="1906"/>
                    <a:pt x="619" y="2049"/>
                  </a:cubicBezTo>
                  <a:cubicBezTo>
                    <a:pt x="619" y="2192"/>
                    <a:pt x="572" y="2335"/>
                    <a:pt x="453" y="2406"/>
                  </a:cubicBezTo>
                  <a:lnTo>
                    <a:pt x="762" y="2906"/>
                  </a:lnTo>
                  <a:cubicBezTo>
                    <a:pt x="1048" y="2716"/>
                    <a:pt x="1215" y="2406"/>
                    <a:pt x="1215" y="2049"/>
                  </a:cubicBezTo>
                  <a:cubicBezTo>
                    <a:pt x="1215" y="1715"/>
                    <a:pt x="1048" y="1406"/>
                    <a:pt x="762" y="1215"/>
                  </a:cubicBezTo>
                  <a:cubicBezTo>
                    <a:pt x="667" y="1144"/>
                    <a:pt x="596" y="1001"/>
                    <a:pt x="596" y="858"/>
                  </a:cubicBezTo>
                  <a:cubicBezTo>
                    <a:pt x="596" y="691"/>
                    <a:pt x="667" y="572"/>
                    <a:pt x="762"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19"/>
            <p:cNvSpPr/>
            <p:nvPr/>
          </p:nvSpPr>
          <p:spPr>
            <a:xfrm>
              <a:off x="2650525" y="2725025"/>
              <a:ext cx="217925" cy="247700"/>
            </a:xfrm>
            <a:custGeom>
              <a:rect b="b" l="l" r="r" t="t"/>
              <a:pathLst>
                <a:path extrusionOk="0" h="9908" w="8717">
                  <a:moveTo>
                    <a:pt x="3382" y="4620"/>
                  </a:moveTo>
                  <a:lnTo>
                    <a:pt x="3715" y="5073"/>
                  </a:lnTo>
                  <a:lnTo>
                    <a:pt x="2906" y="5692"/>
                  </a:lnTo>
                  <a:lnTo>
                    <a:pt x="2906" y="6406"/>
                  </a:lnTo>
                  <a:lnTo>
                    <a:pt x="2334" y="6406"/>
                  </a:lnTo>
                  <a:lnTo>
                    <a:pt x="2334" y="5692"/>
                  </a:lnTo>
                  <a:lnTo>
                    <a:pt x="1524" y="5073"/>
                  </a:lnTo>
                  <a:lnTo>
                    <a:pt x="1858" y="4620"/>
                  </a:lnTo>
                  <a:lnTo>
                    <a:pt x="2620" y="5168"/>
                  </a:lnTo>
                  <a:lnTo>
                    <a:pt x="3382" y="4620"/>
                  </a:lnTo>
                  <a:close/>
                  <a:moveTo>
                    <a:pt x="7859" y="8764"/>
                  </a:moveTo>
                  <a:cubicBezTo>
                    <a:pt x="8002" y="8764"/>
                    <a:pt x="8145" y="8883"/>
                    <a:pt x="8145" y="9050"/>
                  </a:cubicBezTo>
                  <a:cubicBezTo>
                    <a:pt x="8145" y="9216"/>
                    <a:pt x="8002" y="9336"/>
                    <a:pt x="7859" y="9336"/>
                  </a:cubicBezTo>
                  <a:cubicBezTo>
                    <a:pt x="7692" y="9336"/>
                    <a:pt x="7549" y="9216"/>
                    <a:pt x="7549" y="9050"/>
                  </a:cubicBezTo>
                  <a:cubicBezTo>
                    <a:pt x="7549" y="8883"/>
                    <a:pt x="7692" y="8764"/>
                    <a:pt x="7859" y="8764"/>
                  </a:cubicBezTo>
                  <a:close/>
                  <a:moveTo>
                    <a:pt x="1167" y="0"/>
                  </a:moveTo>
                  <a:lnTo>
                    <a:pt x="1167" y="596"/>
                  </a:lnTo>
                  <a:lnTo>
                    <a:pt x="0" y="596"/>
                  </a:lnTo>
                  <a:lnTo>
                    <a:pt x="0" y="3953"/>
                  </a:lnTo>
                  <a:lnTo>
                    <a:pt x="1048" y="4739"/>
                  </a:lnTo>
                  <a:lnTo>
                    <a:pt x="715" y="5192"/>
                  </a:lnTo>
                  <a:lnTo>
                    <a:pt x="1739" y="5978"/>
                  </a:lnTo>
                  <a:lnTo>
                    <a:pt x="1739" y="7002"/>
                  </a:lnTo>
                  <a:lnTo>
                    <a:pt x="2334" y="7002"/>
                  </a:lnTo>
                  <a:lnTo>
                    <a:pt x="2334" y="8169"/>
                  </a:lnTo>
                  <a:cubicBezTo>
                    <a:pt x="2334" y="9145"/>
                    <a:pt x="3120" y="9907"/>
                    <a:pt x="4073" y="9907"/>
                  </a:cubicBezTo>
                  <a:cubicBezTo>
                    <a:pt x="5025" y="9907"/>
                    <a:pt x="5811" y="9145"/>
                    <a:pt x="5811" y="8169"/>
                  </a:cubicBezTo>
                  <a:lnTo>
                    <a:pt x="5811" y="6692"/>
                  </a:lnTo>
                  <a:cubicBezTo>
                    <a:pt x="5811" y="6216"/>
                    <a:pt x="6216" y="5835"/>
                    <a:pt x="6692" y="5835"/>
                  </a:cubicBezTo>
                  <a:cubicBezTo>
                    <a:pt x="7168" y="5835"/>
                    <a:pt x="7549" y="6216"/>
                    <a:pt x="7549" y="6692"/>
                  </a:cubicBezTo>
                  <a:lnTo>
                    <a:pt x="7549" y="8216"/>
                  </a:lnTo>
                  <a:cubicBezTo>
                    <a:pt x="7216" y="8335"/>
                    <a:pt x="6978" y="8669"/>
                    <a:pt x="6978" y="9050"/>
                  </a:cubicBezTo>
                  <a:cubicBezTo>
                    <a:pt x="6978" y="9526"/>
                    <a:pt x="7359" y="9907"/>
                    <a:pt x="7859" y="9907"/>
                  </a:cubicBezTo>
                  <a:cubicBezTo>
                    <a:pt x="8335" y="9907"/>
                    <a:pt x="8716" y="9526"/>
                    <a:pt x="8716" y="9050"/>
                  </a:cubicBezTo>
                  <a:cubicBezTo>
                    <a:pt x="8716" y="8669"/>
                    <a:pt x="8478" y="8335"/>
                    <a:pt x="8145" y="8216"/>
                  </a:cubicBezTo>
                  <a:lnTo>
                    <a:pt x="8145" y="6692"/>
                  </a:lnTo>
                  <a:cubicBezTo>
                    <a:pt x="8145" y="5906"/>
                    <a:pt x="7478" y="5239"/>
                    <a:pt x="6692" y="5239"/>
                  </a:cubicBezTo>
                  <a:cubicBezTo>
                    <a:pt x="5882" y="5239"/>
                    <a:pt x="5239" y="5906"/>
                    <a:pt x="5239" y="6692"/>
                  </a:cubicBezTo>
                  <a:lnTo>
                    <a:pt x="5239" y="8169"/>
                  </a:lnTo>
                  <a:cubicBezTo>
                    <a:pt x="5239" y="8812"/>
                    <a:pt x="4716" y="9336"/>
                    <a:pt x="4073" y="9336"/>
                  </a:cubicBezTo>
                  <a:cubicBezTo>
                    <a:pt x="3430" y="9336"/>
                    <a:pt x="2906" y="8812"/>
                    <a:pt x="2906" y="8169"/>
                  </a:cubicBezTo>
                  <a:lnTo>
                    <a:pt x="2906" y="7002"/>
                  </a:lnTo>
                  <a:lnTo>
                    <a:pt x="3501" y="7002"/>
                  </a:lnTo>
                  <a:lnTo>
                    <a:pt x="3501" y="5978"/>
                  </a:lnTo>
                  <a:lnTo>
                    <a:pt x="4549" y="5192"/>
                  </a:lnTo>
                  <a:lnTo>
                    <a:pt x="4192" y="4739"/>
                  </a:lnTo>
                  <a:lnTo>
                    <a:pt x="5239" y="3953"/>
                  </a:lnTo>
                  <a:lnTo>
                    <a:pt x="5239" y="596"/>
                  </a:lnTo>
                  <a:lnTo>
                    <a:pt x="4073" y="596"/>
                  </a:lnTo>
                  <a:lnTo>
                    <a:pt x="4073" y="0"/>
                  </a:lnTo>
                  <a:lnTo>
                    <a:pt x="3501" y="0"/>
                  </a:lnTo>
                  <a:lnTo>
                    <a:pt x="3501" y="1739"/>
                  </a:lnTo>
                  <a:lnTo>
                    <a:pt x="4073" y="1739"/>
                  </a:lnTo>
                  <a:lnTo>
                    <a:pt x="4073" y="1167"/>
                  </a:lnTo>
                  <a:lnTo>
                    <a:pt x="4644" y="1167"/>
                  </a:lnTo>
                  <a:lnTo>
                    <a:pt x="4644" y="3644"/>
                  </a:lnTo>
                  <a:lnTo>
                    <a:pt x="3834" y="4263"/>
                  </a:lnTo>
                  <a:lnTo>
                    <a:pt x="3501" y="3811"/>
                  </a:lnTo>
                  <a:lnTo>
                    <a:pt x="2620" y="4454"/>
                  </a:lnTo>
                  <a:lnTo>
                    <a:pt x="1739" y="3811"/>
                  </a:lnTo>
                  <a:lnTo>
                    <a:pt x="1405" y="4263"/>
                  </a:lnTo>
                  <a:lnTo>
                    <a:pt x="596" y="3644"/>
                  </a:lnTo>
                  <a:lnTo>
                    <a:pt x="596" y="1167"/>
                  </a:lnTo>
                  <a:lnTo>
                    <a:pt x="1167" y="1167"/>
                  </a:lnTo>
                  <a:lnTo>
                    <a:pt x="1167" y="1739"/>
                  </a:lnTo>
                  <a:lnTo>
                    <a:pt x="1739" y="1739"/>
                  </a:lnTo>
                  <a:lnTo>
                    <a:pt x="17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19"/>
            <p:cNvSpPr/>
            <p:nvPr/>
          </p:nvSpPr>
          <p:spPr>
            <a:xfrm>
              <a:off x="3221475" y="2738125"/>
              <a:ext cx="239350" cy="231025"/>
            </a:xfrm>
            <a:custGeom>
              <a:rect b="b" l="l" r="r" t="t"/>
              <a:pathLst>
                <a:path extrusionOk="0" h="9241" w="9574">
                  <a:moveTo>
                    <a:pt x="4406" y="810"/>
                  </a:moveTo>
                  <a:lnTo>
                    <a:pt x="5192" y="1596"/>
                  </a:lnTo>
                  <a:lnTo>
                    <a:pt x="4406" y="2405"/>
                  </a:lnTo>
                  <a:lnTo>
                    <a:pt x="3620" y="1596"/>
                  </a:lnTo>
                  <a:lnTo>
                    <a:pt x="4406" y="810"/>
                  </a:lnTo>
                  <a:close/>
                  <a:moveTo>
                    <a:pt x="8002" y="4382"/>
                  </a:moveTo>
                  <a:lnTo>
                    <a:pt x="8788" y="5192"/>
                  </a:lnTo>
                  <a:lnTo>
                    <a:pt x="8002" y="5978"/>
                  </a:lnTo>
                  <a:lnTo>
                    <a:pt x="7192" y="5192"/>
                  </a:lnTo>
                  <a:lnTo>
                    <a:pt x="8002" y="4382"/>
                  </a:lnTo>
                  <a:close/>
                  <a:moveTo>
                    <a:pt x="3215" y="2001"/>
                  </a:moveTo>
                  <a:lnTo>
                    <a:pt x="4001" y="2787"/>
                  </a:lnTo>
                  <a:lnTo>
                    <a:pt x="2620" y="4192"/>
                  </a:lnTo>
                  <a:cubicBezTo>
                    <a:pt x="1858" y="4954"/>
                    <a:pt x="1858" y="6216"/>
                    <a:pt x="2620" y="6978"/>
                  </a:cubicBezTo>
                  <a:cubicBezTo>
                    <a:pt x="3001" y="7359"/>
                    <a:pt x="3507" y="7549"/>
                    <a:pt x="4013" y="7549"/>
                  </a:cubicBezTo>
                  <a:cubicBezTo>
                    <a:pt x="4519" y="7549"/>
                    <a:pt x="5025" y="7359"/>
                    <a:pt x="5406" y="6978"/>
                  </a:cubicBezTo>
                  <a:lnTo>
                    <a:pt x="6788" y="5573"/>
                  </a:lnTo>
                  <a:lnTo>
                    <a:pt x="7597" y="6382"/>
                  </a:lnTo>
                  <a:lnTo>
                    <a:pt x="6192" y="7764"/>
                  </a:lnTo>
                  <a:cubicBezTo>
                    <a:pt x="5585" y="8371"/>
                    <a:pt x="4793" y="8675"/>
                    <a:pt x="4001" y="8675"/>
                  </a:cubicBezTo>
                  <a:cubicBezTo>
                    <a:pt x="3209" y="8675"/>
                    <a:pt x="2418" y="8371"/>
                    <a:pt x="1810" y="7764"/>
                  </a:cubicBezTo>
                  <a:cubicBezTo>
                    <a:pt x="620" y="6549"/>
                    <a:pt x="620" y="4596"/>
                    <a:pt x="1810" y="3382"/>
                  </a:cubicBezTo>
                  <a:lnTo>
                    <a:pt x="3215" y="2001"/>
                  </a:lnTo>
                  <a:close/>
                  <a:moveTo>
                    <a:pt x="4406" y="0"/>
                  </a:moveTo>
                  <a:lnTo>
                    <a:pt x="1429" y="3001"/>
                  </a:lnTo>
                  <a:cubicBezTo>
                    <a:pt x="0" y="4430"/>
                    <a:pt x="0" y="6740"/>
                    <a:pt x="1429" y="8169"/>
                  </a:cubicBezTo>
                  <a:cubicBezTo>
                    <a:pt x="2144" y="8883"/>
                    <a:pt x="3078" y="9240"/>
                    <a:pt x="4013" y="9240"/>
                  </a:cubicBezTo>
                  <a:cubicBezTo>
                    <a:pt x="4948" y="9240"/>
                    <a:pt x="5883" y="8883"/>
                    <a:pt x="6597" y="8169"/>
                  </a:cubicBezTo>
                  <a:lnTo>
                    <a:pt x="9574" y="5192"/>
                  </a:lnTo>
                  <a:lnTo>
                    <a:pt x="8002" y="3596"/>
                  </a:lnTo>
                  <a:lnTo>
                    <a:pt x="5001" y="6573"/>
                  </a:lnTo>
                  <a:cubicBezTo>
                    <a:pt x="4728" y="6847"/>
                    <a:pt x="4370" y="6984"/>
                    <a:pt x="4013" y="6984"/>
                  </a:cubicBezTo>
                  <a:cubicBezTo>
                    <a:pt x="3656" y="6984"/>
                    <a:pt x="3299" y="6847"/>
                    <a:pt x="3025" y="6573"/>
                  </a:cubicBezTo>
                  <a:cubicBezTo>
                    <a:pt x="2453" y="6025"/>
                    <a:pt x="2453" y="5144"/>
                    <a:pt x="3025" y="4596"/>
                  </a:cubicBezTo>
                  <a:lnTo>
                    <a:pt x="6002" y="1596"/>
                  </a:lnTo>
                  <a:lnTo>
                    <a:pt x="44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19"/>
            <p:cNvSpPr/>
            <p:nvPr/>
          </p:nvSpPr>
          <p:spPr>
            <a:xfrm>
              <a:off x="3366750" y="2728600"/>
              <a:ext cx="103600" cy="84550"/>
            </a:xfrm>
            <a:custGeom>
              <a:rect b="b" l="l" r="r" t="t"/>
              <a:pathLst>
                <a:path extrusionOk="0" h="3382" w="4144">
                  <a:moveTo>
                    <a:pt x="2786" y="572"/>
                  </a:moveTo>
                  <a:lnTo>
                    <a:pt x="2143" y="1215"/>
                  </a:lnTo>
                  <a:lnTo>
                    <a:pt x="2667" y="2810"/>
                  </a:lnTo>
                  <a:lnTo>
                    <a:pt x="1358" y="2810"/>
                  </a:lnTo>
                  <a:lnTo>
                    <a:pt x="2001" y="2167"/>
                  </a:lnTo>
                  <a:lnTo>
                    <a:pt x="1453" y="572"/>
                  </a:lnTo>
                  <a:close/>
                  <a:moveTo>
                    <a:pt x="691" y="0"/>
                  </a:moveTo>
                  <a:lnTo>
                    <a:pt x="1358" y="2001"/>
                  </a:lnTo>
                  <a:lnTo>
                    <a:pt x="0" y="3382"/>
                  </a:lnTo>
                  <a:lnTo>
                    <a:pt x="3453" y="3382"/>
                  </a:lnTo>
                  <a:lnTo>
                    <a:pt x="2786" y="1358"/>
                  </a:lnTo>
                  <a:lnTo>
                    <a:pt x="4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19"/>
            <p:cNvSpPr/>
            <p:nvPr/>
          </p:nvSpPr>
          <p:spPr>
            <a:xfrm>
              <a:off x="3783500" y="2774425"/>
              <a:ext cx="274475" cy="198300"/>
            </a:xfrm>
            <a:custGeom>
              <a:rect b="b" l="l" r="r" t="t"/>
              <a:pathLst>
                <a:path extrusionOk="0" h="7932" w="10979">
                  <a:moveTo>
                    <a:pt x="2191" y="2263"/>
                  </a:moveTo>
                  <a:lnTo>
                    <a:pt x="2191" y="2263"/>
                  </a:lnTo>
                  <a:cubicBezTo>
                    <a:pt x="2572" y="2287"/>
                    <a:pt x="3287" y="2382"/>
                    <a:pt x="3906" y="2716"/>
                  </a:cubicBezTo>
                  <a:cubicBezTo>
                    <a:pt x="3882" y="2811"/>
                    <a:pt x="3882" y="2906"/>
                    <a:pt x="3882" y="3002"/>
                  </a:cubicBezTo>
                  <a:cubicBezTo>
                    <a:pt x="3882" y="3454"/>
                    <a:pt x="4001" y="3859"/>
                    <a:pt x="4144" y="4240"/>
                  </a:cubicBezTo>
                  <a:cubicBezTo>
                    <a:pt x="3787" y="4073"/>
                    <a:pt x="3358" y="3978"/>
                    <a:pt x="2929" y="3978"/>
                  </a:cubicBezTo>
                  <a:lnTo>
                    <a:pt x="2644" y="3978"/>
                  </a:lnTo>
                  <a:cubicBezTo>
                    <a:pt x="2286" y="3383"/>
                    <a:pt x="2215" y="2668"/>
                    <a:pt x="2191" y="2263"/>
                  </a:cubicBezTo>
                  <a:close/>
                  <a:moveTo>
                    <a:pt x="8788" y="2263"/>
                  </a:moveTo>
                  <a:cubicBezTo>
                    <a:pt x="8788" y="2668"/>
                    <a:pt x="8693" y="3383"/>
                    <a:pt x="8335" y="3978"/>
                  </a:cubicBezTo>
                  <a:lnTo>
                    <a:pt x="8050" y="3978"/>
                  </a:lnTo>
                  <a:cubicBezTo>
                    <a:pt x="7621" y="3978"/>
                    <a:pt x="7192" y="4073"/>
                    <a:pt x="6835" y="4240"/>
                  </a:cubicBezTo>
                  <a:cubicBezTo>
                    <a:pt x="6978" y="3859"/>
                    <a:pt x="7097" y="3454"/>
                    <a:pt x="7097" y="3002"/>
                  </a:cubicBezTo>
                  <a:cubicBezTo>
                    <a:pt x="7097" y="2906"/>
                    <a:pt x="7097" y="2811"/>
                    <a:pt x="7073" y="2716"/>
                  </a:cubicBezTo>
                  <a:cubicBezTo>
                    <a:pt x="7692" y="2382"/>
                    <a:pt x="8407" y="2287"/>
                    <a:pt x="8788" y="2263"/>
                  </a:cubicBezTo>
                  <a:close/>
                  <a:moveTo>
                    <a:pt x="5501" y="906"/>
                  </a:moveTo>
                  <a:cubicBezTo>
                    <a:pt x="5835" y="1263"/>
                    <a:pt x="6454" y="2073"/>
                    <a:pt x="6454" y="3002"/>
                  </a:cubicBezTo>
                  <a:cubicBezTo>
                    <a:pt x="6454" y="3930"/>
                    <a:pt x="5835" y="4740"/>
                    <a:pt x="5478" y="5121"/>
                  </a:cubicBezTo>
                  <a:cubicBezTo>
                    <a:pt x="5144" y="4740"/>
                    <a:pt x="4525" y="3930"/>
                    <a:pt x="4525" y="3002"/>
                  </a:cubicBezTo>
                  <a:cubicBezTo>
                    <a:pt x="4525" y="2097"/>
                    <a:pt x="5144" y="1263"/>
                    <a:pt x="5501" y="906"/>
                  </a:cubicBezTo>
                  <a:close/>
                  <a:moveTo>
                    <a:pt x="2929" y="4597"/>
                  </a:moveTo>
                  <a:cubicBezTo>
                    <a:pt x="3834" y="4597"/>
                    <a:pt x="4644" y="5240"/>
                    <a:pt x="5025" y="5573"/>
                  </a:cubicBezTo>
                  <a:cubicBezTo>
                    <a:pt x="4668" y="5907"/>
                    <a:pt x="3834" y="6526"/>
                    <a:pt x="2929" y="6526"/>
                  </a:cubicBezTo>
                  <a:cubicBezTo>
                    <a:pt x="2001" y="6526"/>
                    <a:pt x="1215" y="5907"/>
                    <a:pt x="881" y="5573"/>
                  </a:cubicBezTo>
                  <a:cubicBezTo>
                    <a:pt x="1215" y="5240"/>
                    <a:pt x="2001" y="4597"/>
                    <a:pt x="2929" y="4597"/>
                  </a:cubicBezTo>
                  <a:close/>
                  <a:moveTo>
                    <a:pt x="8050" y="4597"/>
                  </a:moveTo>
                  <a:cubicBezTo>
                    <a:pt x="8978" y="4597"/>
                    <a:pt x="9764" y="5240"/>
                    <a:pt x="10121" y="5573"/>
                  </a:cubicBezTo>
                  <a:cubicBezTo>
                    <a:pt x="9764" y="5907"/>
                    <a:pt x="8978" y="6526"/>
                    <a:pt x="8050" y="6526"/>
                  </a:cubicBezTo>
                  <a:cubicBezTo>
                    <a:pt x="7145" y="6526"/>
                    <a:pt x="6335" y="5907"/>
                    <a:pt x="5954" y="5573"/>
                  </a:cubicBezTo>
                  <a:cubicBezTo>
                    <a:pt x="6335" y="5240"/>
                    <a:pt x="7145" y="4597"/>
                    <a:pt x="8050" y="4597"/>
                  </a:cubicBezTo>
                  <a:close/>
                  <a:moveTo>
                    <a:pt x="5501" y="6026"/>
                  </a:moveTo>
                  <a:cubicBezTo>
                    <a:pt x="5620" y="6145"/>
                    <a:pt x="5763" y="6264"/>
                    <a:pt x="5978" y="6407"/>
                  </a:cubicBezTo>
                  <a:cubicBezTo>
                    <a:pt x="5811" y="6669"/>
                    <a:pt x="5620" y="6883"/>
                    <a:pt x="5501" y="7050"/>
                  </a:cubicBezTo>
                  <a:cubicBezTo>
                    <a:pt x="5359" y="6883"/>
                    <a:pt x="5168" y="6669"/>
                    <a:pt x="5001" y="6407"/>
                  </a:cubicBezTo>
                  <a:cubicBezTo>
                    <a:pt x="5216" y="6264"/>
                    <a:pt x="5359" y="6145"/>
                    <a:pt x="5501" y="6026"/>
                  </a:cubicBezTo>
                  <a:close/>
                  <a:moveTo>
                    <a:pt x="5501" y="1"/>
                  </a:moveTo>
                  <a:lnTo>
                    <a:pt x="5287" y="191"/>
                  </a:lnTo>
                  <a:cubicBezTo>
                    <a:pt x="5239" y="239"/>
                    <a:pt x="4406" y="1001"/>
                    <a:pt x="4049" y="2073"/>
                  </a:cubicBezTo>
                  <a:cubicBezTo>
                    <a:pt x="3189" y="1653"/>
                    <a:pt x="2261" y="1619"/>
                    <a:pt x="1944" y="1619"/>
                  </a:cubicBezTo>
                  <a:cubicBezTo>
                    <a:pt x="1884" y="1619"/>
                    <a:pt x="1845" y="1620"/>
                    <a:pt x="1834" y="1620"/>
                  </a:cubicBezTo>
                  <a:lnTo>
                    <a:pt x="1548" y="1644"/>
                  </a:lnTo>
                  <a:lnTo>
                    <a:pt x="1548" y="1930"/>
                  </a:lnTo>
                  <a:cubicBezTo>
                    <a:pt x="1524" y="1977"/>
                    <a:pt x="1477" y="3121"/>
                    <a:pt x="2001" y="4121"/>
                  </a:cubicBezTo>
                  <a:cubicBezTo>
                    <a:pt x="929" y="4478"/>
                    <a:pt x="215" y="5312"/>
                    <a:pt x="191" y="5359"/>
                  </a:cubicBezTo>
                  <a:lnTo>
                    <a:pt x="0" y="5573"/>
                  </a:lnTo>
                  <a:lnTo>
                    <a:pt x="191" y="5788"/>
                  </a:lnTo>
                  <a:cubicBezTo>
                    <a:pt x="238" y="5835"/>
                    <a:pt x="1382" y="7169"/>
                    <a:pt x="2929" y="7169"/>
                  </a:cubicBezTo>
                  <a:cubicBezTo>
                    <a:pt x="3501" y="7169"/>
                    <a:pt x="4025" y="6979"/>
                    <a:pt x="4477" y="6764"/>
                  </a:cubicBezTo>
                  <a:cubicBezTo>
                    <a:pt x="4835" y="7336"/>
                    <a:pt x="5263" y="7717"/>
                    <a:pt x="5287" y="7741"/>
                  </a:cubicBezTo>
                  <a:lnTo>
                    <a:pt x="5501" y="7931"/>
                  </a:lnTo>
                  <a:lnTo>
                    <a:pt x="5716" y="7741"/>
                  </a:lnTo>
                  <a:cubicBezTo>
                    <a:pt x="5716" y="7717"/>
                    <a:pt x="6144" y="7336"/>
                    <a:pt x="6502" y="6764"/>
                  </a:cubicBezTo>
                  <a:cubicBezTo>
                    <a:pt x="6954" y="6979"/>
                    <a:pt x="7478" y="7169"/>
                    <a:pt x="8050" y="7169"/>
                  </a:cubicBezTo>
                  <a:cubicBezTo>
                    <a:pt x="9598" y="7169"/>
                    <a:pt x="10764" y="5835"/>
                    <a:pt x="10812" y="5788"/>
                  </a:cubicBezTo>
                  <a:lnTo>
                    <a:pt x="10979" y="5573"/>
                  </a:lnTo>
                  <a:lnTo>
                    <a:pt x="10812" y="5359"/>
                  </a:lnTo>
                  <a:cubicBezTo>
                    <a:pt x="10764" y="5312"/>
                    <a:pt x="10050" y="4478"/>
                    <a:pt x="8978" y="4121"/>
                  </a:cubicBezTo>
                  <a:cubicBezTo>
                    <a:pt x="9502" y="3121"/>
                    <a:pt x="9455" y="1977"/>
                    <a:pt x="9431" y="1930"/>
                  </a:cubicBezTo>
                  <a:lnTo>
                    <a:pt x="9431" y="1644"/>
                  </a:lnTo>
                  <a:lnTo>
                    <a:pt x="9145" y="1620"/>
                  </a:lnTo>
                  <a:cubicBezTo>
                    <a:pt x="9134" y="1620"/>
                    <a:pt x="9095" y="1619"/>
                    <a:pt x="9035" y="1619"/>
                  </a:cubicBezTo>
                  <a:cubicBezTo>
                    <a:pt x="8718" y="1619"/>
                    <a:pt x="7790" y="1653"/>
                    <a:pt x="6930" y="2073"/>
                  </a:cubicBezTo>
                  <a:cubicBezTo>
                    <a:pt x="6597" y="1001"/>
                    <a:pt x="5740" y="239"/>
                    <a:pt x="5716" y="191"/>
                  </a:cubicBezTo>
                  <a:lnTo>
                    <a:pt x="55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19"/>
            <p:cNvSpPr/>
            <p:nvPr/>
          </p:nvSpPr>
          <p:spPr>
            <a:xfrm>
              <a:off x="3909125" y="2725625"/>
              <a:ext cx="23225" cy="22650"/>
            </a:xfrm>
            <a:custGeom>
              <a:rect b="b" l="l" r="r" t="t"/>
              <a:pathLst>
                <a:path extrusionOk="0" h="906" w="929">
                  <a:moveTo>
                    <a:pt x="476" y="0"/>
                  </a:moveTo>
                  <a:lnTo>
                    <a:pt x="0" y="453"/>
                  </a:lnTo>
                  <a:lnTo>
                    <a:pt x="476" y="905"/>
                  </a:lnTo>
                  <a:lnTo>
                    <a:pt x="929" y="453"/>
                  </a:lnTo>
                  <a:lnTo>
                    <a:pt x="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19"/>
            <p:cNvSpPr/>
            <p:nvPr/>
          </p:nvSpPr>
          <p:spPr>
            <a:xfrm>
              <a:off x="3957350" y="2757775"/>
              <a:ext cx="22650" cy="22650"/>
            </a:xfrm>
            <a:custGeom>
              <a:rect b="b" l="l" r="r" t="t"/>
              <a:pathLst>
                <a:path extrusionOk="0" h="906" w="906">
                  <a:moveTo>
                    <a:pt x="453" y="0"/>
                  </a:moveTo>
                  <a:lnTo>
                    <a:pt x="0" y="453"/>
                  </a:lnTo>
                  <a:lnTo>
                    <a:pt x="453" y="905"/>
                  </a:lnTo>
                  <a:lnTo>
                    <a:pt x="905"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19"/>
            <p:cNvSpPr/>
            <p:nvPr/>
          </p:nvSpPr>
          <p:spPr>
            <a:xfrm>
              <a:off x="3861475" y="2757775"/>
              <a:ext cx="22650" cy="22650"/>
            </a:xfrm>
            <a:custGeom>
              <a:rect b="b" l="l" r="r" t="t"/>
              <a:pathLst>
                <a:path extrusionOk="0" h="906" w="906">
                  <a:moveTo>
                    <a:pt x="453" y="0"/>
                  </a:moveTo>
                  <a:lnTo>
                    <a:pt x="1" y="453"/>
                  </a:lnTo>
                  <a:lnTo>
                    <a:pt x="453" y="905"/>
                  </a:lnTo>
                  <a:lnTo>
                    <a:pt x="906"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19"/>
            <p:cNvSpPr/>
            <p:nvPr/>
          </p:nvSpPr>
          <p:spPr>
            <a:xfrm>
              <a:off x="4483050" y="2720850"/>
              <a:ext cx="60150" cy="60750"/>
            </a:xfrm>
            <a:custGeom>
              <a:rect b="b" l="l" r="r" t="t"/>
              <a:pathLst>
                <a:path extrusionOk="0" h="2430" w="2406">
                  <a:moveTo>
                    <a:pt x="1191" y="620"/>
                  </a:moveTo>
                  <a:cubicBezTo>
                    <a:pt x="1524" y="620"/>
                    <a:pt x="1810" y="906"/>
                    <a:pt x="1810" y="1239"/>
                  </a:cubicBezTo>
                  <a:cubicBezTo>
                    <a:pt x="1810" y="1572"/>
                    <a:pt x="1524" y="1834"/>
                    <a:pt x="1191" y="1834"/>
                  </a:cubicBezTo>
                  <a:cubicBezTo>
                    <a:pt x="881" y="1834"/>
                    <a:pt x="596" y="1572"/>
                    <a:pt x="596" y="1239"/>
                  </a:cubicBezTo>
                  <a:cubicBezTo>
                    <a:pt x="596" y="906"/>
                    <a:pt x="881" y="620"/>
                    <a:pt x="1191" y="620"/>
                  </a:cubicBezTo>
                  <a:close/>
                  <a:moveTo>
                    <a:pt x="1191" y="1"/>
                  </a:moveTo>
                  <a:cubicBezTo>
                    <a:pt x="524" y="1"/>
                    <a:pt x="0" y="572"/>
                    <a:pt x="0" y="1239"/>
                  </a:cubicBezTo>
                  <a:cubicBezTo>
                    <a:pt x="0" y="1882"/>
                    <a:pt x="548" y="2430"/>
                    <a:pt x="1191" y="2430"/>
                  </a:cubicBezTo>
                  <a:cubicBezTo>
                    <a:pt x="1858" y="2430"/>
                    <a:pt x="2406" y="1882"/>
                    <a:pt x="2406" y="1239"/>
                  </a:cubicBezTo>
                  <a:cubicBezTo>
                    <a:pt x="2406" y="572"/>
                    <a:pt x="1882"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19"/>
            <p:cNvSpPr/>
            <p:nvPr/>
          </p:nvSpPr>
          <p:spPr>
            <a:xfrm>
              <a:off x="4355050" y="2781575"/>
              <a:ext cx="256025" cy="195300"/>
            </a:xfrm>
            <a:custGeom>
              <a:rect b="b" l="l" r="r" t="t"/>
              <a:pathLst>
                <a:path extrusionOk="0" h="7812" w="10241">
                  <a:moveTo>
                    <a:pt x="7526" y="596"/>
                  </a:moveTo>
                  <a:cubicBezTo>
                    <a:pt x="7907" y="596"/>
                    <a:pt x="8240" y="858"/>
                    <a:pt x="8359" y="1191"/>
                  </a:cubicBezTo>
                  <a:lnTo>
                    <a:pt x="6621" y="1191"/>
                  </a:lnTo>
                  <a:lnTo>
                    <a:pt x="6621" y="2406"/>
                  </a:lnTo>
                  <a:lnTo>
                    <a:pt x="5430" y="2406"/>
                  </a:lnTo>
                  <a:lnTo>
                    <a:pt x="5430" y="1191"/>
                  </a:lnTo>
                  <a:lnTo>
                    <a:pt x="4835" y="1191"/>
                  </a:lnTo>
                  <a:lnTo>
                    <a:pt x="4835" y="3001"/>
                  </a:lnTo>
                  <a:lnTo>
                    <a:pt x="6621" y="3001"/>
                  </a:lnTo>
                  <a:lnTo>
                    <a:pt x="6621" y="3597"/>
                  </a:lnTo>
                  <a:lnTo>
                    <a:pt x="4215" y="3597"/>
                  </a:lnTo>
                  <a:lnTo>
                    <a:pt x="4215" y="1501"/>
                  </a:lnTo>
                  <a:cubicBezTo>
                    <a:pt x="4215" y="1001"/>
                    <a:pt x="4620" y="596"/>
                    <a:pt x="5120" y="596"/>
                  </a:cubicBezTo>
                  <a:close/>
                  <a:moveTo>
                    <a:pt x="9645" y="1811"/>
                  </a:moveTo>
                  <a:lnTo>
                    <a:pt x="9645" y="2406"/>
                  </a:lnTo>
                  <a:lnTo>
                    <a:pt x="7811" y="2406"/>
                  </a:lnTo>
                  <a:lnTo>
                    <a:pt x="7811" y="3597"/>
                  </a:lnTo>
                  <a:lnTo>
                    <a:pt x="7216" y="3597"/>
                  </a:lnTo>
                  <a:lnTo>
                    <a:pt x="7216" y="1811"/>
                  </a:lnTo>
                  <a:close/>
                  <a:moveTo>
                    <a:pt x="1215" y="3597"/>
                  </a:moveTo>
                  <a:cubicBezTo>
                    <a:pt x="1548" y="3597"/>
                    <a:pt x="1810" y="3859"/>
                    <a:pt x="1810" y="4192"/>
                  </a:cubicBezTo>
                  <a:cubicBezTo>
                    <a:pt x="1810" y="4525"/>
                    <a:pt x="1548" y="4787"/>
                    <a:pt x="1215" y="4787"/>
                  </a:cubicBezTo>
                  <a:cubicBezTo>
                    <a:pt x="881" y="4787"/>
                    <a:pt x="596" y="4525"/>
                    <a:pt x="596" y="4192"/>
                  </a:cubicBezTo>
                  <a:cubicBezTo>
                    <a:pt x="596" y="3859"/>
                    <a:pt x="881" y="3597"/>
                    <a:pt x="1215" y="3597"/>
                  </a:cubicBezTo>
                  <a:close/>
                  <a:moveTo>
                    <a:pt x="9645" y="4192"/>
                  </a:moveTo>
                  <a:lnTo>
                    <a:pt x="9645" y="4787"/>
                  </a:lnTo>
                  <a:lnTo>
                    <a:pt x="3048" y="4787"/>
                  </a:lnTo>
                  <a:cubicBezTo>
                    <a:pt x="3191" y="4454"/>
                    <a:pt x="3525" y="4192"/>
                    <a:pt x="3930" y="4192"/>
                  </a:cubicBezTo>
                  <a:close/>
                  <a:moveTo>
                    <a:pt x="9645" y="5407"/>
                  </a:moveTo>
                  <a:lnTo>
                    <a:pt x="9645" y="6002"/>
                  </a:lnTo>
                  <a:lnTo>
                    <a:pt x="596" y="6002"/>
                  </a:lnTo>
                  <a:lnTo>
                    <a:pt x="596" y="5407"/>
                  </a:lnTo>
                  <a:close/>
                  <a:moveTo>
                    <a:pt x="5120" y="1"/>
                  </a:moveTo>
                  <a:cubicBezTo>
                    <a:pt x="4287" y="1"/>
                    <a:pt x="3620" y="667"/>
                    <a:pt x="3620" y="1501"/>
                  </a:cubicBezTo>
                  <a:lnTo>
                    <a:pt x="3620" y="3620"/>
                  </a:lnTo>
                  <a:cubicBezTo>
                    <a:pt x="3334" y="3692"/>
                    <a:pt x="3072" y="3835"/>
                    <a:pt x="2858" y="4025"/>
                  </a:cubicBezTo>
                  <a:cubicBezTo>
                    <a:pt x="2644" y="4240"/>
                    <a:pt x="2501" y="4502"/>
                    <a:pt x="2429" y="4787"/>
                  </a:cubicBezTo>
                  <a:lnTo>
                    <a:pt x="2239" y="4787"/>
                  </a:lnTo>
                  <a:cubicBezTo>
                    <a:pt x="2358" y="4621"/>
                    <a:pt x="2405" y="4406"/>
                    <a:pt x="2405" y="4192"/>
                  </a:cubicBezTo>
                  <a:cubicBezTo>
                    <a:pt x="2405" y="3525"/>
                    <a:pt x="1858" y="3001"/>
                    <a:pt x="1215" y="3001"/>
                  </a:cubicBezTo>
                  <a:cubicBezTo>
                    <a:pt x="548" y="3001"/>
                    <a:pt x="0" y="3525"/>
                    <a:pt x="0" y="4192"/>
                  </a:cubicBezTo>
                  <a:cubicBezTo>
                    <a:pt x="0" y="4406"/>
                    <a:pt x="72" y="4621"/>
                    <a:pt x="167" y="4787"/>
                  </a:cubicBezTo>
                  <a:lnTo>
                    <a:pt x="0" y="4787"/>
                  </a:lnTo>
                  <a:lnTo>
                    <a:pt x="0" y="7812"/>
                  </a:lnTo>
                  <a:lnTo>
                    <a:pt x="596" y="7812"/>
                  </a:lnTo>
                  <a:lnTo>
                    <a:pt x="596" y="6597"/>
                  </a:lnTo>
                  <a:lnTo>
                    <a:pt x="9645" y="6597"/>
                  </a:lnTo>
                  <a:lnTo>
                    <a:pt x="9645" y="7812"/>
                  </a:lnTo>
                  <a:lnTo>
                    <a:pt x="10240" y="7812"/>
                  </a:lnTo>
                  <a:lnTo>
                    <a:pt x="10240" y="3597"/>
                  </a:lnTo>
                  <a:lnTo>
                    <a:pt x="8430" y="3597"/>
                  </a:lnTo>
                  <a:lnTo>
                    <a:pt x="8430" y="3001"/>
                  </a:lnTo>
                  <a:lnTo>
                    <a:pt x="10240" y="3001"/>
                  </a:lnTo>
                  <a:lnTo>
                    <a:pt x="10240" y="1191"/>
                  </a:lnTo>
                  <a:lnTo>
                    <a:pt x="9002" y="1191"/>
                  </a:lnTo>
                  <a:cubicBezTo>
                    <a:pt x="8859" y="525"/>
                    <a:pt x="8240" y="1"/>
                    <a:pt x="7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19"/>
            <p:cNvSpPr/>
            <p:nvPr/>
          </p:nvSpPr>
          <p:spPr>
            <a:xfrm>
              <a:off x="4936700" y="2725625"/>
              <a:ext cx="217350" cy="247100"/>
            </a:xfrm>
            <a:custGeom>
              <a:rect b="b" l="l" r="r" t="t"/>
              <a:pathLst>
                <a:path extrusionOk="0" h="9884" w="8694">
                  <a:moveTo>
                    <a:pt x="2882" y="572"/>
                  </a:moveTo>
                  <a:lnTo>
                    <a:pt x="2882" y="1739"/>
                  </a:lnTo>
                  <a:lnTo>
                    <a:pt x="2311" y="1739"/>
                  </a:lnTo>
                  <a:lnTo>
                    <a:pt x="2311" y="572"/>
                  </a:lnTo>
                  <a:close/>
                  <a:moveTo>
                    <a:pt x="1739" y="2334"/>
                  </a:moveTo>
                  <a:lnTo>
                    <a:pt x="1739" y="2905"/>
                  </a:lnTo>
                  <a:lnTo>
                    <a:pt x="1144" y="2905"/>
                  </a:lnTo>
                  <a:lnTo>
                    <a:pt x="1144" y="2334"/>
                  </a:lnTo>
                  <a:close/>
                  <a:moveTo>
                    <a:pt x="2882" y="2334"/>
                  </a:moveTo>
                  <a:lnTo>
                    <a:pt x="2882" y="2905"/>
                  </a:lnTo>
                  <a:lnTo>
                    <a:pt x="2311" y="2905"/>
                  </a:lnTo>
                  <a:lnTo>
                    <a:pt x="2311" y="2334"/>
                  </a:lnTo>
                  <a:close/>
                  <a:moveTo>
                    <a:pt x="4049" y="2334"/>
                  </a:moveTo>
                  <a:lnTo>
                    <a:pt x="4049" y="2905"/>
                  </a:lnTo>
                  <a:lnTo>
                    <a:pt x="3478" y="2905"/>
                  </a:lnTo>
                  <a:lnTo>
                    <a:pt x="3478" y="2334"/>
                  </a:lnTo>
                  <a:close/>
                  <a:moveTo>
                    <a:pt x="6955" y="4930"/>
                  </a:moveTo>
                  <a:lnTo>
                    <a:pt x="6955" y="5525"/>
                  </a:lnTo>
                  <a:cubicBezTo>
                    <a:pt x="6955" y="5668"/>
                    <a:pt x="6812" y="5811"/>
                    <a:pt x="6669" y="5811"/>
                  </a:cubicBezTo>
                  <a:lnTo>
                    <a:pt x="4907" y="5811"/>
                  </a:lnTo>
                  <a:cubicBezTo>
                    <a:pt x="4764" y="5811"/>
                    <a:pt x="4621" y="5668"/>
                    <a:pt x="4621" y="5525"/>
                  </a:cubicBezTo>
                  <a:cubicBezTo>
                    <a:pt x="4621" y="5358"/>
                    <a:pt x="4764" y="5215"/>
                    <a:pt x="4907" y="5215"/>
                  </a:cubicBezTo>
                  <a:lnTo>
                    <a:pt x="5835" y="5215"/>
                  </a:lnTo>
                  <a:cubicBezTo>
                    <a:pt x="6240" y="5215"/>
                    <a:pt x="6621" y="5120"/>
                    <a:pt x="6955" y="4930"/>
                  </a:cubicBezTo>
                  <a:close/>
                  <a:moveTo>
                    <a:pt x="7526" y="6382"/>
                  </a:moveTo>
                  <a:lnTo>
                    <a:pt x="7526" y="6978"/>
                  </a:lnTo>
                  <a:lnTo>
                    <a:pt x="4049" y="6978"/>
                  </a:lnTo>
                  <a:lnTo>
                    <a:pt x="4049" y="6382"/>
                  </a:lnTo>
                  <a:close/>
                  <a:moveTo>
                    <a:pt x="1739" y="5215"/>
                  </a:moveTo>
                  <a:lnTo>
                    <a:pt x="1739" y="7549"/>
                  </a:lnTo>
                  <a:lnTo>
                    <a:pt x="572" y="7549"/>
                  </a:lnTo>
                  <a:lnTo>
                    <a:pt x="572" y="5215"/>
                  </a:lnTo>
                  <a:close/>
                  <a:moveTo>
                    <a:pt x="4621" y="3477"/>
                  </a:moveTo>
                  <a:lnTo>
                    <a:pt x="4621" y="4692"/>
                  </a:lnTo>
                  <a:cubicBezTo>
                    <a:pt x="4288" y="4811"/>
                    <a:pt x="4049" y="5144"/>
                    <a:pt x="4049" y="5525"/>
                  </a:cubicBezTo>
                  <a:cubicBezTo>
                    <a:pt x="4049" y="5620"/>
                    <a:pt x="4073" y="5716"/>
                    <a:pt x="4097" y="5811"/>
                  </a:cubicBezTo>
                  <a:lnTo>
                    <a:pt x="3478" y="5811"/>
                  </a:lnTo>
                  <a:lnTo>
                    <a:pt x="3478" y="6978"/>
                  </a:lnTo>
                  <a:lnTo>
                    <a:pt x="2882" y="6978"/>
                  </a:lnTo>
                  <a:lnTo>
                    <a:pt x="2882" y="9312"/>
                  </a:lnTo>
                  <a:lnTo>
                    <a:pt x="572" y="9312"/>
                  </a:lnTo>
                  <a:lnTo>
                    <a:pt x="572" y="8121"/>
                  </a:lnTo>
                  <a:lnTo>
                    <a:pt x="2311" y="8121"/>
                  </a:lnTo>
                  <a:lnTo>
                    <a:pt x="2311" y="4644"/>
                  </a:lnTo>
                  <a:lnTo>
                    <a:pt x="572" y="4644"/>
                  </a:lnTo>
                  <a:lnTo>
                    <a:pt x="572" y="3477"/>
                  </a:lnTo>
                  <a:close/>
                  <a:moveTo>
                    <a:pt x="8098" y="7549"/>
                  </a:moveTo>
                  <a:lnTo>
                    <a:pt x="8098" y="9312"/>
                  </a:lnTo>
                  <a:lnTo>
                    <a:pt x="3478" y="9312"/>
                  </a:lnTo>
                  <a:lnTo>
                    <a:pt x="3478" y="7549"/>
                  </a:lnTo>
                  <a:close/>
                  <a:moveTo>
                    <a:pt x="572" y="0"/>
                  </a:moveTo>
                  <a:lnTo>
                    <a:pt x="572" y="572"/>
                  </a:lnTo>
                  <a:lnTo>
                    <a:pt x="1739" y="572"/>
                  </a:lnTo>
                  <a:lnTo>
                    <a:pt x="1739" y="1739"/>
                  </a:lnTo>
                  <a:lnTo>
                    <a:pt x="572" y="1739"/>
                  </a:lnTo>
                  <a:lnTo>
                    <a:pt x="572" y="2905"/>
                  </a:lnTo>
                  <a:lnTo>
                    <a:pt x="1" y="2905"/>
                  </a:lnTo>
                  <a:lnTo>
                    <a:pt x="1" y="9883"/>
                  </a:lnTo>
                  <a:lnTo>
                    <a:pt x="8693" y="9883"/>
                  </a:lnTo>
                  <a:lnTo>
                    <a:pt x="8693" y="6978"/>
                  </a:lnTo>
                  <a:lnTo>
                    <a:pt x="8098" y="6978"/>
                  </a:lnTo>
                  <a:lnTo>
                    <a:pt x="8098" y="5811"/>
                  </a:lnTo>
                  <a:lnTo>
                    <a:pt x="7479" y="5811"/>
                  </a:lnTo>
                  <a:cubicBezTo>
                    <a:pt x="7502" y="5716"/>
                    <a:pt x="7526" y="5620"/>
                    <a:pt x="7526" y="5525"/>
                  </a:cubicBezTo>
                  <a:lnTo>
                    <a:pt x="7526" y="3668"/>
                  </a:lnTo>
                  <a:lnTo>
                    <a:pt x="7026" y="4144"/>
                  </a:lnTo>
                  <a:cubicBezTo>
                    <a:pt x="6717" y="4477"/>
                    <a:pt x="6288" y="4644"/>
                    <a:pt x="5835" y="4644"/>
                  </a:cubicBezTo>
                  <a:lnTo>
                    <a:pt x="5216" y="4644"/>
                  </a:lnTo>
                  <a:lnTo>
                    <a:pt x="5216" y="2905"/>
                  </a:lnTo>
                  <a:lnTo>
                    <a:pt x="4621" y="2905"/>
                  </a:lnTo>
                  <a:lnTo>
                    <a:pt x="4621" y="1739"/>
                  </a:lnTo>
                  <a:lnTo>
                    <a:pt x="3478" y="1739"/>
                  </a:lnTo>
                  <a:lnTo>
                    <a:pt x="3478" y="572"/>
                  </a:lnTo>
                  <a:lnTo>
                    <a:pt x="4621" y="572"/>
                  </a:lnTo>
                  <a:cubicBezTo>
                    <a:pt x="4954" y="572"/>
                    <a:pt x="5216" y="834"/>
                    <a:pt x="5216" y="1143"/>
                  </a:cubicBezTo>
                  <a:lnTo>
                    <a:pt x="5788" y="1143"/>
                  </a:lnTo>
                  <a:cubicBezTo>
                    <a:pt x="5788" y="500"/>
                    <a:pt x="5264" y="0"/>
                    <a:pt x="4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19"/>
            <p:cNvSpPr/>
            <p:nvPr/>
          </p:nvSpPr>
          <p:spPr>
            <a:xfrm>
              <a:off x="5052200" y="2928625"/>
              <a:ext cx="58375" cy="14925"/>
            </a:xfrm>
            <a:custGeom>
              <a:rect b="b" l="l" r="r" t="t"/>
              <a:pathLst>
                <a:path extrusionOk="0" h="597" w="2335">
                  <a:moveTo>
                    <a:pt x="1" y="1"/>
                  </a:moveTo>
                  <a:lnTo>
                    <a:pt x="1" y="596"/>
                  </a:lnTo>
                  <a:lnTo>
                    <a:pt x="2335" y="596"/>
                  </a:lnTo>
                  <a:lnTo>
                    <a:pt x="2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19"/>
            <p:cNvSpPr/>
            <p:nvPr/>
          </p:nvSpPr>
          <p:spPr>
            <a:xfrm>
              <a:off x="5481475" y="2722650"/>
              <a:ext cx="217925" cy="251850"/>
            </a:xfrm>
            <a:custGeom>
              <a:rect b="b" l="l" r="r" t="t"/>
              <a:pathLst>
                <a:path extrusionOk="0" h="10074" w="8717">
                  <a:moveTo>
                    <a:pt x="7097" y="589"/>
                  </a:moveTo>
                  <a:cubicBezTo>
                    <a:pt x="7323" y="589"/>
                    <a:pt x="7549" y="679"/>
                    <a:pt x="7716" y="857"/>
                  </a:cubicBezTo>
                  <a:cubicBezTo>
                    <a:pt x="8073" y="1191"/>
                    <a:pt x="8073" y="1762"/>
                    <a:pt x="7716" y="2096"/>
                  </a:cubicBezTo>
                  <a:lnTo>
                    <a:pt x="7097" y="2739"/>
                  </a:lnTo>
                  <a:lnTo>
                    <a:pt x="5835" y="1477"/>
                  </a:lnTo>
                  <a:lnTo>
                    <a:pt x="6478" y="857"/>
                  </a:lnTo>
                  <a:cubicBezTo>
                    <a:pt x="6644" y="679"/>
                    <a:pt x="6871" y="589"/>
                    <a:pt x="7097" y="589"/>
                  </a:cubicBezTo>
                  <a:close/>
                  <a:moveTo>
                    <a:pt x="5430" y="1881"/>
                  </a:moveTo>
                  <a:lnTo>
                    <a:pt x="6668" y="3144"/>
                  </a:lnTo>
                  <a:lnTo>
                    <a:pt x="6263" y="3572"/>
                  </a:lnTo>
                  <a:lnTo>
                    <a:pt x="5001" y="2310"/>
                  </a:lnTo>
                  <a:lnTo>
                    <a:pt x="5430" y="1881"/>
                  </a:lnTo>
                  <a:close/>
                  <a:moveTo>
                    <a:pt x="4596" y="2739"/>
                  </a:moveTo>
                  <a:lnTo>
                    <a:pt x="5835" y="3977"/>
                  </a:lnTo>
                  <a:lnTo>
                    <a:pt x="5073" y="4739"/>
                  </a:lnTo>
                  <a:lnTo>
                    <a:pt x="2572" y="4739"/>
                  </a:lnTo>
                  <a:lnTo>
                    <a:pt x="4596" y="2739"/>
                  </a:lnTo>
                  <a:close/>
                  <a:moveTo>
                    <a:pt x="4501" y="5334"/>
                  </a:moveTo>
                  <a:lnTo>
                    <a:pt x="3287" y="6549"/>
                  </a:lnTo>
                  <a:cubicBezTo>
                    <a:pt x="3126" y="6710"/>
                    <a:pt x="2898" y="6790"/>
                    <a:pt x="2664" y="6790"/>
                  </a:cubicBezTo>
                  <a:cubicBezTo>
                    <a:pt x="2586" y="6790"/>
                    <a:pt x="2507" y="6781"/>
                    <a:pt x="2429" y="6763"/>
                  </a:cubicBezTo>
                  <a:lnTo>
                    <a:pt x="2263" y="6716"/>
                  </a:lnTo>
                  <a:lnTo>
                    <a:pt x="1167" y="7811"/>
                  </a:lnTo>
                  <a:cubicBezTo>
                    <a:pt x="1143" y="7835"/>
                    <a:pt x="1119" y="7859"/>
                    <a:pt x="1096" y="7883"/>
                  </a:cubicBezTo>
                  <a:lnTo>
                    <a:pt x="953" y="7692"/>
                  </a:lnTo>
                  <a:lnTo>
                    <a:pt x="834" y="7859"/>
                  </a:lnTo>
                  <a:cubicBezTo>
                    <a:pt x="810" y="7859"/>
                    <a:pt x="786" y="7835"/>
                    <a:pt x="762" y="7811"/>
                  </a:cubicBezTo>
                  <a:cubicBezTo>
                    <a:pt x="643" y="7692"/>
                    <a:pt x="643" y="7502"/>
                    <a:pt x="762" y="7383"/>
                  </a:cubicBezTo>
                  <a:lnTo>
                    <a:pt x="1858" y="6311"/>
                  </a:lnTo>
                  <a:lnTo>
                    <a:pt x="1810" y="6144"/>
                  </a:lnTo>
                  <a:cubicBezTo>
                    <a:pt x="1739" y="5858"/>
                    <a:pt x="1810" y="5549"/>
                    <a:pt x="2001" y="5334"/>
                  </a:cubicBezTo>
                  <a:close/>
                  <a:moveTo>
                    <a:pt x="953" y="8692"/>
                  </a:moveTo>
                  <a:lnTo>
                    <a:pt x="1167" y="8978"/>
                  </a:lnTo>
                  <a:cubicBezTo>
                    <a:pt x="1167" y="8978"/>
                    <a:pt x="1262" y="9050"/>
                    <a:pt x="1262" y="9192"/>
                  </a:cubicBezTo>
                  <a:cubicBezTo>
                    <a:pt x="1262" y="9335"/>
                    <a:pt x="1119" y="9478"/>
                    <a:pt x="953" y="9478"/>
                  </a:cubicBezTo>
                  <a:cubicBezTo>
                    <a:pt x="810" y="9478"/>
                    <a:pt x="667" y="9335"/>
                    <a:pt x="667" y="9192"/>
                  </a:cubicBezTo>
                  <a:cubicBezTo>
                    <a:pt x="667" y="9050"/>
                    <a:pt x="738" y="8978"/>
                    <a:pt x="738" y="8978"/>
                  </a:cubicBezTo>
                  <a:lnTo>
                    <a:pt x="953" y="8692"/>
                  </a:lnTo>
                  <a:close/>
                  <a:moveTo>
                    <a:pt x="7097" y="0"/>
                  </a:moveTo>
                  <a:cubicBezTo>
                    <a:pt x="6716" y="0"/>
                    <a:pt x="6335" y="143"/>
                    <a:pt x="6049" y="429"/>
                  </a:cubicBezTo>
                  <a:lnTo>
                    <a:pt x="4596" y="1881"/>
                  </a:lnTo>
                  <a:lnTo>
                    <a:pt x="4168" y="1477"/>
                  </a:lnTo>
                  <a:lnTo>
                    <a:pt x="3763" y="1881"/>
                  </a:lnTo>
                  <a:lnTo>
                    <a:pt x="4168" y="2310"/>
                  </a:lnTo>
                  <a:lnTo>
                    <a:pt x="1620" y="4858"/>
                  </a:lnTo>
                  <a:cubicBezTo>
                    <a:pt x="1286" y="5192"/>
                    <a:pt x="1143" y="5668"/>
                    <a:pt x="1191" y="6120"/>
                  </a:cubicBezTo>
                  <a:lnTo>
                    <a:pt x="334" y="6978"/>
                  </a:lnTo>
                  <a:cubicBezTo>
                    <a:pt x="0" y="7311"/>
                    <a:pt x="0" y="7883"/>
                    <a:pt x="334" y="8216"/>
                  </a:cubicBezTo>
                  <a:cubicBezTo>
                    <a:pt x="381" y="8264"/>
                    <a:pt x="429" y="8311"/>
                    <a:pt x="476" y="8335"/>
                  </a:cubicBezTo>
                  <a:lnTo>
                    <a:pt x="286" y="8597"/>
                  </a:lnTo>
                  <a:cubicBezTo>
                    <a:pt x="143" y="8764"/>
                    <a:pt x="72" y="8978"/>
                    <a:pt x="72" y="9192"/>
                  </a:cubicBezTo>
                  <a:cubicBezTo>
                    <a:pt x="72" y="9669"/>
                    <a:pt x="476" y="10074"/>
                    <a:pt x="953" y="10074"/>
                  </a:cubicBezTo>
                  <a:cubicBezTo>
                    <a:pt x="1453" y="10074"/>
                    <a:pt x="1834" y="9669"/>
                    <a:pt x="1834" y="9192"/>
                  </a:cubicBezTo>
                  <a:cubicBezTo>
                    <a:pt x="1834" y="8978"/>
                    <a:pt x="1762" y="8764"/>
                    <a:pt x="1620" y="8597"/>
                  </a:cubicBezTo>
                  <a:lnTo>
                    <a:pt x="1453" y="8359"/>
                  </a:lnTo>
                  <a:cubicBezTo>
                    <a:pt x="1500" y="8311"/>
                    <a:pt x="1548" y="8264"/>
                    <a:pt x="1596" y="8216"/>
                  </a:cubicBezTo>
                  <a:lnTo>
                    <a:pt x="2453" y="7359"/>
                  </a:lnTo>
                  <a:cubicBezTo>
                    <a:pt x="2529" y="7371"/>
                    <a:pt x="2606" y="7377"/>
                    <a:pt x="2683" y="7377"/>
                  </a:cubicBezTo>
                  <a:cubicBezTo>
                    <a:pt x="3061" y="7377"/>
                    <a:pt x="3434" y="7231"/>
                    <a:pt x="3691" y="6954"/>
                  </a:cubicBezTo>
                  <a:lnTo>
                    <a:pt x="6263" y="4406"/>
                  </a:lnTo>
                  <a:lnTo>
                    <a:pt x="6668" y="4811"/>
                  </a:lnTo>
                  <a:lnTo>
                    <a:pt x="7097" y="4406"/>
                  </a:lnTo>
                  <a:lnTo>
                    <a:pt x="6668" y="3977"/>
                  </a:lnTo>
                  <a:lnTo>
                    <a:pt x="8145" y="2524"/>
                  </a:lnTo>
                  <a:cubicBezTo>
                    <a:pt x="8716" y="1953"/>
                    <a:pt x="8716" y="1000"/>
                    <a:pt x="8145" y="429"/>
                  </a:cubicBezTo>
                  <a:cubicBezTo>
                    <a:pt x="7859" y="143"/>
                    <a:pt x="7478" y="0"/>
                    <a:pt x="7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19"/>
            <p:cNvSpPr/>
            <p:nvPr/>
          </p:nvSpPr>
          <p:spPr>
            <a:xfrm>
              <a:off x="6044075" y="2725025"/>
              <a:ext cx="217350" cy="247700"/>
            </a:xfrm>
            <a:custGeom>
              <a:rect b="b" l="l" r="r" t="t"/>
              <a:pathLst>
                <a:path extrusionOk="0" h="9908" w="8694">
                  <a:moveTo>
                    <a:pt x="4335" y="596"/>
                  </a:moveTo>
                  <a:cubicBezTo>
                    <a:pt x="5192" y="596"/>
                    <a:pt x="5954" y="1001"/>
                    <a:pt x="6431" y="1643"/>
                  </a:cubicBezTo>
                  <a:cubicBezTo>
                    <a:pt x="5812" y="1358"/>
                    <a:pt x="5097" y="1191"/>
                    <a:pt x="4335" y="1191"/>
                  </a:cubicBezTo>
                  <a:cubicBezTo>
                    <a:pt x="3597" y="1191"/>
                    <a:pt x="2882" y="1358"/>
                    <a:pt x="2263" y="1643"/>
                  </a:cubicBezTo>
                  <a:cubicBezTo>
                    <a:pt x="2740" y="1001"/>
                    <a:pt x="3502" y="596"/>
                    <a:pt x="4335" y="596"/>
                  </a:cubicBezTo>
                  <a:close/>
                  <a:moveTo>
                    <a:pt x="4335" y="1763"/>
                  </a:moveTo>
                  <a:cubicBezTo>
                    <a:pt x="4740" y="1763"/>
                    <a:pt x="5121" y="1810"/>
                    <a:pt x="5454" y="1905"/>
                  </a:cubicBezTo>
                  <a:cubicBezTo>
                    <a:pt x="5788" y="2001"/>
                    <a:pt x="5954" y="2310"/>
                    <a:pt x="5883" y="2620"/>
                  </a:cubicBezTo>
                  <a:cubicBezTo>
                    <a:pt x="5799" y="2873"/>
                    <a:pt x="5565" y="3033"/>
                    <a:pt x="5314" y="3033"/>
                  </a:cubicBezTo>
                  <a:cubicBezTo>
                    <a:pt x="5281" y="3033"/>
                    <a:pt x="5249" y="3030"/>
                    <a:pt x="5216" y="3025"/>
                  </a:cubicBezTo>
                  <a:cubicBezTo>
                    <a:pt x="4930" y="2953"/>
                    <a:pt x="4645" y="2929"/>
                    <a:pt x="4335" y="2929"/>
                  </a:cubicBezTo>
                  <a:cubicBezTo>
                    <a:pt x="2525" y="2929"/>
                    <a:pt x="1168" y="3953"/>
                    <a:pt x="1168" y="5835"/>
                  </a:cubicBezTo>
                  <a:cubicBezTo>
                    <a:pt x="1168" y="6144"/>
                    <a:pt x="1192" y="6478"/>
                    <a:pt x="1287" y="6811"/>
                  </a:cubicBezTo>
                  <a:cubicBezTo>
                    <a:pt x="834" y="6287"/>
                    <a:pt x="572" y="5644"/>
                    <a:pt x="572" y="4954"/>
                  </a:cubicBezTo>
                  <a:cubicBezTo>
                    <a:pt x="572" y="3191"/>
                    <a:pt x="2263" y="1763"/>
                    <a:pt x="4335" y="1763"/>
                  </a:cubicBezTo>
                  <a:close/>
                  <a:moveTo>
                    <a:pt x="6455" y="2334"/>
                  </a:moveTo>
                  <a:cubicBezTo>
                    <a:pt x="7455" y="2906"/>
                    <a:pt x="8122" y="3858"/>
                    <a:pt x="8122" y="4954"/>
                  </a:cubicBezTo>
                  <a:cubicBezTo>
                    <a:pt x="8122" y="5644"/>
                    <a:pt x="7860" y="6287"/>
                    <a:pt x="7407" y="6811"/>
                  </a:cubicBezTo>
                  <a:cubicBezTo>
                    <a:pt x="7502" y="6478"/>
                    <a:pt x="7526" y="6144"/>
                    <a:pt x="7526" y="5835"/>
                  </a:cubicBezTo>
                  <a:cubicBezTo>
                    <a:pt x="7526" y="4858"/>
                    <a:pt x="7169" y="4073"/>
                    <a:pt x="6502" y="3572"/>
                  </a:cubicBezTo>
                  <a:cubicBezTo>
                    <a:pt x="6359" y="3477"/>
                    <a:pt x="6240" y="3406"/>
                    <a:pt x="6097" y="3311"/>
                  </a:cubicBezTo>
                  <a:cubicBezTo>
                    <a:pt x="6264" y="3168"/>
                    <a:pt x="6359" y="3001"/>
                    <a:pt x="6431" y="2787"/>
                  </a:cubicBezTo>
                  <a:cubicBezTo>
                    <a:pt x="6478" y="2620"/>
                    <a:pt x="6478" y="2477"/>
                    <a:pt x="6455" y="2334"/>
                  </a:cubicBezTo>
                  <a:close/>
                  <a:moveTo>
                    <a:pt x="4335" y="3501"/>
                  </a:moveTo>
                  <a:cubicBezTo>
                    <a:pt x="4645" y="3501"/>
                    <a:pt x="5240" y="3549"/>
                    <a:pt x="5788" y="3811"/>
                  </a:cubicBezTo>
                  <a:lnTo>
                    <a:pt x="5288" y="4454"/>
                  </a:lnTo>
                  <a:lnTo>
                    <a:pt x="5740" y="4835"/>
                  </a:lnTo>
                  <a:lnTo>
                    <a:pt x="6288" y="4144"/>
                  </a:lnTo>
                  <a:cubicBezTo>
                    <a:pt x="6669" y="4477"/>
                    <a:pt x="6955" y="5025"/>
                    <a:pt x="6955" y="5835"/>
                  </a:cubicBezTo>
                  <a:cubicBezTo>
                    <a:pt x="6955" y="6549"/>
                    <a:pt x="6717" y="7335"/>
                    <a:pt x="6312" y="7978"/>
                  </a:cubicBezTo>
                  <a:lnTo>
                    <a:pt x="5788" y="7359"/>
                  </a:lnTo>
                  <a:lnTo>
                    <a:pt x="5335" y="7716"/>
                  </a:lnTo>
                  <a:lnTo>
                    <a:pt x="5954" y="8478"/>
                  </a:lnTo>
                  <a:cubicBezTo>
                    <a:pt x="5597" y="8859"/>
                    <a:pt x="5050" y="9336"/>
                    <a:pt x="4335" y="9336"/>
                  </a:cubicBezTo>
                  <a:cubicBezTo>
                    <a:pt x="3644" y="9336"/>
                    <a:pt x="3097" y="8859"/>
                    <a:pt x="2740" y="8478"/>
                  </a:cubicBezTo>
                  <a:lnTo>
                    <a:pt x="3359" y="7716"/>
                  </a:lnTo>
                  <a:lnTo>
                    <a:pt x="2906" y="7359"/>
                  </a:lnTo>
                  <a:lnTo>
                    <a:pt x="2382" y="7978"/>
                  </a:lnTo>
                  <a:cubicBezTo>
                    <a:pt x="1977" y="7335"/>
                    <a:pt x="1739" y="6549"/>
                    <a:pt x="1739" y="5835"/>
                  </a:cubicBezTo>
                  <a:cubicBezTo>
                    <a:pt x="1739" y="5025"/>
                    <a:pt x="2025" y="4477"/>
                    <a:pt x="2406" y="4144"/>
                  </a:cubicBezTo>
                  <a:lnTo>
                    <a:pt x="2954" y="4835"/>
                  </a:lnTo>
                  <a:lnTo>
                    <a:pt x="3406" y="4454"/>
                  </a:lnTo>
                  <a:lnTo>
                    <a:pt x="2882" y="3811"/>
                  </a:lnTo>
                  <a:cubicBezTo>
                    <a:pt x="3454" y="3549"/>
                    <a:pt x="4049" y="3501"/>
                    <a:pt x="4335" y="3501"/>
                  </a:cubicBezTo>
                  <a:close/>
                  <a:moveTo>
                    <a:pt x="4335" y="0"/>
                  </a:moveTo>
                  <a:cubicBezTo>
                    <a:pt x="2954" y="0"/>
                    <a:pt x="1716" y="929"/>
                    <a:pt x="1311" y="2263"/>
                  </a:cubicBezTo>
                  <a:cubicBezTo>
                    <a:pt x="1287" y="2263"/>
                    <a:pt x="1287" y="2286"/>
                    <a:pt x="1287" y="2286"/>
                  </a:cubicBezTo>
                  <a:cubicBezTo>
                    <a:pt x="453" y="3001"/>
                    <a:pt x="1" y="3953"/>
                    <a:pt x="1" y="4954"/>
                  </a:cubicBezTo>
                  <a:cubicBezTo>
                    <a:pt x="1" y="6192"/>
                    <a:pt x="691" y="7288"/>
                    <a:pt x="1716" y="7954"/>
                  </a:cubicBezTo>
                  <a:cubicBezTo>
                    <a:pt x="2239" y="8978"/>
                    <a:pt x="3192" y="9907"/>
                    <a:pt x="4335" y="9907"/>
                  </a:cubicBezTo>
                  <a:cubicBezTo>
                    <a:pt x="5502" y="9907"/>
                    <a:pt x="6455" y="9002"/>
                    <a:pt x="6979" y="7954"/>
                  </a:cubicBezTo>
                  <a:cubicBezTo>
                    <a:pt x="8003" y="7288"/>
                    <a:pt x="8693" y="6192"/>
                    <a:pt x="8693" y="4954"/>
                  </a:cubicBezTo>
                  <a:cubicBezTo>
                    <a:pt x="8693" y="3953"/>
                    <a:pt x="8241" y="3001"/>
                    <a:pt x="7407" y="2286"/>
                  </a:cubicBezTo>
                  <a:cubicBezTo>
                    <a:pt x="7407" y="2286"/>
                    <a:pt x="7407" y="2263"/>
                    <a:pt x="7383" y="2263"/>
                  </a:cubicBezTo>
                  <a:cubicBezTo>
                    <a:pt x="6979" y="929"/>
                    <a:pt x="5740" y="0"/>
                    <a:pt x="4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19"/>
            <p:cNvSpPr/>
            <p:nvPr/>
          </p:nvSpPr>
          <p:spPr>
            <a:xfrm>
              <a:off x="6101825" y="2856000"/>
              <a:ext cx="43500" cy="44075"/>
            </a:xfrm>
            <a:custGeom>
              <a:rect b="b" l="l" r="r" t="t"/>
              <a:pathLst>
                <a:path extrusionOk="0" h="1763" w="1740">
                  <a:moveTo>
                    <a:pt x="882" y="596"/>
                  </a:moveTo>
                  <a:cubicBezTo>
                    <a:pt x="1025" y="596"/>
                    <a:pt x="1168" y="715"/>
                    <a:pt x="1168" y="882"/>
                  </a:cubicBezTo>
                  <a:cubicBezTo>
                    <a:pt x="1168" y="1048"/>
                    <a:pt x="1025" y="1167"/>
                    <a:pt x="882" y="1167"/>
                  </a:cubicBezTo>
                  <a:cubicBezTo>
                    <a:pt x="715" y="1167"/>
                    <a:pt x="596" y="1048"/>
                    <a:pt x="596" y="882"/>
                  </a:cubicBezTo>
                  <a:cubicBezTo>
                    <a:pt x="596" y="715"/>
                    <a:pt x="715" y="596"/>
                    <a:pt x="882" y="596"/>
                  </a:cubicBezTo>
                  <a:close/>
                  <a:moveTo>
                    <a:pt x="882" y="0"/>
                  </a:moveTo>
                  <a:cubicBezTo>
                    <a:pt x="406" y="0"/>
                    <a:pt x="1" y="405"/>
                    <a:pt x="1" y="882"/>
                  </a:cubicBezTo>
                  <a:cubicBezTo>
                    <a:pt x="1" y="1358"/>
                    <a:pt x="406" y="1763"/>
                    <a:pt x="882" y="1763"/>
                  </a:cubicBezTo>
                  <a:cubicBezTo>
                    <a:pt x="1358" y="1763"/>
                    <a:pt x="1739" y="1358"/>
                    <a:pt x="1739" y="882"/>
                  </a:cubicBezTo>
                  <a:cubicBezTo>
                    <a:pt x="1739" y="405"/>
                    <a:pt x="1358" y="0"/>
                    <a:pt x="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19"/>
            <p:cNvSpPr/>
            <p:nvPr/>
          </p:nvSpPr>
          <p:spPr>
            <a:xfrm>
              <a:off x="6160175" y="2856000"/>
              <a:ext cx="43500" cy="44075"/>
            </a:xfrm>
            <a:custGeom>
              <a:rect b="b" l="l" r="r" t="t"/>
              <a:pathLst>
                <a:path extrusionOk="0" h="1763" w="1740">
                  <a:moveTo>
                    <a:pt x="858" y="596"/>
                  </a:moveTo>
                  <a:cubicBezTo>
                    <a:pt x="1025" y="596"/>
                    <a:pt x="1144" y="715"/>
                    <a:pt x="1144" y="882"/>
                  </a:cubicBezTo>
                  <a:cubicBezTo>
                    <a:pt x="1144" y="1048"/>
                    <a:pt x="1025" y="1167"/>
                    <a:pt x="858" y="1167"/>
                  </a:cubicBezTo>
                  <a:cubicBezTo>
                    <a:pt x="691" y="1167"/>
                    <a:pt x="572" y="1048"/>
                    <a:pt x="572" y="882"/>
                  </a:cubicBezTo>
                  <a:cubicBezTo>
                    <a:pt x="572" y="715"/>
                    <a:pt x="691" y="596"/>
                    <a:pt x="858" y="596"/>
                  </a:cubicBezTo>
                  <a:close/>
                  <a:moveTo>
                    <a:pt x="858" y="0"/>
                  </a:moveTo>
                  <a:cubicBezTo>
                    <a:pt x="382" y="0"/>
                    <a:pt x="1" y="405"/>
                    <a:pt x="1" y="882"/>
                  </a:cubicBezTo>
                  <a:cubicBezTo>
                    <a:pt x="1" y="1358"/>
                    <a:pt x="382" y="1763"/>
                    <a:pt x="858" y="1763"/>
                  </a:cubicBezTo>
                  <a:cubicBezTo>
                    <a:pt x="1334" y="1763"/>
                    <a:pt x="1739" y="1358"/>
                    <a:pt x="1739" y="882"/>
                  </a:cubicBezTo>
                  <a:cubicBezTo>
                    <a:pt x="1739" y="405"/>
                    <a:pt x="1334" y="0"/>
                    <a:pt x="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19"/>
            <p:cNvSpPr/>
            <p:nvPr/>
          </p:nvSpPr>
          <p:spPr>
            <a:xfrm>
              <a:off x="6138150" y="2914350"/>
              <a:ext cx="29200" cy="14300"/>
            </a:xfrm>
            <a:custGeom>
              <a:rect b="b" l="l" r="r" t="t"/>
              <a:pathLst>
                <a:path extrusionOk="0" h="572" w="1168">
                  <a:moveTo>
                    <a:pt x="1" y="0"/>
                  </a:moveTo>
                  <a:lnTo>
                    <a:pt x="1" y="572"/>
                  </a:lnTo>
                  <a:lnTo>
                    <a:pt x="1167" y="572"/>
                  </a:lnTo>
                  <a:lnTo>
                    <a:pt x="11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19"/>
            <p:cNvSpPr/>
            <p:nvPr/>
          </p:nvSpPr>
          <p:spPr>
            <a:xfrm>
              <a:off x="949575" y="3165000"/>
              <a:ext cx="236975" cy="236975"/>
            </a:xfrm>
            <a:custGeom>
              <a:rect b="b" l="l" r="r" t="t"/>
              <a:pathLst>
                <a:path extrusionOk="0" h="9479" w="9479">
                  <a:moveTo>
                    <a:pt x="5573" y="548"/>
                  </a:moveTo>
                  <a:lnTo>
                    <a:pt x="5573" y="2667"/>
                  </a:lnTo>
                  <a:cubicBezTo>
                    <a:pt x="5311" y="2739"/>
                    <a:pt x="5025" y="2786"/>
                    <a:pt x="4739" y="2786"/>
                  </a:cubicBezTo>
                  <a:cubicBezTo>
                    <a:pt x="4454" y="2786"/>
                    <a:pt x="4168" y="2834"/>
                    <a:pt x="3906" y="2882"/>
                  </a:cubicBezTo>
                  <a:lnTo>
                    <a:pt x="3906" y="548"/>
                  </a:lnTo>
                  <a:close/>
                  <a:moveTo>
                    <a:pt x="2144" y="3906"/>
                  </a:moveTo>
                  <a:cubicBezTo>
                    <a:pt x="1691" y="4358"/>
                    <a:pt x="1382" y="4930"/>
                    <a:pt x="1215" y="5573"/>
                  </a:cubicBezTo>
                  <a:lnTo>
                    <a:pt x="548" y="5573"/>
                  </a:lnTo>
                  <a:lnTo>
                    <a:pt x="548" y="3906"/>
                  </a:lnTo>
                  <a:close/>
                  <a:moveTo>
                    <a:pt x="8931" y="3906"/>
                  </a:moveTo>
                  <a:lnTo>
                    <a:pt x="8931" y="5573"/>
                  </a:lnTo>
                  <a:lnTo>
                    <a:pt x="7216" y="5573"/>
                  </a:lnTo>
                  <a:cubicBezTo>
                    <a:pt x="7645" y="5073"/>
                    <a:pt x="7954" y="4501"/>
                    <a:pt x="8145" y="3906"/>
                  </a:cubicBezTo>
                  <a:close/>
                  <a:moveTo>
                    <a:pt x="6811" y="2691"/>
                  </a:moveTo>
                  <a:cubicBezTo>
                    <a:pt x="5668" y="4263"/>
                    <a:pt x="4120" y="5430"/>
                    <a:pt x="2310" y="6120"/>
                  </a:cubicBezTo>
                  <a:cubicBezTo>
                    <a:pt x="2096" y="6192"/>
                    <a:pt x="1882" y="6311"/>
                    <a:pt x="1691" y="6454"/>
                  </a:cubicBezTo>
                  <a:lnTo>
                    <a:pt x="1691" y="6406"/>
                  </a:lnTo>
                  <a:cubicBezTo>
                    <a:pt x="1691" y="4715"/>
                    <a:pt x="3049" y="3334"/>
                    <a:pt x="4739" y="3334"/>
                  </a:cubicBezTo>
                  <a:cubicBezTo>
                    <a:pt x="5478" y="3334"/>
                    <a:pt x="6192" y="3120"/>
                    <a:pt x="6811" y="2691"/>
                  </a:cubicBezTo>
                  <a:close/>
                  <a:moveTo>
                    <a:pt x="7788" y="2262"/>
                  </a:moveTo>
                  <a:lnTo>
                    <a:pt x="7788" y="2501"/>
                  </a:lnTo>
                  <a:cubicBezTo>
                    <a:pt x="7788" y="4811"/>
                    <a:pt x="5930" y="6668"/>
                    <a:pt x="3620" y="6668"/>
                  </a:cubicBezTo>
                  <a:lnTo>
                    <a:pt x="2382" y="6668"/>
                  </a:lnTo>
                  <a:cubicBezTo>
                    <a:pt x="2429" y="6668"/>
                    <a:pt x="2477" y="6644"/>
                    <a:pt x="2501" y="6621"/>
                  </a:cubicBezTo>
                  <a:cubicBezTo>
                    <a:pt x="6097" y="5287"/>
                    <a:pt x="7502" y="2596"/>
                    <a:pt x="7788" y="2262"/>
                  </a:cubicBezTo>
                  <a:close/>
                  <a:moveTo>
                    <a:pt x="5573" y="6811"/>
                  </a:moveTo>
                  <a:lnTo>
                    <a:pt x="5573" y="8931"/>
                  </a:lnTo>
                  <a:lnTo>
                    <a:pt x="3906" y="8931"/>
                  </a:lnTo>
                  <a:lnTo>
                    <a:pt x="3906" y="7216"/>
                  </a:lnTo>
                  <a:cubicBezTo>
                    <a:pt x="4477" y="7192"/>
                    <a:pt x="5049" y="7049"/>
                    <a:pt x="5573" y="6811"/>
                  </a:cubicBezTo>
                  <a:close/>
                  <a:moveTo>
                    <a:pt x="3358" y="0"/>
                  </a:moveTo>
                  <a:lnTo>
                    <a:pt x="3358" y="3072"/>
                  </a:lnTo>
                  <a:cubicBezTo>
                    <a:pt x="3168" y="3144"/>
                    <a:pt x="2977" y="3239"/>
                    <a:pt x="2810" y="3334"/>
                  </a:cubicBezTo>
                  <a:lnTo>
                    <a:pt x="0" y="3334"/>
                  </a:lnTo>
                  <a:lnTo>
                    <a:pt x="0" y="6120"/>
                  </a:lnTo>
                  <a:lnTo>
                    <a:pt x="1143" y="6120"/>
                  </a:lnTo>
                  <a:cubicBezTo>
                    <a:pt x="1120" y="6216"/>
                    <a:pt x="1120" y="6311"/>
                    <a:pt x="1120" y="6406"/>
                  </a:cubicBezTo>
                  <a:lnTo>
                    <a:pt x="1120" y="6978"/>
                  </a:lnTo>
                  <a:cubicBezTo>
                    <a:pt x="762" y="7478"/>
                    <a:pt x="572" y="8049"/>
                    <a:pt x="572" y="8621"/>
                  </a:cubicBezTo>
                  <a:lnTo>
                    <a:pt x="1120" y="8621"/>
                  </a:lnTo>
                  <a:cubicBezTo>
                    <a:pt x="1120" y="8097"/>
                    <a:pt x="1310" y="7621"/>
                    <a:pt x="1644" y="7240"/>
                  </a:cubicBezTo>
                  <a:lnTo>
                    <a:pt x="3358" y="7240"/>
                  </a:lnTo>
                  <a:lnTo>
                    <a:pt x="3358" y="9478"/>
                  </a:lnTo>
                  <a:lnTo>
                    <a:pt x="6121" y="9478"/>
                  </a:lnTo>
                  <a:lnTo>
                    <a:pt x="6121" y="6525"/>
                  </a:lnTo>
                  <a:cubicBezTo>
                    <a:pt x="6311" y="6406"/>
                    <a:pt x="6502" y="6263"/>
                    <a:pt x="6668" y="6120"/>
                  </a:cubicBezTo>
                  <a:lnTo>
                    <a:pt x="9478" y="6120"/>
                  </a:lnTo>
                  <a:lnTo>
                    <a:pt x="9478" y="3334"/>
                  </a:lnTo>
                  <a:lnTo>
                    <a:pt x="8288" y="3334"/>
                  </a:lnTo>
                  <a:cubicBezTo>
                    <a:pt x="8335" y="3072"/>
                    <a:pt x="8359" y="2786"/>
                    <a:pt x="8359" y="2501"/>
                  </a:cubicBezTo>
                  <a:lnTo>
                    <a:pt x="8359" y="834"/>
                  </a:lnTo>
                  <a:lnTo>
                    <a:pt x="6573" y="2167"/>
                  </a:lnTo>
                  <a:cubicBezTo>
                    <a:pt x="6430" y="2286"/>
                    <a:pt x="6287" y="2382"/>
                    <a:pt x="6121" y="2453"/>
                  </a:cubicBezTo>
                  <a:lnTo>
                    <a:pt x="61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19"/>
            <p:cNvSpPr/>
            <p:nvPr/>
          </p:nvSpPr>
          <p:spPr>
            <a:xfrm>
              <a:off x="1537800" y="3161425"/>
              <a:ext cx="14300" cy="29200"/>
            </a:xfrm>
            <a:custGeom>
              <a:rect b="b" l="l" r="r" t="t"/>
              <a:pathLst>
                <a:path extrusionOk="0" h="1168" w="572">
                  <a:moveTo>
                    <a:pt x="0" y="0"/>
                  </a:moveTo>
                  <a:lnTo>
                    <a:pt x="0"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19"/>
            <p:cNvSpPr/>
            <p:nvPr/>
          </p:nvSpPr>
          <p:spPr>
            <a:xfrm>
              <a:off x="1580650" y="3161425"/>
              <a:ext cx="14325" cy="29200"/>
            </a:xfrm>
            <a:custGeom>
              <a:rect b="b" l="l" r="r" t="t"/>
              <a:pathLst>
                <a:path extrusionOk="0" h="1168" w="573">
                  <a:moveTo>
                    <a:pt x="1" y="0"/>
                  </a:moveTo>
                  <a:lnTo>
                    <a:pt x="1"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19"/>
            <p:cNvSpPr/>
            <p:nvPr/>
          </p:nvSpPr>
          <p:spPr>
            <a:xfrm>
              <a:off x="1623525" y="3161425"/>
              <a:ext cx="14300" cy="29200"/>
            </a:xfrm>
            <a:custGeom>
              <a:rect b="b" l="l" r="r" t="t"/>
              <a:pathLst>
                <a:path extrusionOk="0" h="1168" w="572">
                  <a:moveTo>
                    <a:pt x="0" y="0"/>
                  </a:moveTo>
                  <a:lnTo>
                    <a:pt x="0"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19"/>
            <p:cNvSpPr/>
            <p:nvPr/>
          </p:nvSpPr>
          <p:spPr>
            <a:xfrm>
              <a:off x="1494925" y="3204875"/>
              <a:ext cx="185775" cy="200075"/>
            </a:xfrm>
            <a:custGeom>
              <a:rect b="b" l="l" r="r" t="t"/>
              <a:pathLst>
                <a:path extrusionOk="0" h="8003" w="7431">
                  <a:moveTo>
                    <a:pt x="3715" y="5002"/>
                  </a:moveTo>
                  <a:cubicBezTo>
                    <a:pt x="3882" y="5192"/>
                    <a:pt x="4001" y="5264"/>
                    <a:pt x="4001" y="5430"/>
                  </a:cubicBezTo>
                  <a:cubicBezTo>
                    <a:pt x="4001" y="5573"/>
                    <a:pt x="3882" y="5716"/>
                    <a:pt x="3715" y="5716"/>
                  </a:cubicBezTo>
                  <a:cubicBezTo>
                    <a:pt x="3573" y="5716"/>
                    <a:pt x="3430" y="5573"/>
                    <a:pt x="3430" y="5430"/>
                  </a:cubicBezTo>
                  <a:cubicBezTo>
                    <a:pt x="3430" y="5264"/>
                    <a:pt x="3573" y="5192"/>
                    <a:pt x="3715" y="5002"/>
                  </a:cubicBezTo>
                  <a:close/>
                  <a:moveTo>
                    <a:pt x="4573" y="6288"/>
                  </a:moveTo>
                  <a:lnTo>
                    <a:pt x="4573" y="7431"/>
                  </a:lnTo>
                  <a:lnTo>
                    <a:pt x="2858" y="7431"/>
                  </a:lnTo>
                  <a:lnTo>
                    <a:pt x="2858" y="6288"/>
                  </a:lnTo>
                  <a:close/>
                  <a:moveTo>
                    <a:pt x="3715" y="3430"/>
                  </a:moveTo>
                  <a:cubicBezTo>
                    <a:pt x="4811" y="3430"/>
                    <a:pt x="5716" y="4311"/>
                    <a:pt x="5716" y="5430"/>
                  </a:cubicBezTo>
                  <a:lnTo>
                    <a:pt x="5716" y="7431"/>
                  </a:lnTo>
                  <a:lnTo>
                    <a:pt x="5144" y="7431"/>
                  </a:lnTo>
                  <a:lnTo>
                    <a:pt x="5144" y="5716"/>
                  </a:lnTo>
                  <a:lnTo>
                    <a:pt x="4525" y="5716"/>
                  </a:lnTo>
                  <a:cubicBezTo>
                    <a:pt x="4549" y="5621"/>
                    <a:pt x="4573" y="5526"/>
                    <a:pt x="4573" y="5430"/>
                  </a:cubicBezTo>
                  <a:cubicBezTo>
                    <a:pt x="4573" y="5216"/>
                    <a:pt x="4501" y="5002"/>
                    <a:pt x="4358" y="4859"/>
                  </a:cubicBezTo>
                  <a:lnTo>
                    <a:pt x="3715" y="4144"/>
                  </a:lnTo>
                  <a:lnTo>
                    <a:pt x="3072" y="4859"/>
                  </a:lnTo>
                  <a:cubicBezTo>
                    <a:pt x="2930" y="5002"/>
                    <a:pt x="2858" y="5216"/>
                    <a:pt x="2858" y="5430"/>
                  </a:cubicBezTo>
                  <a:cubicBezTo>
                    <a:pt x="2858" y="5526"/>
                    <a:pt x="2882" y="5621"/>
                    <a:pt x="2906" y="5716"/>
                  </a:cubicBezTo>
                  <a:lnTo>
                    <a:pt x="2287" y="5716"/>
                  </a:lnTo>
                  <a:lnTo>
                    <a:pt x="2287" y="7431"/>
                  </a:lnTo>
                  <a:lnTo>
                    <a:pt x="1715" y="7431"/>
                  </a:lnTo>
                  <a:lnTo>
                    <a:pt x="1715" y="5430"/>
                  </a:lnTo>
                  <a:cubicBezTo>
                    <a:pt x="1715" y="4311"/>
                    <a:pt x="2620" y="3430"/>
                    <a:pt x="3715" y="3430"/>
                  </a:cubicBezTo>
                  <a:close/>
                  <a:moveTo>
                    <a:pt x="6835" y="572"/>
                  </a:moveTo>
                  <a:cubicBezTo>
                    <a:pt x="6692" y="1239"/>
                    <a:pt x="6168" y="1501"/>
                    <a:pt x="6049" y="1596"/>
                  </a:cubicBezTo>
                  <a:cubicBezTo>
                    <a:pt x="6121" y="1715"/>
                    <a:pt x="6859" y="2430"/>
                    <a:pt x="6859" y="3716"/>
                  </a:cubicBezTo>
                  <a:lnTo>
                    <a:pt x="6859" y="7431"/>
                  </a:lnTo>
                  <a:lnTo>
                    <a:pt x="6287" y="7431"/>
                  </a:lnTo>
                  <a:lnTo>
                    <a:pt x="6287" y="5430"/>
                  </a:lnTo>
                  <a:cubicBezTo>
                    <a:pt x="6287" y="4001"/>
                    <a:pt x="5144" y="2858"/>
                    <a:pt x="3715" y="2858"/>
                  </a:cubicBezTo>
                  <a:cubicBezTo>
                    <a:pt x="2310" y="2858"/>
                    <a:pt x="1143" y="4001"/>
                    <a:pt x="1143" y="5430"/>
                  </a:cubicBezTo>
                  <a:lnTo>
                    <a:pt x="1143" y="7431"/>
                  </a:lnTo>
                  <a:lnTo>
                    <a:pt x="572" y="7431"/>
                  </a:lnTo>
                  <a:lnTo>
                    <a:pt x="572" y="3716"/>
                  </a:lnTo>
                  <a:cubicBezTo>
                    <a:pt x="572" y="2430"/>
                    <a:pt x="1310" y="1715"/>
                    <a:pt x="1382" y="1596"/>
                  </a:cubicBezTo>
                  <a:cubicBezTo>
                    <a:pt x="1263" y="1501"/>
                    <a:pt x="739" y="1239"/>
                    <a:pt x="596" y="572"/>
                  </a:cubicBezTo>
                  <a:close/>
                  <a:moveTo>
                    <a:pt x="0" y="1"/>
                  </a:moveTo>
                  <a:lnTo>
                    <a:pt x="0" y="286"/>
                  </a:lnTo>
                  <a:cubicBezTo>
                    <a:pt x="0" y="834"/>
                    <a:pt x="215" y="1334"/>
                    <a:pt x="596" y="1692"/>
                  </a:cubicBezTo>
                  <a:cubicBezTo>
                    <a:pt x="215" y="2311"/>
                    <a:pt x="0" y="2977"/>
                    <a:pt x="0" y="3716"/>
                  </a:cubicBezTo>
                  <a:lnTo>
                    <a:pt x="0" y="8002"/>
                  </a:lnTo>
                  <a:lnTo>
                    <a:pt x="7430" y="8002"/>
                  </a:lnTo>
                  <a:lnTo>
                    <a:pt x="7430" y="3716"/>
                  </a:lnTo>
                  <a:cubicBezTo>
                    <a:pt x="7430" y="2977"/>
                    <a:pt x="7216" y="2311"/>
                    <a:pt x="6835" y="1692"/>
                  </a:cubicBezTo>
                  <a:cubicBezTo>
                    <a:pt x="7216" y="1334"/>
                    <a:pt x="7430" y="834"/>
                    <a:pt x="7430" y="286"/>
                  </a:cubicBezTo>
                  <a:lnTo>
                    <a:pt x="74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19"/>
            <p:cNvSpPr/>
            <p:nvPr/>
          </p:nvSpPr>
          <p:spPr>
            <a:xfrm>
              <a:off x="2080175" y="3247150"/>
              <a:ext cx="57175" cy="57175"/>
            </a:xfrm>
            <a:custGeom>
              <a:rect b="b" l="l" r="r" t="t"/>
              <a:pathLst>
                <a:path extrusionOk="0" h="2287" w="2287">
                  <a:moveTo>
                    <a:pt x="1143" y="572"/>
                  </a:moveTo>
                  <a:cubicBezTo>
                    <a:pt x="1453" y="572"/>
                    <a:pt x="1715" y="834"/>
                    <a:pt x="1715" y="1144"/>
                  </a:cubicBezTo>
                  <a:cubicBezTo>
                    <a:pt x="1715" y="1453"/>
                    <a:pt x="1453" y="1715"/>
                    <a:pt x="1143" y="1715"/>
                  </a:cubicBezTo>
                  <a:cubicBezTo>
                    <a:pt x="810" y="1715"/>
                    <a:pt x="572" y="1453"/>
                    <a:pt x="572" y="1144"/>
                  </a:cubicBezTo>
                  <a:cubicBezTo>
                    <a:pt x="572" y="834"/>
                    <a:pt x="810" y="572"/>
                    <a:pt x="1143" y="572"/>
                  </a:cubicBezTo>
                  <a:close/>
                  <a:moveTo>
                    <a:pt x="1143" y="1"/>
                  </a:moveTo>
                  <a:cubicBezTo>
                    <a:pt x="500" y="1"/>
                    <a:pt x="0" y="524"/>
                    <a:pt x="0" y="1144"/>
                  </a:cubicBezTo>
                  <a:cubicBezTo>
                    <a:pt x="0" y="1763"/>
                    <a:pt x="500" y="2287"/>
                    <a:pt x="1143" y="2287"/>
                  </a:cubicBezTo>
                  <a:cubicBezTo>
                    <a:pt x="1762" y="2287"/>
                    <a:pt x="2286" y="1763"/>
                    <a:pt x="2286" y="1144"/>
                  </a:cubicBezTo>
                  <a:cubicBezTo>
                    <a:pt x="2286" y="524"/>
                    <a:pt x="1762" y="1"/>
                    <a:pt x="11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19"/>
            <p:cNvSpPr/>
            <p:nvPr/>
          </p:nvSpPr>
          <p:spPr>
            <a:xfrm>
              <a:off x="2065275" y="3161425"/>
              <a:ext cx="243525" cy="243525"/>
            </a:xfrm>
            <a:custGeom>
              <a:rect b="b" l="l" r="r" t="t"/>
              <a:pathLst>
                <a:path extrusionOk="0" h="9741" w="9741">
                  <a:moveTo>
                    <a:pt x="5145" y="572"/>
                  </a:moveTo>
                  <a:cubicBezTo>
                    <a:pt x="5478" y="572"/>
                    <a:pt x="5716" y="834"/>
                    <a:pt x="5716" y="1143"/>
                  </a:cubicBezTo>
                  <a:cubicBezTo>
                    <a:pt x="5716" y="1453"/>
                    <a:pt x="5478" y="1715"/>
                    <a:pt x="5145" y="1715"/>
                  </a:cubicBezTo>
                  <a:cubicBezTo>
                    <a:pt x="4835" y="1715"/>
                    <a:pt x="4573" y="1453"/>
                    <a:pt x="4573" y="1143"/>
                  </a:cubicBezTo>
                  <a:cubicBezTo>
                    <a:pt x="4573" y="834"/>
                    <a:pt x="4835" y="572"/>
                    <a:pt x="5145" y="572"/>
                  </a:cubicBezTo>
                  <a:close/>
                  <a:moveTo>
                    <a:pt x="6311" y="4406"/>
                  </a:moveTo>
                  <a:cubicBezTo>
                    <a:pt x="6431" y="4644"/>
                    <a:pt x="6526" y="4882"/>
                    <a:pt x="6621" y="5144"/>
                  </a:cubicBezTo>
                  <a:lnTo>
                    <a:pt x="5692" y="5144"/>
                  </a:lnTo>
                  <a:lnTo>
                    <a:pt x="6169" y="4835"/>
                  </a:lnTo>
                  <a:lnTo>
                    <a:pt x="6311" y="4406"/>
                  </a:lnTo>
                  <a:close/>
                  <a:moveTo>
                    <a:pt x="6014" y="2288"/>
                  </a:moveTo>
                  <a:cubicBezTo>
                    <a:pt x="6088" y="2288"/>
                    <a:pt x="6161" y="2317"/>
                    <a:pt x="6216" y="2382"/>
                  </a:cubicBezTo>
                  <a:cubicBezTo>
                    <a:pt x="6978" y="3144"/>
                    <a:pt x="7526" y="4096"/>
                    <a:pt x="7812" y="5144"/>
                  </a:cubicBezTo>
                  <a:lnTo>
                    <a:pt x="7216" y="5144"/>
                  </a:lnTo>
                  <a:cubicBezTo>
                    <a:pt x="6883" y="4025"/>
                    <a:pt x="6335" y="3406"/>
                    <a:pt x="6145" y="3096"/>
                  </a:cubicBezTo>
                  <a:lnTo>
                    <a:pt x="5692" y="4477"/>
                  </a:lnTo>
                  <a:lnTo>
                    <a:pt x="4121" y="5501"/>
                  </a:lnTo>
                  <a:lnTo>
                    <a:pt x="3811" y="5025"/>
                  </a:lnTo>
                  <a:lnTo>
                    <a:pt x="5192" y="4096"/>
                  </a:lnTo>
                  <a:lnTo>
                    <a:pt x="5740" y="2477"/>
                  </a:lnTo>
                  <a:cubicBezTo>
                    <a:pt x="5784" y="2360"/>
                    <a:pt x="5899" y="2288"/>
                    <a:pt x="6014" y="2288"/>
                  </a:cubicBezTo>
                  <a:close/>
                  <a:moveTo>
                    <a:pt x="5716" y="5716"/>
                  </a:moveTo>
                  <a:lnTo>
                    <a:pt x="5716" y="6287"/>
                  </a:lnTo>
                  <a:lnTo>
                    <a:pt x="3978" y="6287"/>
                  </a:lnTo>
                  <a:lnTo>
                    <a:pt x="4835" y="5716"/>
                  </a:lnTo>
                  <a:close/>
                  <a:moveTo>
                    <a:pt x="3573" y="5716"/>
                  </a:moveTo>
                  <a:lnTo>
                    <a:pt x="3954" y="6287"/>
                  </a:lnTo>
                  <a:lnTo>
                    <a:pt x="3287" y="6287"/>
                  </a:lnTo>
                  <a:lnTo>
                    <a:pt x="2144" y="7430"/>
                  </a:lnTo>
                  <a:lnTo>
                    <a:pt x="572" y="7430"/>
                  </a:lnTo>
                  <a:lnTo>
                    <a:pt x="572" y="6859"/>
                  </a:lnTo>
                  <a:lnTo>
                    <a:pt x="1906" y="6859"/>
                  </a:lnTo>
                  <a:lnTo>
                    <a:pt x="2954" y="5787"/>
                  </a:lnTo>
                  <a:cubicBezTo>
                    <a:pt x="3001" y="5739"/>
                    <a:pt x="3073" y="5716"/>
                    <a:pt x="3168" y="5716"/>
                  </a:cubicBezTo>
                  <a:close/>
                  <a:moveTo>
                    <a:pt x="5716" y="6859"/>
                  </a:moveTo>
                  <a:lnTo>
                    <a:pt x="5716" y="7430"/>
                  </a:lnTo>
                  <a:lnTo>
                    <a:pt x="2930" y="7430"/>
                  </a:lnTo>
                  <a:lnTo>
                    <a:pt x="3501" y="6859"/>
                  </a:lnTo>
                  <a:close/>
                  <a:moveTo>
                    <a:pt x="9169" y="5716"/>
                  </a:moveTo>
                  <a:lnTo>
                    <a:pt x="9169" y="7430"/>
                  </a:lnTo>
                  <a:lnTo>
                    <a:pt x="6288" y="7430"/>
                  </a:lnTo>
                  <a:lnTo>
                    <a:pt x="6288" y="5716"/>
                  </a:lnTo>
                  <a:close/>
                  <a:moveTo>
                    <a:pt x="8002" y="8002"/>
                  </a:moveTo>
                  <a:lnTo>
                    <a:pt x="8002" y="9169"/>
                  </a:lnTo>
                  <a:lnTo>
                    <a:pt x="7431" y="9169"/>
                  </a:lnTo>
                  <a:lnTo>
                    <a:pt x="7431" y="8002"/>
                  </a:lnTo>
                  <a:close/>
                  <a:moveTo>
                    <a:pt x="5145" y="0"/>
                  </a:moveTo>
                  <a:cubicBezTo>
                    <a:pt x="4525" y="0"/>
                    <a:pt x="4025" y="524"/>
                    <a:pt x="4025" y="1143"/>
                  </a:cubicBezTo>
                  <a:cubicBezTo>
                    <a:pt x="4025" y="1786"/>
                    <a:pt x="4525" y="2286"/>
                    <a:pt x="5145" y="2286"/>
                  </a:cubicBezTo>
                  <a:lnTo>
                    <a:pt x="5216" y="2286"/>
                  </a:lnTo>
                  <a:cubicBezTo>
                    <a:pt x="5192" y="2286"/>
                    <a:pt x="5192" y="2286"/>
                    <a:pt x="5192" y="2310"/>
                  </a:cubicBezTo>
                  <a:lnTo>
                    <a:pt x="4716" y="3739"/>
                  </a:lnTo>
                  <a:lnTo>
                    <a:pt x="3025" y="4882"/>
                  </a:lnTo>
                  <a:lnTo>
                    <a:pt x="3192" y="5144"/>
                  </a:lnTo>
                  <a:lnTo>
                    <a:pt x="3168" y="5144"/>
                  </a:lnTo>
                  <a:cubicBezTo>
                    <a:pt x="2930" y="5144"/>
                    <a:pt x="2716" y="5239"/>
                    <a:pt x="2549" y="5382"/>
                  </a:cubicBezTo>
                  <a:lnTo>
                    <a:pt x="1668" y="6287"/>
                  </a:lnTo>
                  <a:lnTo>
                    <a:pt x="1" y="6287"/>
                  </a:lnTo>
                  <a:lnTo>
                    <a:pt x="1" y="9740"/>
                  </a:lnTo>
                  <a:lnTo>
                    <a:pt x="572" y="9740"/>
                  </a:lnTo>
                  <a:lnTo>
                    <a:pt x="572" y="8002"/>
                  </a:lnTo>
                  <a:lnTo>
                    <a:pt x="6859" y="8002"/>
                  </a:lnTo>
                  <a:lnTo>
                    <a:pt x="6859" y="9740"/>
                  </a:lnTo>
                  <a:lnTo>
                    <a:pt x="8574" y="9740"/>
                  </a:lnTo>
                  <a:lnTo>
                    <a:pt x="8574" y="8002"/>
                  </a:lnTo>
                  <a:lnTo>
                    <a:pt x="9169" y="8002"/>
                  </a:lnTo>
                  <a:lnTo>
                    <a:pt x="9169" y="9740"/>
                  </a:lnTo>
                  <a:lnTo>
                    <a:pt x="9741" y="9740"/>
                  </a:lnTo>
                  <a:lnTo>
                    <a:pt x="9741" y="5144"/>
                  </a:lnTo>
                  <a:lnTo>
                    <a:pt x="8407" y="5144"/>
                  </a:lnTo>
                  <a:cubicBezTo>
                    <a:pt x="8098" y="3930"/>
                    <a:pt x="7502" y="2834"/>
                    <a:pt x="6621" y="1977"/>
                  </a:cubicBezTo>
                  <a:cubicBezTo>
                    <a:pt x="6478" y="1834"/>
                    <a:pt x="6311" y="1762"/>
                    <a:pt x="6145" y="1715"/>
                  </a:cubicBezTo>
                  <a:cubicBezTo>
                    <a:pt x="6240" y="1548"/>
                    <a:pt x="6288" y="1358"/>
                    <a:pt x="6288" y="1143"/>
                  </a:cubicBezTo>
                  <a:cubicBezTo>
                    <a:pt x="6288" y="524"/>
                    <a:pt x="5788" y="0"/>
                    <a:pt x="5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19"/>
            <p:cNvSpPr/>
            <p:nvPr/>
          </p:nvSpPr>
          <p:spPr>
            <a:xfrm>
              <a:off x="2638625" y="3162025"/>
              <a:ext cx="247100" cy="242325"/>
            </a:xfrm>
            <a:custGeom>
              <a:rect b="b" l="l" r="r" t="t"/>
              <a:pathLst>
                <a:path extrusionOk="0" h="9693" w="9884">
                  <a:moveTo>
                    <a:pt x="4572" y="1738"/>
                  </a:moveTo>
                  <a:lnTo>
                    <a:pt x="4572" y="2286"/>
                  </a:lnTo>
                  <a:lnTo>
                    <a:pt x="572" y="2286"/>
                  </a:lnTo>
                  <a:lnTo>
                    <a:pt x="572" y="1738"/>
                  </a:lnTo>
                  <a:close/>
                  <a:moveTo>
                    <a:pt x="5715" y="1143"/>
                  </a:moveTo>
                  <a:lnTo>
                    <a:pt x="5715" y="2858"/>
                  </a:lnTo>
                  <a:lnTo>
                    <a:pt x="5144" y="2858"/>
                  </a:lnTo>
                  <a:lnTo>
                    <a:pt x="5144" y="1143"/>
                  </a:lnTo>
                  <a:close/>
                  <a:moveTo>
                    <a:pt x="9121" y="1143"/>
                  </a:moveTo>
                  <a:lnTo>
                    <a:pt x="9121" y="2858"/>
                  </a:lnTo>
                  <a:lnTo>
                    <a:pt x="8549" y="2858"/>
                  </a:lnTo>
                  <a:lnTo>
                    <a:pt x="8549" y="1143"/>
                  </a:lnTo>
                  <a:close/>
                  <a:moveTo>
                    <a:pt x="6835" y="572"/>
                  </a:moveTo>
                  <a:lnTo>
                    <a:pt x="6835" y="3429"/>
                  </a:lnTo>
                  <a:lnTo>
                    <a:pt x="6263" y="3429"/>
                  </a:lnTo>
                  <a:lnTo>
                    <a:pt x="6263" y="572"/>
                  </a:lnTo>
                  <a:close/>
                  <a:moveTo>
                    <a:pt x="7978" y="572"/>
                  </a:moveTo>
                  <a:lnTo>
                    <a:pt x="7978" y="3429"/>
                  </a:lnTo>
                  <a:lnTo>
                    <a:pt x="7406" y="3429"/>
                  </a:lnTo>
                  <a:lnTo>
                    <a:pt x="7406" y="572"/>
                  </a:lnTo>
                  <a:close/>
                  <a:moveTo>
                    <a:pt x="7121" y="4430"/>
                  </a:moveTo>
                  <a:lnTo>
                    <a:pt x="7335" y="4668"/>
                  </a:lnTo>
                  <a:cubicBezTo>
                    <a:pt x="7502" y="4834"/>
                    <a:pt x="7382" y="5144"/>
                    <a:pt x="7121" y="5144"/>
                  </a:cubicBezTo>
                  <a:cubicBezTo>
                    <a:pt x="6882" y="5144"/>
                    <a:pt x="6763" y="4834"/>
                    <a:pt x="6906" y="4668"/>
                  </a:cubicBezTo>
                  <a:lnTo>
                    <a:pt x="7121" y="4430"/>
                  </a:lnTo>
                  <a:close/>
                  <a:moveTo>
                    <a:pt x="8549" y="5692"/>
                  </a:moveTo>
                  <a:lnTo>
                    <a:pt x="8549" y="6263"/>
                  </a:lnTo>
                  <a:lnTo>
                    <a:pt x="5715" y="6263"/>
                  </a:lnTo>
                  <a:lnTo>
                    <a:pt x="5715" y="5692"/>
                  </a:lnTo>
                  <a:close/>
                  <a:moveTo>
                    <a:pt x="8716" y="6835"/>
                  </a:moveTo>
                  <a:cubicBezTo>
                    <a:pt x="9192" y="7406"/>
                    <a:pt x="9264" y="8240"/>
                    <a:pt x="8835" y="8883"/>
                  </a:cubicBezTo>
                  <a:lnTo>
                    <a:pt x="8668" y="9121"/>
                  </a:lnTo>
                  <a:lnTo>
                    <a:pt x="5573" y="9121"/>
                  </a:lnTo>
                  <a:lnTo>
                    <a:pt x="5406" y="8883"/>
                  </a:lnTo>
                  <a:cubicBezTo>
                    <a:pt x="5001" y="8240"/>
                    <a:pt x="5049" y="7406"/>
                    <a:pt x="5549" y="6835"/>
                  </a:cubicBezTo>
                  <a:close/>
                  <a:moveTo>
                    <a:pt x="5715" y="0"/>
                  </a:moveTo>
                  <a:lnTo>
                    <a:pt x="5715" y="572"/>
                  </a:lnTo>
                  <a:lnTo>
                    <a:pt x="4572" y="572"/>
                  </a:lnTo>
                  <a:lnTo>
                    <a:pt x="4572" y="1167"/>
                  </a:lnTo>
                  <a:lnTo>
                    <a:pt x="0" y="1167"/>
                  </a:lnTo>
                  <a:lnTo>
                    <a:pt x="0" y="2858"/>
                  </a:lnTo>
                  <a:lnTo>
                    <a:pt x="4572" y="2858"/>
                  </a:lnTo>
                  <a:lnTo>
                    <a:pt x="4572" y="3429"/>
                  </a:lnTo>
                  <a:lnTo>
                    <a:pt x="5715" y="3429"/>
                  </a:lnTo>
                  <a:lnTo>
                    <a:pt x="5715" y="4001"/>
                  </a:lnTo>
                  <a:lnTo>
                    <a:pt x="6740" y="4001"/>
                  </a:lnTo>
                  <a:lnTo>
                    <a:pt x="6501" y="4287"/>
                  </a:lnTo>
                  <a:cubicBezTo>
                    <a:pt x="6287" y="4525"/>
                    <a:pt x="6216" y="4834"/>
                    <a:pt x="6335" y="5144"/>
                  </a:cubicBezTo>
                  <a:lnTo>
                    <a:pt x="4572" y="5144"/>
                  </a:lnTo>
                  <a:lnTo>
                    <a:pt x="4572" y="5692"/>
                  </a:lnTo>
                  <a:lnTo>
                    <a:pt x="5144" y="5692"/>
                  </a:lnTo>
                  <a:lnTo>
                    <a:pt x="5144" y="6430"/>
                  </a:lnTo>
                  <a:cubicBezTo>
                    <a:pt x="4453" y="7192"/>
                    <a:pt x="4382" y="8335"/>
                    <a:pt x="4953" y="9192"/>
                  </a:cubicBezTo>
                  <a:lnTo>
                    <a:pt x="5263" y="9692"/>
                  </a:lnTo>
                  <a:lnTo>
                    <a:pt x="8978" y="9692"/>
                  </a:lnTo>
                  <a:lnTo>
                    <a:pt x="9311" y="9192"/>
                  </a:lnTo>
                  <a:cubicBezTo>
                    <a:pt x="9883" y="8335"/>
                    <a:pt x="9788" y="7192"/>
                    <a:pt x="9121" y="6430"/>
                  </a:cubicBezTo>
                  <a:lnTo>
                    <a:pt x="9121" y="5692"/>
                  </a:lnTo>
                  <a:lnTo>
                    <a:pt x="9669" y="5692"/>
                  </a:lnTo>
                  <a:lnTo>
                    <a:pt x="9669" y="5144"/>
                  </a:lnTo>
                  <a:lnTo>
                    <a:pt x="7930" y="5144"/>
                  </a:lnTo>
                  <a:cubicBezTo>
                    <a:pt x="8025" y="4834"/>
                    <a:pt x="7978" y="4525"/>
                    <a:pt x="7764" y="4287"/>
                  </a:cubicBezTo>
                  <a:lnTo>
                    <a:pt x="7502" y="4001"/>
                  </a:lnTo>
                  <a:lnTo>
                    <a:pt x="8549" y="4001"/>
                  </a:lnTo>
                  <a:lnTo>
                    <a:pt x="8549" y="3429"/>
                  </a:lnTo>
                  <a:lnTo>
                    <a:pt x="9669" y="3429"/>
                  </a:lnTo>
                  <a:lnTo>
                    <a:pt x="9669" y="572"/>
                  </a:lnTo>
                  <a:lnTo>
                    <a:pt x="8549" y="572"/>
                  </a:lnTo>
                  <a:lnTo>
                    <a:pt x="8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19"/>
            <p:cNvSpPr/>
            <p:nvPr/>
          </p:nvSpPr>
          <p:spPr>
            <a:xfrm>
              <a:off x="3340550" y="3273950"/>
              <a:ext cx="19075" cy="19075"/>
            </a:xfrm>
            <a:custGeom>
              <a:rect b="b" l="l" r="r" t="t"/>
              <a:pathLst>
                <a:path extrusionOk="0" h="763" w="763">
                  <a:moveTo>
                    <a:pt x="381" y="0"/>
                  </a:moveTo>
                  <a:lnTo>
                    <a:pt x="0" y="381"/>
                  </a:lnTo>
                  <a:lnTo>
                    <a:pt x="381" y="762"/>
                  </a:lnTo>
                  <a:lnTo>
                    <a:pt x="762" y="381"/>
                  </a:lnTo>
                  <a:lnTo>
                    <a:pt x="3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19"/>
            <p:cNvSpPr/>
            <p:nvPr/>
          </p:nvSpPr>
          <p:spPr>
            <a:xfrm>
              <a:off x="3235750" y="3169150"/>
              <a:ext cx="228650" cy="228650"/>
            </a:xfrm>
            <a:custGeom>
              <a:rect b="b" l="l" r="r" t="t"/>
              <a:pathLst>
                <a:path extrusionOk="0" h="9146" w="9146">
                  <a:moveTo>
                    <a:pt x="6598" y="525"/>
                  </a:moveTo>
                  <a:lnTo>
                    <a:pt x="6240" y="1620"/>
                  </a:lnTo>
                  <a:lnTo>
                    <a:pt x="2882" y="1620"/>
                  </a:lnTo>
                  <a:lnTo>
                    <a:pt x="2525" y="525"/>
                  </a:lnTo>
                  <a:close/>
                  <a:moveTo>
                    <a:pt x="2549" y="3382"/>
                  </a:moveTo>
                  <a:lnTo>
                    <a:pt x="2549" y="3382"/>
                  </a:lnTo>
                  <a:cubicBezTo>
                    <a:pt x="2525" y="3573"/>
                    <a:pt x="2478" y="3763"/>
                    <a:pt x="2430" y="3954"/>
                  </a:cubicBezTo>
                  <a:cubicBezTo>
                    <a:pt x="1573" y="4145"/>
                    <a:pt x="1120" y="4430"/>
                    <a:pt x="1073" y="4788"/>
                  </a:cubicBezTo>
                  <a:cubicBezTo>
                    <a:pt x="692" y="4621"/>
                    <a:pt x="525" y="4430"/>
                    <a:pt x="525" y="4311"/>
                  </a:cubicBezTo>
                  <a:cubicBezTo>
                    <a:pt x="525" y="4049"/>
                    <a:pt x="1168" y="3621"/>
                    <a:pt x="2549" y="3382"/>
                  </a:cubicBezTo>
                  <a:close/>
                  <a:moveTo>
                    <a:pt x="6574" y="3382"/>
                  </a:moveTo>
                  <a:lnTo>
                    <a:pt x="6574" y="3382"/>
                  </a:lnTo>
                  <a:cubicBezTo>
                    <a:pt x="7979" y="3621"/>
                    <a:pt x="8598" y="4049"/>
                    <a:pt x="8598" y="4311"/>
                  </a:cubicBezTo>
                  <a:cubicBezTo>
                    <a:pt x="8598" y="4430"/>
                    <a:pt x="8431" y="4597"/>
                    <a:pt x="8050" y="4788"/>
                  </a:cubicBezTo>
                  <a:cubicBezTo>
                    <a:pt x="8026" y="4573"/>
                    <a:pt x="7860" y="4383"/>
                    <a:pt x="7550" y="4216"/>
                  </a:cubicBezTo>
                  <a:cubicBezTo>
                    <a:pt x="7336" y="4121"/>
                    <a:pt x="7050" y="4025"/>
                    <a:pt x="6693" y="3954"/>
                  </a:cubicBezTo>
                  <a:cubicBezTo>
                    <a:pt x="6645" y="3763"/>
                    <a:pt x="6598" y="3573"/>
                    <a:pt x="6574" y="3382"/>
                  </a:cubicBezTo>
                  <a:close/>
                  <a:moveTo>
                    <a:pt x="2239" y="4549"/>
                  </a:moveTo>
                  <a:lnTo>
                    <a:pt x="2239" y="4549"/>
                  </a:lnTo>
                  <a:cubicBezTo>
                    <a:pt x="2168" y="4788"/>
                    <a:pt x="2097" y="4883"/>
                    <a:pt x="2049" y="5049"/>
                  </a:cubicBezTo>
                  <a:cubicBezTo>
                    <a:pt x="1763" y="4954"/>
                    <a:pt x="1668" y="4883"/>
                    <a:pt x="1620" y="4835"/>
                  </a:cubicBezTo>
                  <a:cubicBezTo>
                    <a:pt x="1668" y="4788"/>
                    <a:pt x="1858" y="4668"/>
                    <a:pt x="2239" y="4549"/>
                  </a:cubicBezTo>
                  <a:close/>
                  <a:moveTo>
                    <a:pt x="6883" y="4549"/>
                  </a:moveTo>
                  <a:lnTo>
                    <a:pt x="6883" y="4549"/>
                  </a:lnTo>
                  <a:cubicBezTo>
                    <a:pt x="7288" y="4668"/>
                    <a:pt x="7455" y="4788"/>
                    <a:pt x="7526" y="4835"/>
                  </a:cubicBezTo>
                  <a:cubicBezTo>
                    <a:pt x="7479" y="4883"/>
                    <a:pt x="7360" y="4954"/>
                    <a:pt x="7074" y="5049"/>
                  </a:cubicBezTo>
                  <a:cubicBezTo>
                    <a:pt x="7026" y="4883"/>
                    <a:pt x="6979" y="4811"/>
                    <a:pt x="6883" y="4549"/>
                  </a:cubicBezTo>
                  <a:close/>
                  <a:moveTo>
                    <a:pt x="6074" y="2168"/>
                  </a:moveTo>
                  <a:cubicBezTo>
                    <a:pt x="5835" y="3168"/>
                    <a:pt x="6193" y="4240"/>
                    <a:pt x="6502" y="5073"/>
                  </a:cubicBezTo>
                  <a:cubicBezTo>
                    <a:pt x="6526" y="5121"/>
                    <a:pt x="6550" y="5145"/>
                    <a:pt x="6550" y="5192"/>
                  </a:cubicBezTo>
                  <a:cubicBezTo>
                    <a:pt x="5931" y="5311"/>
                    <a:pt x="5192" y="5383"/>
                    <a:pt x="4573" y="5383"/>
                  </a:cubicBezTo>
                  <a:cubicBezTo>
                    <a:pt x="3930" y="5383"/>
                    <a:pt x="3192" y="5311"/>
                    <a:pt x="2573" y="5192"/>
                  </a:cubicBezTo>
                  <a:cubicBezTo>
                    <a:pt x="2763" y="4645"/>
                    <a:pt x="3335" y="3382"/>
                    <a:pt x="3049" y="2168"/>
                  </a:cubicBezTo>
                  <a:close/>
                  <a:moveTo>
                    <a:pt x="8598" y="5097"/>
                  </a:moveTo>
                  <a:lnTo>
                    <a:pt x="8598" y="5383"/>
                  </a:lnTo>
                  <a:cubicBezTo>
                    <a:pt x="8598" y="5550"/>
                    <a:pt x="8265" y="5835"/>
                    <a:pt x="7526" y="6073"/>
                  </a:cubicBezTo>
                  <a:cubicBezTo>
                    <a:pt x="6740" y="6312"/>
                    <a:pt x="5693" y="6455"/>
                    <a:pt x="4573" y="6455"/>
                  </a:cubicBezTo>
                  <a:cubicBezTo>
                    <a:pt x="3454" y="6455"/>
                    <a:pt x="2382" y="6312"/>
                    <a:pt x="1597" y="6073"/>
                  </a:cubicBezTo>
                  <a:cubicBezTo>
                    <a:pt x="858" y="5835"/>
                    <a:pt x="525" y="5550"/>
                    <a:pt x="525" y="5383"/>
                  </a:cubicBezTo>
                  <a:lnTo>
                    <a:pt x="525" y="5097"/>
                  </a:lnTo>
                  <a:cubicBezTo>
                    <a:pt x="1501" y="5740"/>
                    <a:pt x="3406" y="5907"/>
                    <a:pt x="4573" y="5907"/>
                  </a:cubicBezTo>
                  <a:cubicBezTo>
                    <a:pt x="5740" y="5907"/>
                    <a:pt x="7622" y="5740"/>
                    <a:pt x="8598" y="5097"/>
                  </a:cubicBezTo>
                  <a:close/>
                  <a:moveTo>
                    <a:pt x="2335" y="6788"/>
                  </a:moveTo>
                  <a:lnTo>
                    <a:pt x="2335" y="6788"/>
                  </a:lnTo>
                  <a:cubicBezTo>
                    <a:pt x="2930" y="6907"/>
                    <a:pt x="3597" y="6955"/>
                    <a:pt x="4288" y="6978"/>
                  </a:cubicBezTo>
                  <a:lnTo>
                    <a:pt x="4288" y="8598"/>
                  </a:lnTo>
                  <a:lnTo>
                    <a:pt x="2644" y="8598"/>
                  </a:lnTo>
                  <a:lnTo>
                    <a:pt x="2406" y="7383"/>
                  </a:lnTo>
                  <a:cubicBezTo>
                    <a:pt x="2359" y="7193"/>
                    <a:pt x="2335" y="6978"/>
                    <a:pt x="2335" y="6788"/>
                  </a:cubicBezTo>
                  <a:close/>
                  <a:moveTo>
                    <a:pt x="6812" y="6788"/>
                  </a:moveTo>
                  <a:lnTo>
                    <a:pt x="6812" y="6788"/>
                  </a:lnTo>
                  <a:cubicBezTo>
                    <a:pt x="6788" y="6978"/>
                    <a:pt x="6764" y="7193"/>
                    <a:pt x="6717" y="7383"/>
                  </a:cubicBezTo>
                  <a:lnTo>
                    <a:pt x="6478" y="8598"/>
                  </a:lnTo>
                  <a:lnTo>
                    <a:pt x="4835" y="8598"/>
                  </a:lnTo>
                  <a:lnTo>
                    <a:pt x="4835" y="6978"/>
                  </a:lnTo>
                  <a:cubicBezTo>
                    <a:pt x="5526" y="6955"/>
                    <a:pt x="6193" y="6907"/>
                    <a:pt x="6812" y="6788"/>
                  </a:cubicBezTo>
                  <a:close/>
                  <a:moveTo>
                    <a:pt x="1787" y="1"/>
                  </a:moveTo>
                  <a:lnTo>
                    <a:pt x="2478" y="2073"/>
                  </a:lnTo>
                  <a:cubicBezTo>
                    <a:pt x="2549" y="2311"/>
                    <a:pt x="2597" y="2573"/>
                    <a:pt x="2597" y="2835"/>
                  </a:cubicBezTo>
                  <a:cubicBezTo>
                    <a:pt x="1906" y="2954"/>
                    <a:pt x="1311" y="3121"/>
                    <a:pt x="882" y="3311"/>
                  </a:cubicBezTo>
                  <a:cubicBezTo>
                    <a:pt x="287" y="3597"/>
                    <a:pt x="1" y="3906"/>
                    <a:pt x="1" y="4311"/>
                  </a:cubicBezTo>
                  <a:lnTo>
                    <a:pt x="1" y="5383"/>
                  </a:lnTo>
                  <a:cubicBezTo>
                    <a:pt x="1" y="5716"/>
                    <a:pt x="239" y="6193"/>
                    <a:pt x="1454" y="6574"/>
                  </a:cubicBezTo>
                  <a:cubicBezTo>
                    <a:pt x="1549" y="6597"/>
                    <a:pt x="1668" y="6645"/>
                    <a:pt x="1787" y="6669"/>
                  </a:cubicBezTo>
                  <a:cubicBezTo>
                    <a:pt x="1787" y="6955"/>
                    <a:pt x="1811" y="7217"/>
                    <a:pt x="1882" y="7502"/>
                  </a:cubicBezTo>
                  <a:lnTo>
                    <a:pt x="2192" y="9146"/>
                  </a:lnTo>
                  <a:lnTo>
                    <a:pt x="6931" y="9146"/>
                  </a:lnTo>
                  <a:lnTo>
                    <a:pt x="7241" y="7502"/>
                  </a:lnTo>
                  <a:cubicBezTo>
                    <a:pt x="7312" y="7217"/>
                    <a:pt x="7336" y="6955"/>
                    <a:pt x="7336" y="6669"/>
                  </a:cubicBezTo>
                  <a:cubicBezTo>
                    <a:pt x="7455" y="6645"/>
                    <a:pt x="7574" y="6597"/>
                    <a:pt x="7693" y="6574"/>
                  </a:cubicBezTo>
                  <a:cubicBezTo>
                    <a:pt x="8884" y="6193"/>
                    <a:pt x="9146" y="5716"/>
                    <a:pt x="9146" y="5383"/>
                  </a:cubicBezTo>
                  <a:lnTo>
                    <a:pt x="9146" y="4311"/>
                  </a:lnTo>
                  <a:cubicBezTo>
                    <a:pt x="9146" y="3906"/>
                    <a:pt x="8836" y="3597"/>
                    <a:pt x="8241" y="3311"/>
                  </a:cubicBezTo>
                  <a:cubicBezTo>
                    <a:pt x="7812" y="3121"/>
                    <a:pt x="7217" y="2954"/>
                    <a:pt x="6526" y="2835"/>
                  </a:cubicBezTo>
                  <a:cubicBezTo>
                    <a:pt x="6550" y="2573"/>
                    <a:pt x="6574" y="2311"/>
                    <a:pt x="6669" y="2073"/>
                  </a:cubicBezTo>
                  <a:lnTo>
                    <a:pt x="73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19"/>
            <p:cNvSpPr/>
            <p:nvPr/>
          </p:nvSpPr>
          <p:spPr>
            <a:xfrm>
              <a:off x="3786475" y="3181075"/>
              <a:ext cx="269125" cy="204825"/>
            </a:xfrm>
            <a:custGeom>
              <a:rect b="b" l="l" r="r" t="t"/>
              <a:pathLst>
                <a:path extrusionOk="0" h="8193" w="10765">
                  <a:moveTo>
                    <a:pt x="8550" y="619"/>
                  </a:moveTo>
                  <a:cubicBezTo>
                    <a:pt x="9431" y="619"/>
                    <a:pt x="10121" y="1334"/>
                    <a:pt x="10121" y="2191"/>
                  </a:cubicBezTo>
                  <a:cubicBezTo>
                    <a:pt x="10121" y="3072"/>
                    <a:pt x="9431" y="3763"/>
                    <a:pt x="8550" y="3763"/>
                  </a:cubicBezTo>
                  <a:lnTo>
                    <a:pt x="1263" y="3763"/>
                  </a:lnTo>
                  <a:lnTo>
                    <a:pt x="1263" y="3787"/>
                  </a:lnTo>
                  <a:cubicBezTo>
                    <a:pt x="905" y="3787"/>
                    <a:pt x="620" y="3501"/>
                    <a:pt x="620" y="3144"/>
                  </a:cubicBezTo>
                  <a:cubicBezTo>
                    <a:pt x="620" y="2786"/>
                    <a:pt x="905" y="2524"/>
                    <a:pt x="1263" y="2524"/>
                  </a:cubicBezTo>
                  <a:lnTo>
                    <a:pt x="8859" y="2524"/>
                  </a:lnTo>
                  <a:lnTo>
                    <a:pt x="8859" y="1881"/>
                  </a:lnTo>
                  <a:lnTo>
                    <a:pt x="1263" y="1881"/>
                  </a:lnTo>
                  <a:cubicBezTo>
                    <a:pt x="905" y="1881"/>
                    <a:pt x="620" y="1596"/>
                    <a:pt x="620" y="1262"/>
                  </a:cubicBezTo>
                  <a:cubicBezTo>
                    <a:pt x="620" y="905"/>
                    <a:pt x="905" y="619"/>
                    <a:pt x="1263" y="619"/>
                  </a:cubicBezTo>
                  <a:close/>
                  <a:moveTo>
                    <a:pt x="9502" y="4406"/>
                  </a:moveTo>
                  <a:cubicBezTo>
                    <a:pt x="9836" y="4406"/>
                    <a:pt x="10121" y="4692"/>
                    <a:pt x="10121" y="5049"/>
                  </a:cubicBezTo>
                  <a:cubicBezTo>
                    <a:pt x="10121" y="5382"/>
                    <a:pt x="9836" y="5668"/>
                    <a:pt x="9502" y="5668"/>
                  </a:cubicBezTo>
                  <a:lnTo>
                    <a:pt x="1882" y="5668"/>
                  </a:lnTo>
                  <a:lnTo>
                    <a:pt x="1882" y="6311"/>
                  </a:lnTo>
                  <a:lnTo>
                    <a:pt x="9502" y="6311"/>
                  </a:lnTo>
                  <a:cubicBezTo>
                    <a:pt x="9836" y="6311"/>
                    <a:pt x="10121" y="6573"/>
                    <a:pt x="10121" y="6930"/>
                  </a:cubicBezTo>
                  <a:cubicBezTo>
                    <a:pt x="10121" y="7287"/>
                    <a:pt x="9836" y="7573"/>
                    <a:pt x="9502" y="7573"/>
                  </a:cubicBezTo>
                  <a:lnTo>
                    <a:pt x="2191" y="7573"/>
                  </a:lnTo>
                  <a:cubicBezTo>
                    <a:pt x="1334" y="7573"/>
                    <a:pt x="620" y="6859"/>
                    <a:pt x="620" y="5978"/>
                  </a:cubicBezTo>
                  <a:cubicBezTo>
                    <a:pt x="620" y="5120"/>
                    <a:pt x="1334" y="4406"/>
                    <a:pt x="2191" y="4406"/>
                  </a:cubicBezTo>
                  <a:close/>
                  <a:moveTo>
                    <a:pt x="1263" y="0"/>
                  </a:moveTo>
                  <a:cubicBezTo>
                    <a:pt x="548" y="0"/>
                    <a:pt x="0" y="548"/>
                    <a:pt x="0" y="1262"/>
                  </a:cubicBezTo>
                  <a:cubicBezTo>
                    <a:pt x="0" y="1619"/>
                    <a:pt x="167" y="1977"/>
                    <a:pt x="429" y="2191"/>
                  </a:cubicBezTo>
                  <a:cubicBezTo>
                    <a:pt x="167" y="2429"/>
                    <a:pt x="0" y="2763"/>
                    <a:pt x="0" y="3144"/>
                  </a:cubicBezTo>
                  <a:cubicBezTo>
                    <a:pt x="0" y="3668"/>
                    <a:pt x="310" y="4120"/>
                    <a:pt x="762" y="4311"/>
                  </a:cubicBezTo>
                  <a:cubicBezTo>
                    <a:pt x="286" y="4715"/>
                    <a:pt x="0" y="5311"/>
                    <a:pt x="0" y="5978"/>
                  </a:cubicBezTo>
                  <a:cubicBezTo>
                    <a:pt x="0" y="7192"/>
                    <a:pt x="977" y="8192"/>
                    <a:pt x="2191" y="8192"/>
                  </a:cubicBezTo>
                  <a:lnTo>
                    <a:pt x="9502" y="8192"/>
                  </a:lnTo>
                  <a:cubicBezTo>
                    <a:pt x="10193" y="8192"/>
                    <a:pt x="10764" y="7621"/>
                    <a:pt x="10764" y="6930"/>
                  </a:cubicBezTo>
                  <a:cubicBezTo>
                    <a:pt x="10764" y="6549"/>
                    <a:pt x="10598" y="6216"/>
                    <a:pt x="10336" y="5978"/>
                  </a:cubicBezTo>
                  <a:cubicBezTo>
                    <a:pt x="10598" y="5763"/>
                    <a:pt x="10764" y="5406"/>
                    <a:pt x="10764" y="5049"/>
                  </a:cubicBezTo>
                  <a:cubicBezTo>
                    <a:pt x="10764" y="4525"/>
                    <a:pt x="10431" y="4072"/>
                    <a:pt x="9979" y="3882"/>
                  </a:cubicBezTo>
                  <a:cubicBezTo>
                    <a:pt x="10455" y="3477"/>
                    <a:pt x="10764" y="2858"/>
                    <a:pt x="10764" y="2191"/>
                  </a:cubicBezTo>
                  <a:cubicBezTo>
                    <a:pt x="10764" y="976"/>
                    <a:pt x="9764" y="0"/>
                    <a:pt x="8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19"/>
            <p:cNvSpPr/>
            <p:nvPr/>
          </p:nvSpPr>
          <p:spPr>
            <a:xfrm>
              <a:off x="4377075" y="3162600"/>
              <a:ext cx="70875" cy="241750"/>
            </a:xfrm>
            <a:custGeom>
              <a:rect b="b" l="l" r="r" t="t"/>
              <a:pathLst>
                <a:path extrusionOk="0" h="9670" w="2835">
                  <a:moveTo>
                    <a:pt x="1691" y="2859"/>
                  </a:moveTo>
                  <a:lnTo>
                    <a:pt x="1691" y="3406"/>
                  </a:lnTo>
                  <a:lnTo>
                    <a:pt x="1120" y="3406"/>
                  </a:lnTo>
                  <a:lnTo>
                    <a:pt x="1120" y="2859"/>
                  </a:lnTo>
                  <a:close/>
                  <a:moveTo>
                    <a:pt x="1691" y="3978"/>
                  </a:moveTo>
                  <a:lnTo>
                    <a:pt x="1691" y="7407"/>
                  </a:lnTo>
                  <a:lnTo>
                    <a:pt x="1120" y="7407"/>
                  </a:lnTo>
                  <a:lnTo>
                    <a:pt x="1120" y="3978"/>
                  </a:lnTo>
                  <a:close/>
                  <a:moveTo>
                    <a:pt x="1120" y="1"/>
                  </a:moveTo>
                  <a:lnTo>
                    <a:pt x="1120" y="2287"/>
                  </a:lnTo>
                  <a:lnTo>
                    <a:pt x="572" y="2287"/>
                  </a:lnTo>
                  <a:lnTo>
                    <a:pt x="572" y="7407"/>
                  </a:lnTo>
                  <a:lnTo>
                    <a:pt x="0" y="7407"/>
                  </a:lnTo>
                  <a:lnTo>
                    <a:pt x="0" y="7955"/>
                  </a:lnTo>
                  <a:lnTo>
                    <a:pt x="1120" y="7955"/>
                  </a:lnTo>
                  <a:lnTo>
                    <a:pt x="1120" y="9098"/>
                  </a:lnTo>
                  <a:lnTo>
                    <a:pt x="572" y="9098"/>
                  </a:lnTo>
                  <a:lnTo>
                    <a:pt x="572" y="9669"/>
                  </a:lnTo>
                  <a:lnTo>
                    <a:pt x="2263" y="9669"/>
                  </a:lnTo>
                  <a:lnTo>
                    <a:pt x="2263" y="9098"/>
                  </a:lnTo>
                  <a:lnTo>
                    <a:pt x="1691" y="9098"/>
                  </a:lnTo>
                  <a:lnTo>
                    <a:pt x="1691" y="7955"/>
                  </a:lnTo>
                  <a:lnTo>
                    <a:pt x="2834" y="7955"/>
                  </a:lnTo>
                  <a:lnTo>
                    <a:pt x="2834" y="7407"/>
                  </a:lnTo>
                  <a:lnTo>
                    <a:pt x="2263" y="7407"/>
                  </a:lnTo>
                  <a:lnTo>
                    <a:pt x="2263" y="2287"/>
                  </a:lnTo>
                  <a:lnTo>
                    <a:pt x="1691" y="2287"/>
                  </a:lnTo>
                  <a:lnTo>
                    <a:pt x="16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19"/>
            <p:cNvSpPr/>
            <p:nvPr/>
          </p:nvSpPr>
          <p:spPr>
            <a:xfrm>
              <a:off x="4447925" y="3162600"/>
              <a:ext cx="141125" cy="241750"/>
            </a:xfrm>
            <a:custGeom>
              <a:rect b="b" l="l" r="r" t="t"/>
              <a:pathLst>
                <a:path extrusionOk="0" h="9670" w="5645">
                  <a:moveTo>
                    <a:pt x="5097" y="572"/>
                  </a:moveTo>
                  <a:lnTo>
                    <a:pt x="5097" y="2287"/>
                  </a:lnTo>
                  <a:lnTo>
                    <a:pt x="3953" y="2287"/>
                  </a:lnTo>
                  <a:lnTo>
                    <a:pt x="3953" y="1120"/>
                  </a:lnTo>
                  <a:lnTo>
                    <a:pt x="3382" y="1120"/>
                  </a:lnTo>
                  <a:lnTo>
                    <a:pt x="3382" y="2287"/>
                  </a:lnTo>
                  <a:lnTo>
                    <a:pt x="2263" y="2287"/>
                  </a:lnTo>
                  <a:lnTo>
                    <a:pt x="2263" y="1120"/>
                  </a:lnTo>
                  <a:lnTo>
                    <a:pt x="1691" y="1120"/>
                  </a:lnTo>
                  <a:lnTo>
                    <a:pt x="1691" y="2287"/>
                  </a:lnTo>
                  <a:lnTo>
                    <a:pt x="548" y="2287"/>
                  </a:lnTo>
                  <a:lnTo>
                    <a:pt x="548" y="572"/>
                  </a:lnTo>
                  <a:close/>
                  <a:moveTo>
                    <a:pt x="4525" y="2859"/>
                  </a:moveTo>
                  <a:lnTo>
                    <a:pt x="4525" y="3406"/>
                  </a:lnTo>
                  <a:lnTo>
                    <a:pt x="1120" y="3406"/>
                  </a:lnTo>
                  <a:lnTo>
                    <a:pt x="1120" y="2859"/>
                  </a:lnTo>
                  <a:close/>
                  <a:moveTo>
                    <a:pt x="4525" y="3978"/>
                  </a:moveTo>
                  <a:lnTo>
                    <a:pt x="4525" y="7955"/>
                  </a:lnTo>
                  <a:lnTo>
                    <a:pt x="1120" y="7955"/>
                  </a:lnTo>
                  <a:lnTo>
                    <a:pt x="1120" y="3978"/>
                  </a:lnTo>
                  <a:close/>
                  <a:moveTo>
                    <a:pt x="4525" y="8526"/>
                  </a:moveTo>
                  <a:lnTo>
                    <a:pt x="4525" y="9098"/>
                  </a:lnTo>
                  <a:lnTo>
                    <a:pt x="1120" y="9098"/>
                  </a:lnTo>
                  <a:lnTo>
                    <a:pt x="1120" y="8526"/>
                  </a:lnTo>
                  <a:close/>
                  <a:moveTo>
                    <a:pt x="0" y="1"/>
                  </a:moveTo>
                  <a:lnTo>
                    <a:pt x="0" y="2859"/>
                  </a:lnTo>
                  <a:lnTo>
                    <a:pt x="548" y="2859"/>
                  </a:lnTo>
                  <a:lnTo>
                    <a:pt x="548" y="9669"/>
                  </a:lnTo>
                  <a:lnTo>
                    <a:pt x="5097" y="9669"/>
                  </a:lnTo>
                  <a:lnTo>
                    <a:pt x="5097" y="2859"/>
                  </a:lnTo>
                  <a:lnTo>
                    <a:pt x="5644" y="2859"/>
                  </a:lnTo>
                  <a:lnTo>
                    <a:pt x="56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19"/>
            <p:cNvSpPr/>
            <p:nvPr/>
          </p:nvSpPr>
          <p:spPr>
            <a:xfrm>
              <a:off x="4490200" y="3276325"/>
              <a:ext cx="56575" cy="71475"/>
            </a:xfrm>
            <a:custGeom>
              <a:rect b="b" l="l" r="r" t="t"/>
              <a:pathLst>
                <a:path extrusionOk="0" h="2859" w="2263">
                  <a:moveTo>
                    <a:pt x="1691" y="572"/>
                  </a:moveTo>
                  <a:lnTo>
                    <a:pt x="1691" y="2287"/>
                  </a:lnTo>
                  <a:lnTo>
                    <a:pt x="572" y="2287"/>
                  </a:lnTo>
                  <a:lnTo>
                    <a:pt x="572" y="572"/>
                  </a:lnTo>
                  <a:close/>
                  <a:moveTo>
                    <a:pt x="0" y="0"/>
                  </a:moveTo>
                  <a:lnTo>
                    <a:pt x="0" y="2858"/>
                  </a:lnTo>
                  <a:lnTo>
                    <a:pt x="2262" y="2858"/>
                  </a:lnTo>
                  <a:lnTo>
                    <a:pt x="22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19"/>
            <p:cNvSpPr/>
            <p:nvPr/>
          </p:nvSpPr>
          <p:spPr>
            <a:xfrm>
              <a:off x="4928975" y="3159625"/>
              <a:ext cx="234000" cy="246500"/>
            </a:xfrm>
            <a:custGeom>
              <a:rect b="b" l="l" r="r" t="t"/>
              <a:pathLst>
                <a:path extrusionOk="0" h="9860" w="9360">
                  <a:moveTo>
                    <a:pt x="2620" y="882"/>
                  </a:moveTo>
                  <a:cubicBezTo>
                    <a:pt x="2906" y="1239"/>
                    <a:pt x="3215" y="1739"/>
                    <a:pt x="3215" y="2025"/>
                  </a:cubicBezTo>
                  <a:cubicBezTo>
                    <a:pt x="3215" y="2192"/>
                    <a:pt x="3191" y="2263"/>
                    <a:pt x="3168" y="2287"/>
                  </a:cubicBezTo>
                  <a:cubicBezTo>
                    <a:pt x="3120" y="2311"/>
                    <a:pt x="3025" y="2335"/>
                    <a:pt x="2906" y="2335"/>
                  </a:cubicBezTo>
                  <a:lnTo>
                    <a:pt x="2334" y="2335"/>
                  </a:lnTo>
                  <a:cubicBezTo>
                    <a:pt x="2239" y="2335"/>
                    <a:pt x="2120" y="2311"/>
                    <a:pt x="2096" y="2287"/>
                  </a:cubicBezTo>
                  <a:cubicBezTo>
                    <a:pt x="2072" y="2263"/>
                    <a:pt x="2048" y="2192"/>
                    <a:pt x="2048" y="2025"/>
                  </a:cubicBezTo>
                  <a:cubicBezTo>
                    <a:pt x="2048" y="1739"/>
                    <a:pt x="2358" y="1239"/>
                    <a:pt x="2620" y="882"/>
                  </a:cubicBezTo>
                  <a:close/>
                  <a:moveTo>
                    <a:pt x="4454" y="3668"/>
                  </a:moveTo>
                  <a:cubicBezTo>
                    <a:pt x="4430" y="3740"/>
                    <a:pt x="4430" y="3787"/>
                    <a:pt x="4430" y="3859"/>
                  </a:cubicBezTo>
                  <a:cubicBezTo>
                    <a:pt x="4311" y="3930"/>
                    <a:pt x="4215" y="4002"/>
                    <a:pt x="4120" y="4097"/>
                  </a:cubicBezTo>
                  <a:cubicBezTo>
                    <a:pt x="3906" y="4311"/>
                    <a:pt x="3763" y="4549"/>
                    <a:pt x="3668" y="4811"/>
                  </a:cubicBezTo>
                  <a:cubicBezTo>
                    <a:pt x="3573" y="4764"/>
                    <a:pt x="3501" y="4716"/>
                    <a:pt x="3453" y="4668"/>
                  </a:cubicBezTo>
                  <a:cubicBezTo>
                    <a:pt x="3263" y="4430"/>
                    <a:pt x="3144" y="4168"/>
                    <a:pt x="3239" y="4073"/>
                  </a:cubicBezTo>
                  <a:cubicBezTo>
                    <a:pt x="3406" y="3906"/>
                    <a:pt x="3882" y="3763"/>
                    <a:pt x="4454" y="3668"/>
                  </a:cubicBezTo>
                  <a:close/>
                  <a:moveTo>
                    <a:pt x="929" y="3668"/>
                  </a:moveTo>
                  <a:lnTo>
                    <a:pt x="929" y="3668"/>
                  </a:lnTo>
                  <a:cubicBezTo>
                    <a:pt x="1453" y="3763"/>
                    <a:pt x="1834" y="3906"/>
                    <a:pt x="2001" y="4073"/>
                  </a:cubicBezTo>
                  <a:cubicBezTo>
                    <a:pt x="2120" y="4168"/>
                    <a:pt x="1929" y="4502"/>
                    <a:pt x="1786" y="4692"/>
                  </a:cubicBezTo>
                  <a:cubicBezTo>
                    <a:pt x="1692" y="4768"/>
                    <a:pt x="1478" y="4918"/>
                    <a:pt x="1334" y="4918"/>
                  </a:cubicBezTo>
                  <a:cubicBezTo>
                    <a:pt x="1296" y="4918"/>
                    <a:pt x="1263" y="4907"/>
                    <a:pt x="1239" y="4883"/>
                  </a:cubicBezTo>
                  <a:cubicBezTo>
                    <a:pt x="1072" y="4716"/>
                    <a:pt x="977" y="4144"/>
                    <a:pt x="929" y="3668"/>
                  </a:cubicBezTo>
                  <a:close/>
                  <a:moveTo>
                    <a:pt x="2906" y="4978"/>
                  </a:moveTo>
                  <a:lnTo>
                    <a:pt x="3049" y="5073"/>
                  </a:lnTo>
                  <a:cubicBezTo>
                    <a:pt x="3049" y="5097"/>
                    <a:pt x="3263" y="5264"/>
                    <a:pt x="3525" y="5383"/>
                  </a:cubicBezTo>
                  <a:cubicBezTo>
                    <a:pt x="3525" y="5430"/>
                    <a:pt x="3525" y="5478"/>
                    <a:pt x="3525" y="5550"/>
                  </a:cubicBezTo>
                  <a:cubicBezTo>
                    <a:pt x="3525" y="5645"/>
                    <a:pt x="3525" y="5764"/>
                    <a:pt x="3549" y="5859"/>
                  </a:cubicBezTo>
                  <a:cubicBezTo>
                    <a:pt x="3311" y="5931"/>
                    <a:pt x="3096" y="6026"/>
                    <a:pt x="2906" y="6121"/>
                  </a:cubicBezTo>
                  <a:lnTo>
                    <a:pt x="2906" y="4978"/>
                  </a:lnTo>
                  <a:close/>
                  <a:moveTo>
                    <a:pt x="4954" y="4216"/>
                  </a:moveTo>
                  <a:lnTo>
                    <a:pt x="4954" y="4216"/>
                  </a:lnTo>
                  <a:cubicBezTo>
                    <a:pt x="5525" y="5002"/>
                    <a:pt x="5525" y="6073"/>
                    <a:pt x="4906" y="6836"/>
                  </a:cubicBezTo>
                  <a:cubicBezTo>
                    <a:pt x="4763" y="6764"/>
                    <a:pt x="4644" y="6669"/>
                    <a:pt x="4525" y="6550"/>
                  </a:cubicBezTo>
                  <a:cubicBezTo>
                    <a:pt x="4263" y="6288"/>
                    <a:pt x="4096" y="5931"/>
                    <a:pt x="4096" y="5526"/>
                  </a:cubicBezTo>
                  <a:cubicBezTo>
                    <a:pt x="4096" y="5145"/>
                    <a:pt x="4263" y="4787"/>
                    <a:pt x="4525" y="4526"/>
                  </a:cubicBezTo>
                  <a:cubicBezTo>
                    <a:pt x="4644" y="4383"/>
                    <a:pt x="4787" y="4287"/>
                    <a:pt x="4954" y="4216"/>
                  </a:cubicBezTo>
                  <a:close/>
                  <a:moveTo>
                    <a:pt x="5549" y="4097"/>
                  </a:moveTo>
                  <a:cubicBezTo>
                    <a:pt x="5930" y="4097"/>
                    <a:pt x="6311" y="4240"/>
                    <a:pt x="6573" y="4526"/>
                  </a:cubicBezTo>
                  <a:cubicBezTo>
                    <a:pt x="7145" y="5073"/>
                    <a:pt x="7145" y="6002"/>
                    <a:pt x="6573" y="6550"/>
                  </a:cubicBezTo>
                  <a:cubicBezTo>
                    <a:pt x="6305" y="6817"/>
                    <a:pt x="5975" y="6981"/>
                    <a:pt x="5602" y="6981"/>
                  </a:cubicBezTo>
                  <a:cubicBezTo>
                    <a:pt x="5576" y="6981"/>
                    <a:pt x="5551" y="6980"/>
                    <a:pt x="5525" y="6978"/>
                  </a:cubicBezTo>
                  <a:cubicBezTo>
                    <a:pt x="5787" y="6550"/>
                    <a:pt x="5954" y="6050"/>
                    <a:pt x="5954" y="5550"/>
                  </a:cubicBezTo>
                  <a:cubicBezTo>
                    <a:pt x="5954" y="5026"/>
                    <a:pt x="5811" y="4526"/>
                    <a:pt x="5549" y="4097"/>
                  </a:cubicBezTo>
                  <a:close/>
                  <a:moveTo>
                    <a:pt x="596" y="6240"/>
                  </a:moveTo>
                  <a:lnTo>
                    <a:pt x="596" y="6240"/>
                  </a:lnTo>
                  <a:cubicBezTo>
                    <a:pt x="1096" y="6288"/>
                    <a:pt x="1905" y="6431"/>
                    <a:pt x="2215" y="6740"/>
                  </a:cubicBezTo>
                  <a:cubicBezTo>
                    <a:pt x="2548" y="7097"/>
                    <a:pt x="2072" y="7693"/>
                    <a:pt x="2001" y="7788"/>
                  </a:cubicBezTo>
                  <a:cubicBezTo>
                    <a:pt x="1948" y="7824"/>
                    <a:pt x="1631" y="8096"/>
                    <a:pt x="1335" y="8096"/>
                  </a:cubicBezTo>
                  <a:cubicBezTo>
                    <a:pt x="1233" y="8096"/>
                    <a:pt x="1134" y="8064"/>
                    <a:pt x="1048" y="7979"/>
                  </a:cubicBezTo>
                  <a:cubicBezTo>
                    <a:pt x="739" y="7693"/>
                    <a:pt x="620" y="6859"/>
                    <a:pt x="596" y="6240"/>
                  </a:cubicBezTo>
                  <a:close/>
                  <a:moveTo>
                    <a:pt x="3715" y="6431"/>
                  </a:moveTo>
                  <a:cubicBezTo>
                    <a:pt x="3834" y="6621"/>
                    <a:pt x="3954" y="6812"/>
                    <a:pt x="4120" y="6978"/>
                  </a:cubicBezTo>
                  <a:cubicBezTo>
                    <a:pt x="4263" y="7121"/>
                    <a:pt x="4406" y="7240"/>
                    <a:pt x="4597" y="7312"/>
                  </a:cubicBezTo>
                  <a:cubicBezTo>
                    <a:pt x="4477" y="7693"/>
                    <a:pt x="4358" y="7883"/>
                    <a:pt x="4263" y="7979"/>
                  </a:cubicBezTo>
                  <a:cubicBezTo>
                    <a:pt x="4176" y="8066"/>
                    <a:pt x="4070" y="8099"/>
                    <a:pt x="3961" y="8099"/>
                  </a:cubicBezTo>
                  <a:cubicBezTo>
                    <a:pt x="3652" y="8099"/>
                    <a:pt x="3309" y="7835"/>
                    <a:pt x="3239" y="7764"/>
                  </a:cubicBezTo>
                  <a:cubicBezTo>
                    <a:pt x="3168" y="7669"/>
                    <a:pt x="2715" y="7074"/>
                    <a:pt x="3049" y="6740"/>
                  </a:cubicBezTo>
                  <a:cubicBezTo>
                    <a:pt x="3120" y="6669"/>
                    <a:pt x="3334" y="6526"/>
                    <a:pt x="3715" y="6431"/>
                  </a:cubicBezTo>
                  <a:close/>
                  <a:moveTo>
                    <a:pt x="8002" y="7574"/>
                  </a:moveTo>
                  <a:lnTo>
                    <a:pt x="8621" y="8193"/>
                  </a:lnTo>
                  <a:cubicBezTo>
                    <a:pt x="8740" y="8312"/>
                    <a:pt x="8740" y="8503"/>
                    <a:pt x="8621" y="8598"/>
                  </a:cubicBezTo>
                  <a:cubicBezTo>
                    <a:pt x="8562" y="8657"/>
                    <a:pt x="8484" y="8687"/>
                    <a:pt x="8410" y="8687"/>
                  </a:cubicBezTo>
                  <a:cubicBezTo>
                    <a:pt x="8335" y="8687"/>
                    <a:pt x="8264" y="8657"/>
                    <a:pt x="8216" y="8598"/>
                  </a:cubicBezTo>
                  <a:lnTo>
                    <a:pt x="7597" y="8002"/>
                  </a:lnTo>
                  <a:lnTo>
                    <a:pt x="8002" y="7574"/>
                  </a:lnTo>
                  <a:close/>
                  <a:moveTo>
                    <a:pt x="2620" y="1"/>
                  </a:moveTo>
                  <a:lnTo>
                    <a:pt x="2406" y="239"/>
                  </a:lnTo>
                  <a:cubicBezTo>
                    <a:pt x="2310" y="334"/>
                    <a:pt x="1477" y="1311"/>
                    <a:pt x="1477" y="2025"/>
                  </a:cubicBezTo>
                  <a:cubicBezTo>
                    <a:pt x="1477" y="2335"/>
                    <a:pt x="1548" y="2549"/>
                    <a:pt x="1691" y="2692"/>
                  </a:cubicBezTo>
                  <a:cubicBezTo>
                    <a:pt x="1858" y="2859"/>
                    <a:pt x="2096" y="2906"/>
                    <a:pt x="2334" y="2906"/>
                  </a:cubicBezTo>
                  <a:lnTo>
                    <a:pt x="2334" y="3573"/>
                  </a:lnTo>
                  <a:cubicBezTo>
                    <a:pt x="1882" y="3216"/>
                    <a:pt x="1001" y="3097"/>
                    <a:pt x="643" y="3049"/>
                  </a:cubicBezTo>
                  <a:lnTo>
                    <a:pt x="286" y="3025"/>
                  </a:lnTo>
                  <a:lnTo>
                    <a:pt x="286" y="3025"/>
                  </a:lnTo>
                  <a:lnTo>
                    <a:pt x="334" y="3382"/>
                  </a:lnTo>
                  <a:cubicBezTo>
                    <a:pt x="405" y="4216"/>
                    <a:pt x="500" y="4954"/>
                    <a:pt x="834" y="5288"/>
                  </a:cubicBezTo>
                  <a:cubicBezTo>
                    <a:pt x="977" y="5430"/>
                    <a:pt x="1143" y="5502"/>
                    <a:pt x="1334" y="5502"/>
                  </a:cubicBezTo>
                  <a:cubicBezTo>
                    <a:pt x="1667" y="5502"/>
                    <a:pt x="1953" y="5311"/>
                    <a:pt x="2191" y="5097"/>
                  </a:cubicBezTo>
                  <a:cubicBezTo>
                    <a:pt x="2239" y="5049"/>
                    <a:pt x="2287" y="4978"/>
                    <a:pt x="2334" y="4930"/>
                  </a:cubicBezTo>
                  <a:lnTo>
                    <a:pt x="2334" y="6121"/>
                  </a:lnTo>
                  <a:cubicBezTo>
                    <a:pt x="2048" y="5954"/>
                    <a:pt x="1667" y="5835"/>
                    <a:pt x="1215" y="5740"/>
                  </a:cubicBezTo>
                  <a:cubicBezTo>
                    <a:pt x="739" y="5669"/>
                    <a:pt x="334" y="5645"/>
                    <a:pt x="310" y="5645"/>
                  </a:cubicBezTo>
                  <a:lnTo>
                    <a:pt x="24" y="5645"/>
                  </a:lnTo>
                  <a:lnTo>
                    <a:pt x="24" y="5931"/>
                  </a:lnTo>
                  <a:cubicBezTo>
                    <a:pt x="24" y="6121"/>
                    <a:pt x="0" y="7764"/>
                    <a:pt x="643" y="8383"/>
                  </a:cubicBezTo>
                  <a:cubicBezTo>
                    <a:pt x="841" y="8581"/>
                    <a:pt x="1072" y="8670"/>
                    <a:pt x="1321" y="8670"/>
                  </a:cubicBezTo>
                  <a:cubicBezTo>
                    <a:pt x="1493" y="8670"/>
                    <a:pt x="1673" y="8628"/>
                    <a:pt x="1858" y="8550"/>
                  </a:cubicBezTo>
                  <a:cubicBezTo>
                    <a:pt x="2072" y="8455"/>
                    <a:pt x="2239" y="8336"/>
                    <a:pt x="2334" y="8264"/>
                  </a:cubicBezTo>
                  <a:lnTo>
                    <a:pt x="2334" y="9860"/>
                  </a:lnTo>
                  <a:lnTo>
                    <a:pt x="2906" y="9860"/>
                  </a:lnTo>
                  <a:lnTo>
                    <a:pt x="2906" y="8241"/>
                  </a:lnTo>
                  <a:cubicBezTo>
                    <a:pt x="3025" y="8336"/>
                    <a:pt x="3191" y="8455"/>
                    <a:pt x="3430" y="8550"/>
                  </a:cubicBezTo>
                  <a:cubicBezTo>
                    <a:pt x="3614" y="8628"/>
                    <a:pt x="3798" y="8670"/>
                    <a:pt x="3975" y="8670"/>
                  </a:cubicBezTo>
                  <a:cubicBezTo>
                    <a:pt x="4231" y="8670"/>
                    <a:pt x="4470" y="8581"/>
                    <a:pt x="4668" y="8383"/>
                  </a:cubicBezTo>
                  <a:cubicBezTo>
                    <a:pt x="4858" y="8193"/>
                    <a:pt x="5025" y="7907"/>
                    <a:pt x="5144" y="7526"/>
                  </a:cubicBezTo>
                  <a:cubicBezTo>
                    <a:pt x="5281" y="7556"/>
                    <a:pt x="5421" y="7571"/>
                    <a:pt x="5561" y="7571"/>
                  </a:cubicBezTo>
                  <a:cubicBezTo>
                    <a:pt x="5982" y="7571"/>
                    <a:pt x="6406" y="7437"/>
                    <a:pt x="6764" y="7169"/>
                  </a:cubicBezTo>
                  <a:lnTo>
                    <a:pt x="7192" y="7574"/>
                  </a:lnTo>
                  <a:lnTo>
                    <a:pt x="6787" y="8002"/>
                  </a:lnTo>
                  <a:lnTo>
                    <a:pt x="7811" y="9026"/>
                  </a:lnTo>
                  <a:cubicBezTo>
                    <a:pt x="7978" y="9193"/>
                    <a:pt x="8198" y="9276"/>
                    <a:pt x="8419" y="9276"/>
                  </a:cubicBezTo>
                  <a:cubicBezTo>
                    <a:pt x="8639" y="9276"/>
                    <a:pt x="8859" y="9193"/>
                    <a:pt x="9026" y="9026"/>
                  </a:cubicBezTo>
                  <a:cubicBezTo>
                    <a:pt x="9359" y="8669"/>
                    <a:pt x="9359" y="8121"/>
                    <a:pt x="9026" y="7788"/>
                  </a:cubicBezTo>
                  <a:lnTo>
                    <a:pt x="8002" y="6764"/>
                  </a:lnTo>
                  <a:lnTo>
                    <a:pt x="7597" y="7169"/>
                  </a:lnTo>
                  <a:lnTo>
                    <a:pt x="7168" y="6740"/>
                  </a:lnTo>
                  <a:cubicBezTo>
                    <a:pt x="7764" y="5954"/>
                    <a:pt x="7692" y="4835"/>
                    <a:pt x="6978" y="4097"/>
                  </a:cubicBezTo>
                  <a:cubicBezTo>
                    <a:pt x="6597" y="3716"/>
                    <a:pt x="6097" y="3502"/>
                    <a:pt x="5549" y="3502"/>
                  </a:cubicBezTo>
                  <a:cubicBezTo>
                    <a:pt x="5382" y="3502"/>
                    <a:pt x="5216" y="3525"/>
                    <a:pt x="5049" y="3573"/>
                  </a:cubicBezTo>
                  <a:cubicBezTo>
                    <a:pt x="5049" y="3502"/>
                    <a:pt x="5049" y="3430"/>
                    <a:pt x="5073" y="3382"/>
                  </a:cubicBezTo>
                  <a:lnTo>
                    <a:pt x="5097" y="3025"/>
                  </a:lnTo>
                  <a:lnTo>
                    <a:pt x="5097" y="3025"/>
                  </a:lnTo>
                  <a:lnTo>
                    <a:pt x="4739" y="3049"/>
                  </a:lnTo>
                  <a:cubicBezTo>
                    <a:pt x="4335" y="3097"/>
                    <a:pt x="3382" y="3216"/>
                    <a:pt x="2906" y="3573"/>
                  </a:cubicBezTo>
                  <a:lnTo>
                    <a:pt x="2906" y="2906"/>
                  </a:lnTo>
                  <a:cubicBezTo>
                    <a:pt x="3144" y="2906"/>
                    <a:pt x="3382" y="2859"/>
                    <a:pt x="3573" y="2692"/>
                  </a:cubicBezTo>
                  <a:cubicBezTo>
                    <a:pt x="3715" y="2549"/>
                    <a:pt x="3787" y="2335"/>
                    <a:pt x="3787" y="2025"/>
                  </a:cubicBezTo>
                  <a:cubicBezTo>
                    <a:pt x="3787" y="1311"/>
                    <a:pt x="2930" y="334"/>
                    <a:pt x="2834" y="239"/>
                  </a:cubicBezTo>
                  <a:lnTo>
                    <a:pt x="2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19"/>
            <p:cNvSpPr/>
            <p:nvPr/>
          </p:nvSpPr>
          <p:spPr>
            <a:xfrm>
              <a:off x="5582675" y="3170950"/>
              <a:ext cx="30975" cy="72050"/>
            </a:xfrm>
            <a:custGeom>
              <a:rect b="b" l="l" r="r" t="t"/>
              <a:pathLst>
                <a:path extrusionOk="0" h="2882" w="1239">
                  <a:moveTo>
                    <a:pt x="787" y="0"/>
                  </a:moveTo>
                  <a:lnTo>
                    <a:pt x="453" y="500"/>
                  </a:lnTo>
                  <a:cubicBezTo>
                    <a:pt x="572" y="572"/>
                    <a:pt x="620" y="691"/>
                    <a:pt x="620" y="834"/>
                  </a:cubicBezTo>
                  <a:cubicBezTo>
                    <a:pt x="620" y="977"/>
                    <a:pt x="572" y="1120"/>
                    <a:pt x="453" y="1191"/>
                  </a:cubicBezTo>
                  <a:cubicBezTo>
                    <a:pt x="167" y="1381"/>
                    <a:pt x="1" y="1691"/>
                    <a:pt x="1" y="2048"/>
                  </a:cubicBezTo>
                  <a:cubicBezTo>
                    <a:pt x="1" y="2382"/>
                    <a:pt x="167" y="2691"/>
                    <a:pt x="453" y="2882"/>
                  </a:cubicBezTo>
                  <a:lnTo>
                    <a:pt x="787" y="2382"/>
                  </a:lnTo>
                  <a:cubicBezTo>
                    <a:pt x="667" y="2310"/>
                    <a:pt x="596" y="2191"/>
                    <a:pt x="596" y="2048"/>
                  </a:cubicBezTo>
                  <a:cubicBezTo>
                    <a:pt x="596" y="1905"/>
                    <a:pt x="667" y="1763"/>
                    <a:pt x="787" y="1691"/>
                  </a:cubicBezTo>
                  <a:cubicBezTo>
                    <a:pt x="1048" y="1501"/>
                    <a:pt x="1239" y="1191"/>
                    <a:pt x="1239" y="834"/>
                  </a:cubicBezTo>
                  <a:cubicBezTo>
                    <a:pt x="1239" y="500"/>
                    <a:pt x="1048"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19"/>
            <p:cNvSpPr/>
            <p:nvPr/>
          </p:nvSpPr>
          <p:spPr>
            <a:xfrm>
              <a:off x="5619600" y="3170950"/>
              <a:ext cx="31575" cy="72050"/>
            </a:xfrm>
            <a:custGeom>
              <a:rect b="b" l="l" r="r" t="t"/>
              <a:pathLst>
                <a:path extrusionOk="0" h="2882" w="1263">
                  <a:moveTo>
                    <a:pt x="786" y="0"/>
                  </a:moveTo>
                  <a:lnTo>
                    <a:pt x="453" y="500"/>
                  </a:lnTo>
                  <a:cubicBezTo>
                    <a:pt x="572" y="572"/>
                    <a:pt x="643" y="691"/>
                    <a:pt x="643" y="834"/>
                  </a:cubicBezTo>
                  <a:cubicBezTo>
                    <a:pt x="643" y="977"/>
                    <a:pt x="572" y="1120"/>
                    <a:pt x="453" y="1191"/>
                  </a:cubicBezTo>
                  <a:cubicBezTo>
                    <a:pt x="191" y="1381"/>
                    <a:pt x="0" y="1691"/>
                    <a:pt x="0" y="2048"/>
                  </a:cubicBezTo>
                  <a:cubicBezTo>
                    <a:pt x="0" y="2382"/>
                    <a:pt x="191" y="2691"/>
                    <a:pt x="453" y="2882"/>
                  </a:cubicBezTo>
                  <a:lnTo>
                    <a:pt x="786" y="2382"/>
                  </a:lnTo>
                  <a:cubicBezTo>
                    <a:pt x="667" y="2310"/>
                    <a:pt x="619" y="2191"/>
                    <a:pt x="619" y="2048"/>
                  </a:cubicBezTo>
                  <a:cubicBezTo>
                    <a:pt x="619" y="1905"/>
                    <a:pt x="667" y="1763"/>
                    <a:pt x="786" y="1691"/>
                  </a:cubicBezTo>
                  <a:cubicBezTo>
                    <a:pt x="1072" y="1501"/>
                    <a:pt x="1262" y="1191"/>
                    <a:pt x="1262" y="834"/>
                  </a:cubicBezTo>
                  <a:cubicBezTo>
                    <a:pt x="1262"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19"/>
            <p:cNvSpPr/>
            <p:nvPr/>
          </p:nvSpPr>
          <p:spPr>
            <a:xfrm>
              <a:off x="5657100" y="3170950"/>
              <a:ext cx="30975" cy="72050"/>
            </a:xfrm>
            <a:custGeom>
              <a:rect b="b" l="l" r="r" t="t"/>
              <a:pathLst>
                <a:path extrusionOk="0" h="2882" w="1239">
                  <a:moveTo>
                    <a:pt x="786" y="0"/>
                  </a:moveTo>
                  <a:lnTo>
                    <a:pt x="453" y="500"/>
                  </a:lnTo>
                  <a:cubicBezTo>
                    <a:pt x="572" y="572"/>
                    <a:pt x="643" y="691"/>
                    <a:pt x="643" y="834"/>
                  </a:cubicBezTo>
                  <a:cubicBezTo>
                    <a:pt x="643" y="977"/>
                    <a:pt x="572" y="1120"/>
                    <a:pt x="453" y="1191"/>
                  </a:cubicBezTo>
                  <a:cubicBezTo>
                    <a:pt x="167" y="1381"/>
                    <a:pt x="0" y="1691"/>
                    <a:pt x="0" y="2048"/>
                  </a:cubicBezTo>
                  <a:cubicBezTo>
                    <a:pt x="0" y="2382"/>
                    <a:pt x="167" y="2691"/>
                    <a:pt x="453" y="2882"/>
                  </a:cubicBezTo>
                  <a:lnTo>
                    <a:pt x="786" y="2382"/>
                  </a:lnTo>
                  <a:cubicBezTo>
                    <a:pt x="667" y="2310"/>
                    <a:pt x="596" y="2191"/>
                    <a:pt x="596" y="2048"/>
                  </a:cubicBezTo>
                  <a:cubicBezTo>
                    <a:pt x="596" y="1905"/>
                    <a:pt x="667" y="1763"/>
                    <a:pt x="786" y="1691"/>
                  </a:cubicBezTo>
                  <a:cubicBezTo>
                    <a:pt x="1072" y="1501"/>
                    <a:pt x="1239" y="1191"/>
                    <a:pt x="1239" y="834"/>
                  </a:cubicBezTo>
                  <a:cubicBezTo>
                    <a:pt x="1239"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19"/>
            <p:cNvSpPr/>
            <p:nvPr/>
          </p:nvSpPr>
          <p:spPr>
            <a:xfrm>
              <a:off x="5461825" y="3260850"/>
              <a:ext cx="255425" cy="134575"/>
            </a:xfrm>
            <a:custGeom>
              <a:rect b="b" l="l" r="r" t="t"/>
              <a:pathLst>
                <a:path extrusionOk="0" h="5383" w="10217">
                  <a:moveTo>
                    <a:pt x="5430" y="596"/>
                  </a:moveTo>
                  <a:cubicBezTo>
                    <a:pt x="5787" y="596"/>
                    <a:pt x="6025" y="786"/>
                    <a:pt x="6025" y="905"/>
                  </a:cubicBezTo>
                  <a:cubicBezTo>
                    <a:pt x="6025" y="1024"/>
                    <a:pt x="5787" y="1191"/>
                    <a:pt x="5430" y="1191"/>
                  </a:cubicBezTo>
                  <a:cubicBezTo>
                    <a:pt x="5073" y="1191"/>
                    <a:pt x="4835" y="1024"/>
                    <a:pt x="4835" y="905"/>
                  </a:cubicBezTo>
                  <a:cubicBezTo>
                    <a:pt x="4835" y="786"/>
                    <a:pt x="5073" y="596"/>
                    <a:pt x="5430" y="596"/>
                  </a:cubicBezTo>
                  <a:close/>
                  <a:moveTo>
                    <a:pt x="7216" y="596"/>
                  </a:moveTo>
                  <a:cubicBezTo>
                    <a:pt x="7597" y="596"/>
                    <a:pt x="7835" y="786"/>
                    <a:pt x="7835" y="905"/>
                  </a:cubicBezTo>
                  <a:cubicBezTo>
                    <a:pt x="7835" y="1024"/>
                    <a:pt x="7597" y="1191"/>
                    <a:pt x="7216" y="1191"/>
                  </a:cubicBezTo>
                  <a:cubicBezTo>
                    <a:pt x="6859" y="1191"/>
                    <a:pt x="6621" y="1024"/>
                    <a:pt x="6621" y="905"/>
                  </a:cubicBezTo>
                  <a:cubicBezTo>
                    <a:pt x="6621" y="786"/>
                    <a:pt x="6859" y="596"/>
                    <a:pt x="7216" y="596"/>
                  </a:cubicBezTo>
                  <a:close/>
                  <a:moveTo>
                    <a:pt x="9026" y="596"/>
                  </a:moveTo>
                  <a:cubicBezTo>
                    <a:pt x="9383" y="596"/>
                    <a:pt x="9621" y="786"/>
                    <a:pt x="9621" y="905"/>
                  </a:cubicBezTo>
                  <a:cubicBezTo>
                    <a:pt x="9621" y="1024"/>
                    <a:pt x="9383" y="1191"/>
                    <a:pt x="9026" y="1191"/>
                  </a:cubicBezTo>
                  <a:cubicBezTo>
                    <a:pt x="8669" y="1191"/>
                    <a:pt x="8431" y="1024"/>
                    <a:pt x="8431" y="905"/>
                  </a:cubicBezTo>
                  <a:cubicBezTo>
                    <a:pt x="8431" y="786"/>
                    <a:pt x="8669" y="596"/>
                    <a:pt x="9026" y="596"/>
                  </a:cubicBezTo>
                  <a:close/>
                  <a:moveTo>
                    <a:pt x="1501" y="1191"/>
                  </a:moveTo>
                  <a:cubicBezTo>
                    <a:pt x="2001" y="1191"/>
                    <a:pt x="2406" y="1620"/>
                    <a:pt x="2406" y="2096"/>
                  </a:cubicBezTo>
                  <a:cubicBezTo>
                    <a:pt x="2406" y="2596"/>
                    <a:pt x="2001" y="3001"/>
                    <a:pt x="1501" y="3001"/>
                  </a:cubicBezTo>
                  <a:cubicBezTo>
                    <a:pt x="1001" y="3001"/>
                    <a:pt x="596" y="2596"/>
                    <a:pt x="596" y="2096"/>
                  </a:cubicBezTo>
                  <a:cubicBezTo>
                    <a:pt x="596" y="1596"/>
                    <a:pt x="1001" y="1191"/>
                    <a:pt x="1501" y="1191"/>
                  </a:cubicBezTo>
                  <a:close/>
                  <a:moveTo>
                    <a:pt x="4311" y="1215"/>
                  </a:moveTo>
                  <a:cubicBezTo>
                    <a:pt x="4477" y="1572"/>
                    <a:pt x="4906" y="1786"/>
                    <a:pt x="5430" y="1786"/>
                  </a:cubicBezTo>
                  <a:cubicBezTo>
                    <a:pt x="5787" y="1786"/>
                    <a:pt x="6121" y="1691"/>
                    <a:pt x="6335" y="1501"/>
                  </a:cubicBezTo>
                  <a:cubicBezTo>
                    <a:pt x="6549" y="1691"/>
                    <a:pt x="6859" y="1786"/>
                    <a:pt x="7216" y="1786"/>
                  </a:cubicBezTo>
                  <a:cubicBezTo>
                    <a:pt x="7597" y="1786"/>
                    <a:pt x="7907" y="1691"/>
                    <a:pt x="8121" y="1501"/>
                  </a:cubicBezTo>
                  <a:cubicBezTo>
                    <a:pt x="8335" y="1691"/>
                    <a:pt x="8669" y="1786"/>
                    <a:pt x="9026" y="1786"/>
                  </a:cubicBezTo>
                  <a:cubicBezTo>
                    <a:pt x="9240" y="1786"/>
                    <a:pt x="9455" y="1762"/>
                    <a:pt x="9621" y="1691"/>
                  </a:cubicBezTo>
                  <a:lnTo>
                    <a:pt x="9621" y="3001"/>
                  </a:lnTo>
                  <a:lnTo>
                    <a:pt x="4525" y="3001"/>
                  </a:lnTo>
                  <a:cubicBezTo>
                    <a:pt x="4025" y="3001"/>
                    <a:pt x="3620" y="2596"/>
                    <a:pt x="3620" y="2096"/>
                  </a:cubicBezTo>
                  <a:cubicBezTo>
                    <a:pt x="3620" y="1691"/>
                    <a:pt x="3906" y="1334"/>
                    <a:pt x="4311" y="1215"/>
                  </a:cubicBezTo>
                  <a:close/>
                  <a:moveTo>
                    <a:pt x="9621" y="3596"/>
                  </a:moveTo>
                  <a:lnTo>
                    <a:pt x="9621" y="4787"/>
                  </a:lnTo>
                  <a:lnTo>
                    <a:pt x="596" y="4787"/>
                  </a:lnTo>
                  <a:lnTo>
                    <a:pt x="596" y="3596"/>
                  </a:lnTo>
                  <a:close/>
                  <a:moveTo>
                    <a:pt x="5430" y="0"/>
                  </a:moveTo>
                  <a:cubicBezTo>
                    <a:pt x="4882" y="0"/>
                    <a:pt x="4430" y="262"/>
                    <a:pt x="4287" y="619"/>
                  </a:cubicBezTo>
                  <a:cubicBezTo>
                    <a:pt x="3572" y="738"/>
                    <a:pt x="3001" y="1334"/>
                    <a:pt x="3001" y="2096"/>
                  </a:cubicBezTo>
                  <a:cubicBezTo>
                    <a:pt x="3001" y="2429"/>
                    <a:pt x="3120" y="2739"/>
                    <a:pt x="3311" y="3001"/>
                  </a:cubicBezTo>
                  <a:lnTo>
                    <a:pt x="2715" y="3001"/>
                  </a:lnTo>
                  <a:cubicBezTo>
                    <a:pt x="2906" y="2739"/>
                    <a:pt x="3001" y="2429"/>
                    <a:pt x="3001" y="2096"/>
                  </a:cubicBezTo>
                  <a:cubicBezTo>
                    <a:pt x="3001" y="1262"/>
                    <a:pt x="2310" y="596"/>
                    <a:pt x="1501" y="596"/>
                  </a:cubicBezTo>
                  <a:cubicBezTo>
                    <a:pt x="667" y="596"/>
                    <a:pt x="0" y="1262"/>
                    <a:pt x="0" y="2096"/>
                  </a:cubicBezTo>
                  <a:cubicBezTo>
                    <a:pt x="0" y="2429"/>
                    <a:pt x="119" y="2739"/>
                    <a:pt x="286" y="3001"/>
                  </a:cubicBezTo>
                  <a:lnTo>
                    <a:pt x="0" y="3001"/>
                  </a:lnTo>
                  <a:lnTo>
                    <a:pt x="0" y="5382"/>
                  </a:lnTo>
                  <a:lnTo>
                    <a:pt x="10217" y="5382"/>
                  </a:lnTo>
                  <a:lnTo>
                    <a:pt x="10217" y="905"/>
                  </a:lnTo>
                  <a:cubicBezTo>
                    <a:pt x="10217" y="405"/>
                    <a:pt x="9693" y="0"/>
                    <a:pt x="9026" y="0"/>
                  </a:cubicBezTo>
                  <a:cubicBezTo>
                    <a:pt x="8669" y="0"/>
                    <a:pt x="8335" y="119"/>
                    <a:pt x="8121" y="310"/>
                  </a:cubicBezTo>
                  <a:cubicBezTo>
                    <a:pt x="7907" y="119"/>
                    <a:pt x="7597" y="0"/>
                    <a:pt x="7216" y="0"/>
                  </a:cubicBezTo>
                  <a:cubicBezTo>
                    <a:pt x="6859" y="0"/>
                    <a:pt x="6549" y="119"/>
                    <a:pt x="6335" y="310"/>
                  </a:cubicBezTo>
                  <a:cubicBezTo>
                    <a:pt x="6121" y="119"/>
                    <a:pt x="5787" y="0"/>
                    <a:pt x="5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19"/>
            <p:cNvSpPr/>
            <p:nvPr/>
          </p:nvSpPr>
          <p:spPr>
            <a:xfrm>
              <a:off x="6044075" y="3159625"/>
              <a:ext cx="217350" cy="247100"/>
            </a:xfrm>
            <a:custGeom>
              <a:rect b="b" l="l" r="r" t="t"/>
              <a:pathLst>
                <a:path extrusionOk="0" h="9884" w="8694">
                  <a:moveTo>
                    <a:pt x="5740" y="2930"/>
                  </a:moveTo>
                  <a:lnTo>
                    <a:pt x="5621" y="4454"/>
                  </a:lnTo>
                  <a:cubicBezTo>
                    <a:pt x="5411" y="4582"/>
                    <a:pt x="5173" y="4648"/>
                    <a:pt x="4934" y="4648"/>
                  </a:cubicBezTo>
                  <a:cubicBezTo>
                    <a:pt x="4685" y="4648"/>
                    <a:pt x="4435" y="4576"/>
                    <a:pt x="4216" y="4430"/>
                  </a:cubicBezTo>
                  <a:cubicBezTo>
                    <a:pt x="3911" y="4227"/>
                    <a:pt x="3559" y="4125"/>
                    <a:pt x="3206" y="4125"/>
                  </a:cubicBezTo>
                  <a:cubicBezTo>
                    <a:pt x="2898" y="4125"/>
                    <a:pt x="2589" y="4203"/>
                    <a:pt x="2311" y="4359"/>
                  </a:cubicBezTo>
                  <a:lnTo>
                    <a:pt x="2311" y="2930"/>
                  </a:lnTo>
                  <a:close/>
                  <a:moveTo>
                    <a:pt x="1739" y="2930"/>
                  </a:moveTo>
                  <a:lnTo>
                    <a:pt x="1739" y="4621"/>
                  </a:lnTo>
                  <a:cubicBezTo>
                    <a:pt x="1645" y="4641"/>
                    <a:pt x="1548" y="4652"/>
                    <a:pt x="1452" y="4652"/>
                  </a:cubicBezTo>
                  <a:cubicBezTo>
                    <a:pt x="1209" y="4652"/>
                    <a:pt x="968" y="4584"/>
                    <a:pt x="763" y="4430"/>
                  </a:cubicBezTo>
                  <a:lnTo>
                    <a:pt x="739" y="4430"/>
                  </a:lnTo>
                  <a:lnTo>
                    <a:pt x="620" y="2930"/>
                  </a:lnTo>
                  <a:close/>
                  <a:moveTo>
                    <a:pt x="4954" y="7002"/>
                  </a:moveTo>
                  <a:lnTo>
                    <a:pt x="4478" y="7717"/>
                  </a:lnTo>
                  <a:cubicBezTo>
                    <a:pt x="4287" y="7526"/>
                    <a:pt x="4145" y="7264"/>
                    <a:pt x="4073" y="7002"/>
                  </a:cubicBezTo>
                  <a:close/>
                  <a:moveTo>
                    <a:pt x="6907" y="7002"/>
                  </a:moveTo>
                  <a:cubicBezTo>
                    <a:pt x="6859" y="7264"/>
                    <a:pt x="6717" y="7526"/>
                    <a:pt x="6526" y="7717"/>
                  </a:cubicBezTo>
                  <a:lnTo>
                    <a:pt x="6050" y="7002"/>
                  </a:lnTo>
                  <a:close/>
                  <a:moveTo>
                    <a:pt x="3204" y="4716"/>
                  </a:moveTo>
                  <a:cubicBezTo>
                    <a:pt x="3448" y="4716"/>
                    <a:pt x="3692" y="4787"/>
                    <a:pt x="3906" y="4930"/>
                  </a:cubicBezTo>
                  <a:cubicBezTo>
                    <a:pt x="4223" y="5126"/>
                    <a:pt x="4578" y="5236"/>
                    <a:pt x="4941" y="5236"/>
                  </a:cubicBezTo>
                  <a:cubicBezTo>
                    <a:pt x="5151" y="5236"/>
                    <a:pt x="5364" y="5200"/>
                    <a:pt x="5573" y="5121"/>
                  </a:cubicBezTo>
                  <a:lnTo>
                    <a:pt x="5573" y="5121"/>
                  </a:lnTo>
                  <a:lnTo>
                    <a:pt x="5478" y="6407"/>
                  </a:lnTo>
                  <a:lnTo>
                    <a:pt x="2311" y="6407"/>
                  </a:lnTo>
                  <a:lnTo>
                    <a:pt x="2311" y="6693"/>
                  </a:lnTo>
                  <a:cubicBezTo>
                    <a:pt x="2311" y="7217"/>
                    <a:pt x="2430" y="7717"/>
                    <a:pt x="2668" y="8145"/>
                  </a:cubicBezTo>
                  <a:lnTo>
                    <a:pt x="1049" y="8145"/>
                  </a:lnTo>
                  <a:lnTo>
                    <a:pt x="787" y="5121"/>
                  </a:lnTo>
                  <a:lnTo>
                    <a:pt x="787" y="5121"/>
                  </a:lnTo>
                  <a:cubicBezTo>
                    <a:pt x="1007" y="5194"/>
                    <a:pt x="1234" y="5232"/>
                    <a:pt x="1460" y="5232"/>
                  </a:cubicBezTo>
                  <a:cubicBezTo>
                    <a:pt x="1821" y="5232"/>
                    <a:pt x="2179" y="5135"/>
                    <a:pt x="2501" y="4930"/>
                  </a:cubicBezTo>
                  <a:cubicBezTo>
                    <a:pt x="2716" y="4787"/>
                    <a:pt x="2960" y="4716"/>
                    <a:pt x="3204" y="4716"/>
                  </a:cubicBezTo>
                  <a:close/>
                  <a:moveTo>
                    <a:pt x="5502" y="7217"/>
                  </a:moveTo>
                  <a:lnTo>
                    <a:pt x="6050" y="8050"/>
                  </a:lnTo>
                  <a:cubicBezTo>
                    <a:pt x="5883" y="8121"/>
                    <a:pt x="5693" y="8145"/>
                    <a:pt x="5502" y="8145"/>
                  </a:cubicBezTo>
                  <a:cubicBezTo>
                    <a:pt x="5311" y="8145"/>
                    <a:pt x="5121" y="8121"/>
                    <a:pt x="4954" y="8050"/>
                  </a:cubicBezTo>
                  <a:lnTo>
                    <a:pt x="5502" y="7217"/>
                  </a:lnTo>
                  <a:close/>
                  <a:moveTo>
                    <a:pt x="3049" y="8741"/>
                  </a:moveTo>
                  <a:cubicBezTo>
                    <a:pt x="3216" y="8955"/>
                    <a:pt x="3430" y="9146"/>
                    <a:pt x="3668" y="9312"/>
                  </a:cubicBezTo>
                  <a:lnTo>
                    <a:pt x="1144" y="9312"/>
                  </a:lnTo>
                  <a:lnTo>
                    <a:pt x="1096" y="8741"/>
                  </a:lnTo>
                  <a:close/>
                  <a:moveTo>
                    <a:pt x="8098" y="7002"/>
                  </a:moveTo>
                  <a:cubicBezTo>
                    <a:pt x="7955" y="8288"/>
                    <a:pt x="6836" y="9312"/>
                    <a:pt x="5502" y="9312"/>
                  </a:cubicBezTo>
                  <a:cubicBezTo>
                    <a:pt x="4168" y="9312"/>
                    <a:pt x="3049" y="8288"/>
                    <a:pt x="2906" y="7002"/>
                  </a:cubicBezTo>
                  <a:lnTo>
                    <a:pt x="3502" y="7002"/>
                  </a:lnTo>
                  <a:cubicBezTo>
                    <a:pt x="3644" y="7979"/>
                    <a:pt x="4478" y="8741"/>
                    <a:pt x="5502" y="8741"/>
                  </a:cubicBezTo>
                  <a:cubicBezTo>
                    <a:pt x="6526" y="8741"/>
                    <a:pt x="7360" y="7979"/>
                    <a:pt x="7502" y="7002"/>
                  </a:cubicBezTo>
                  <a:close/>
                  <a:moveTo>
                    <a:pt x="1" y="1"/>
                  </a:moveTo>
                  <a:lnTo>
                    <a:pt x="1" y="596"/>
                  </a:lnTo>
                  <a:lnTo>
                    <a:pt x="1739" y="596"/>
                  </a:lnTo>
                  <a:lnTo>
                    <a:pt x="1739" y="2335"/>
                  </a:lnTo>
                  <a:lnTo>
                    <a:pt x="1" y="2335"/>
                  </a:lnTo>
                  <a:lnTo>
                    <a:pt x="596" y="9884"/>
                  </a:lnTo>
                  <a:lnTo>
                    <a:pt x="5502" y="9884"/>
                  </a:lnTo>
                  <a:cubicBezTo>
                    <a:pt x="7264" y="9884"/>
                    <a:pt x="8693" y="8455"/>
                    <a:pt x="8693" y="6693"/>
                  </a:cubicBezTo>
                  <a:lnTo>
                    <a:pt x="8693" y="6407"/>
                  </a:lnTo>
                  <a:lnTo>
                    <a:pt x="6050" y="6407"/>
                  </a:lnTo>
                  <a:lnTo>
                    <a:pt x="6383" y="2335"/>
                  </a:lnTo>
                  <a:lnTo>
                    <a:pt x="2311" y="2335"/>
                  </a:lnTo>
                  <a:lnTo>
                    <a:pt x="23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19"/>
            <p:cNvSpPr/>
            <p:nvPr/>
          </p:nvSpPr>
          <p:spPr>
            <a:xfrm>
              <a:off x="1062100" y="3631150"/>
              <a:ext cx="86950" cy="136975"/>
            </a:xfrm>
            <a:custGeom>
              <a:rect b="b" l="l" r="r" t="t"/>
              <a:pathLst>
                <a:path extrusionOk="0" h="5479" w="3478">
                  <a:moveTo>
                    <a:pt x="1739" y="1"/>
                  </a:moveTo>
                  <a:cubicBezTo>
                    <a:pt x="786" y="1"/>
                    <a:pt x="0" y="787"/>
                    <a:pt x="0" y="1763"/>
                  </a:cubicBezTo>
                  <a:lnTo>
                    <a:pt x="0" y="2501"/>
                  </a:lnTo>
                  <a:lnTo>
                    <a:pt x="500" y="2501"/>
                  </a:lnTo>
                  <a:cubicBezTo>
                    <a:pt x="786" y="2501"/>
                    <a:pt x="1000" y="2716"/>
                    <a:pt x="1000" y="3001"/>
                  </a:cubicBezTo>
                  <a:cubicBezTo>
                    <a:pt x="1000" y="3263"/>
                    <a:pt x="786" y="3501"/>
                    <a:pt x="500" y="3501"/>
                  </a:cubicBezTo>
                  <a:lnTo>
                    <a:pt x="262" y="3501"/>
                  </a:lnTo>
                  <a:lnTo>
                    <a:pt x="262" y="4002"/>
                  </a:lnTo>
                  <a:lnTo>
                    <a:pt x="500" y="4002"/>
                  </a:lnTo>
                  <a:cubicBezTo>
                    <a:pt x="1048" y="4002"/>
                    <a:pt x="1501" y="3549"/>
                    <a:pt x="1501" y="3001"/>
                  </a:cubicBezTo>
                  <a:cubicBezTo>
                    <a:pt x="1501" y="2454"/>
                    <a:pt x="1048" y="2001"/>
                    <a:pt x="500" y="2001"/>
                  </a:cubicBezTo>
                  <a:lnTo>
                    <a:pt x="500" y="1763"/>
                  </a:lnTo>
                  <a:cubicBezTo>
                    <a:pt x="500" y="1049"/>
                    <a:pt x="1048" y="501"/>
                    <a:pt x="1739" y="501"/>
                  </a:cubicBezTo>
                  <a:cubicBezTo>
                    <a:pt x="2429" y="501"/>
                    <a:pt x="2977" y="1049"/>
                    <a:pt x="2977" y="1763"/>
                  </a:cubicBezTo>
                  <a:lnTo>
                    <a:pt x="2977" y="2382"/>
                  </a:lnTo>
                  <a:cubicBezTo>
                    <a:pt x="2977" y="2501"/>
                    <a:pt x="2929" y="2620"/>
                    <a:pt x="2810" y="2692"/>
                  </a:cubicBezTo>
                  <a:cubicBezTo>
                    <a:pt x="2763" y="2739"/>
                    <a:pt x="1643" y="3311"/>
                    <a:pt x="1405" y="4716"/>
                  </a:cubicBezTo>
                  <a:cubicBezTo>
                    <a:pt x="1381" y="4883"/>
                    <a:pt x="1239" y="4978"/>
                    <a:pt x="1096" y="4978"/>
                  </a:cubicBezTo>
                  <a:lnTo>
                    <a:pt x="500" y="4978"/>
                  </a:lnTo>
                  <a:lnTo>
                    <a:pt x="500" y="5478"/>
                  </a:lnTo>
                  <a:lnTo>
                    <a:pt x="1096" y="5478"/>
                  </a:lnTo>
                  <a:cubicBezTo>
                    <a:pt x="1477" y="5478"/>
                    <a:pt x="1834" y="5192"/>
                    <a:pt x="1882" y="4811"/>
                  </a:cubicBezTo>
                  <a:cubicBezTo>
                    <a:pt x="2096" y="3621"/>
                    <a:pt x="3025" y="3168"/>
                    <a:pt x="3096" y="3097"/>
                  </a:cubicBezTo>
                  <a:cubicBezTo>
                    <a:pt x="3334" y="2930"/>
                    <a:pt x="3477" y="2668"/>
                    <a:pt x="3477" y="2382"/>
                  </a:cubicBezTo>
                  <a:lnTo>
                    <a:pt x="3477" y="1763"/>
                  </a:lnTo>
                  <a:cubicBezTo>
                    <a:pt x="3477" y="787"/>
                    <a:pt x="2715" y="1"/>
                    <a:pt x="1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19"/>
            <p:cNvSpPr/>
            <p:nvPr/>
          </p:nvSpPr>
          <p:spPr>
            <a:xfrm>
              <a:off x="962075" y="3606150"/>
              <a:ext cx="211975" cy="211975"/>
            </a:xfrm>
            <a:custGeom>
              <a:rect b="b" l="l" r="r" t="t"/>
              <a:pathLst>
                <a:path extrusionOk="0" h="8479" w="8479">
                  <a:moveTo>
                    <a:pt x="739" y="501"/>
                  </a:moveTo>
                  <a:cubicBezTo>
                    <a:pt x="882" y="501"/>
                    <a:pt x="1001" y="620"/>
                    <a:pt x="1001" y="739"/>
                  </a:cubicBezTo>
                  <a:cubicBezTo>
                    <a:pt x="1001" y="882"/>
                    <a:pt x="882" y="1001"/>
                    <a:pt x="739" y="1001"/>
                  </a:cubicBezTo>
                  <a:cubicBezTo>
                    <a:pt x="596" y="1001"/>
                    <a:pt x="501" y="882"/>
                    <a:pt x="501" y="739"/>
                  </a:cubicBezTo>
                  <a:cubicBezTo>
                    <a:pt x="501" y="620"/>
                    <a:pt x="596" y="501"/>
                    <a:pt x="739" y="501"/>
                  </a:cubicBezTo>
                  <a:close/>
                  <a:moveTo>
                    <a:pt x="739" y="4001"/>
                  </a:moveTo>
                  <a:cubicBezTo>
                    <a:pt x="882" y="4001"/>
                    <a:pt x="1001" y="4097"/>
                    <a:pt x="1001" y="4240"/>
                  </a:cubicBezTo>
                  <a:cubicBezTo>
                    <a:pt x="1001" y="4382"/>
                    <a:pt x="882" y="4501"/>
                    <a:pt x="739" y="4501"/>
                  </a:cubicBezTo>
                  <a:cubicBezTo>
                    <a:pt x="596" y="4501"/>
                    <a:pt x="501" y="4382"/>
                    <a:pt x="501" y="4240"/>
                  </a:cubicBezTo>
                  <a:cubicBezTo>
                    <a:pt x="501" y="4097"/>
                    <a:pt x="596" y="4001"/>
                    <a:pt x="739" y="4001"/>
                  </a:cubicBezTo>
                  <a:close/>
                  <a:moveTo>
                    <a:pt x="739" y="7502"/>
                  </a:moveTo>
                  <a:cubicBezTo>
                    <a:pt x="882" y="7502"/>
                    <a:pt x="1001" y="7597"/>
                    <a:pt x="1001" y="7740"/>
                  </a:cubicBezTo>
                  <a:cubicBezTo>
                    <a:pt x="1001" y="7883"/>
                    <a:pt x="882" y="7978"/>
                    <a:pt x="739" y="7978"/>
                  </a:cubicBezTo>
                  <a:cubicBezTo>
                    <a:pt x="596" y="7978"/>
                    <a:pt x="501" y="7883"/>
                    <a:pt x="501" y="7740"/>
                  </a:cubicBezTo>
                  <a:cubicBezTo>
                    <a:pt x="501" y="7597"/>
                    <a:pt x="596" y="7502"/>
                    <a:pt x="739" y="7502"/>
                  </a:cubicBezTo>
                  <a:close/>
                  <a:moveTo>
                    <a:pt x="5740" y="501"/>
                  </a:moveTo>
                  <a:cubicBezTo>
                    <a:pt x="6978" y="501"/>
                    <a:pt x="7978" y="1501"/>
                    <a:pt x="7978" y="2763"/>
                  </a:cubicBezTo>
                  <a:lnTo>
                    <a:pt x="7978" y="3382"/>
                  </a:lnTo>
                  <a:cubicBezTo>
                    <a:pt x="7978" y="3835"/>
                    <a:pt x="7764" y="4263"/>
                    <a:pt x="7383" y="4525"/>
                  </a:cubicBezTo>
                  <a:cubicBezTo>
                    <a:pt x="7311" y="4573"/>
                    <a:pt x="6549" y="4930"/>
                    <a:pt x="6383" y="5883"/>
                  </a:cubicBezTo>
                  <a:lnTo>
                    <a:pt x="6216" y="6859"/>
                  </a:lnTo>
                  <a:cubicBezTo>
                    <a:pt x="6121" y="7502"/>
                    <a:pt x="5549" y="7978"/>
                    <a:pt x="4882" y="7978"/>
                  </a:cubicBezTo>
                  <a:cubicBezTo>
                    <a:pt x="4120" y="7978"/>
                    <a:pt x="3501" y="7359"/>
                    <a:pt x="3501" y="6597"/>
                  </a:cubicBezTo>
                  <a:lnTo>
                    <a:pt x="3501" y="2763"/>
                  </a:lnTo>
                  <a:cubicBezTo>
                    <a:pt x="3501" y="1501"/>
                    <a:pt x="4501" y="501"/>
                    <a:pt x="5740" y="501"/>
                  </a:cubicBezTo>
                  <a:close/>
                  <a:moveTo>
                    <a:pt x="739" y="1"/>
                  </a:moveTo>
                  <a:cubicBezTo>
                    <a:pt x="334" y="1"/>
                    <a:pt x="0" y="334"/>
                    <a:pt x="0" y="739"/>
                  </a:cubicBezTo>
                  <a:cubicBezTo>
                    <a:pt x="0" y="1167"/>
                    <a:pt x="334" y="1501"/>
                    <a:pt x="739" y="1501"/>
                  </a:cubicBezTo>
                  <a:cubicBezTo>
                    <a:pt x="953" y="1501"/>
                    <a:pt x="1120" y="1406"/>
                    <a:pt x="1263" y="1287"/>
                  </a:cubicBezTo>
                  <a:lnTo>
                    <a:pt x="3072" y="2168"/>
                  </a:lnTo>
                  <a:cubicBezTo>
                    <a:pt x="3025" y="2358"/>
                    <a:pt x="3001" y="2549"/>
                    <a:pt x="3001" y="2763"/>
                  </a:cubicBezTo>
                  <a:lnTo>
                    <a:pt x="3001" y="4240"/>
                  </a:lnTo>
                  <a:lnTo>
                    <a:pt x="1477" y="4240"/>
                  </a:lnTo>
                  <a:cubicBezTo>
                    <a:pt x="1477" y="3835"/>
                    <a:pt x="1144" y="3501"/>
                    <a:pt x="739" y="3501"/>
                  </a:cubicBezTo>
                  <a:cubicBezTo>
                    <a:pt x="334" y="3501"/>
                    <a:pt x="0" y="3835"/>
                    <a:pt x="0" y="4240"/>
                  </a:cubicBezTo>
                  <a:cubicBezTo>
                    <a:pt x="0" y="4644"/>
                    <a:pt x="334" y="5002"/>
                    <a:pt x="739" y="5002"/>
                  </a:cubicBezTo>
                  <a:cubicBezTo>
                    <a:pt x="953" y="5002"/>
                    <a:pt x="1167" y="4883"/>
                    <a:pt x="1286" y="4740"/>
                  </a:cubicBezTo>
                  <a:lnTo>
                    <a:pt x="3001" y="4740"/>
                  </a:lnTo>
                  <a:lnTo>
                    <a:pt x="3001" y="6597"/>
                  </a:lnTo>
                  <a:cubicBezTo>
                    <a:pt x="3001" y="6692"/>
                    <a:pt x="3025" y="6764"/>
                    <a:pt x="3025" y="6835"/>
                  </a:cubicBezTo>
                  <a:lnTo>
                    <a:pt x="1358" y="7312"/>
                  </a:lnTo>
                  <a:cubicBezTo>
                    <a:pt x="1215" y="7121"/>
                    <a:pt x="1001" y="7002"/>
                    <a:pt x="739" y="7002"/>
                  </a:cubicBezTo>
                  <a:cubicBezTo>
                    <a:pt x="334" y="7002"/>
                    <a:pt x="0" y="7335"/>
                    <a:pt x="0" y="7740"/>
                  </a:cubicBezTo>
                  <a:cubicBezTo>
                    <a:pt x="0" y="8145"/>
                    <a:pt x="334" y="8478"/>
                    <a:pt x="739" y="8478"/>
                  </a:cubicBezTo>
                  <a:cubicBezTo>
                    <a:pt x="1144" y="8478"/>
                    <a:pt x="1453" y="8169"/>
                    <a:pt x="1477" y="7788"/>
                  </a:cubicBezTo>
                  <a:lnTo>
                    <a:pt x="3144" y="7312"/>
                  </a:lnTo>
                  <a:cubicBezTo>
                    <a:pt x="3430" y="8002"/>
                    <a:pt x="4097" y="8478"/>
                    <a:pt x="4882" y="8478"/>
                  </a:cubicBezTo>
                  <a:cubicBezTo>
                    <a:pt x="5787" y="8478"/>
                    <a:pt x="6573" y="7835"/>
                    <a:pt x="6716" y="6931"/>
                  </a:cubicBezTo>
                  <a:lnTo>
                    <a:pt x="6859" y="5978"/>
                  </a:lnTo>
                  <a:cubicBezTo>
                    <a:pt x="7002" y="5240"/>
                    <a:pt x="7573" y="5002"/>
                    <a:pt x="7645" y="4930"/>
                  </a:cubicBezTo>
                  <a:cubicBezTo>
                    <a:pt x="8169" y="4573"/>
                    <a:pt x="8478" y="4001"/>
                    <a:pt x="8478" y="3382"/>
                  </a:cubicBezTo>
                  <a:lnTo>
                    <a:pt x="8478" y="2763"/>
                  </a:lnTo>
                  <a:cubicBezTo>
                    <a:pt x="8478" y="1239"/>
                    <a:pt x="7264" y="1"/>
                    <a:pt x="5740" y="1"/>
                  </a:cubicBezTo>
                  <a:cubicBezTo>
                    <a:pt x="4620" y="1"/>
                    <a:pt x="3644" y="691"/>
                    <a:pt x="3215" y="1691"/>
                  </a:cubicBezTo>
                  <a:lnTo>
                    <a:pt x="1477" y="834"/>
                  </a:lnTo>
                  <a:cubicBezTo>
                    <a:pt x="1477" y="810"/>
                    <a:pt x="1477" y="786"/>
                    <a:pt x="1477" y="739"/>
                  </a:cubicBezTo>
                  <a:cubicBezTo>
                    <a:pt x="1477" y="334"/>
                    <a:pt x="1144"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19"/>
            <p:cNvSpPr/>
            <p:nvPr/>
          </p:nvSpPr>
          <p:spPr>
            <a:xfrm>
              <a:off x="1480625" y="3604950"/>
              <a:ext cx="214375" cy="214375"/>
            </a:xfrm>
            <a:custGeom>
              <a:rect b="b" l="l" r="r" t="t"/>
              <a:pathLst>
                <a:path extrusionOk="0" h="8575" w="8575">
                  <a:moveTo>
                    <a:pt x="6050" y="501"/>
                  </a:moveTo>
                  <a:lnTo>
                    <a:pt x="6050" y="1382"/>
                  </a:lnTo>
                  <a:lnTo>
                    <a:pt x="6550" y="1882"/>
                  </a:lnTo>
                  <a:lnTo>
                    <a:pt x="6550" y="3549"/>
                  </a:lnTo>
                  <a:lnTo>
                    <a:pt x="6050" y="3549"/>
                  </a:lnTo>
                  <a:lnTo>
                    <a:pt x="6050" y="2787"/>
                  </a:lnTo>
                  <a:lnTo>
                    <a:pt x="5550" y="2787"/>
                  </a:lnTo>
                  <a:lnTo>
                    <a:pt x="5550" y="4049"/>
                  </a:lnTo>
                  <a:lnTo>
                    <a:pt x="5050" y="4049"/>
                  </a:lnTo>
                  <a:lnTo>
                    <a:pt x="5050" y="2787"/>
                  </a:lnTo>
                  <a:lnTo>
                    <a:pt x="4549" y="2787"/>
                  </a:lnTo>
                  <a:lnTo>
                    <a:pt x="4549" y="5050"/>
                  </a:lnTo>
                  <a:lnTo>
                    <a:pt x="4049" y="5050"/>
                  </a:lnTo>
                  <a:lnTo>
                    <a:pt x="4049" y="2287"/>
                  </a:lnTo>
                  <a:lnTo>
                    <a:pt x="3525" y="2287"/>
                  </a:lnTo>
                  <a:lnTo>
                    <a:pt x="3525" y="3549"/>
                  </a:lnTo>
                  <a:lnTo>
                    <a:pt x="3025" y="3549"/>
                  </a:lnTo>
                  <a:lnTo>
                    <a:pt x="3025" y="1882"/>
                  </a:lnTo>
                  <a:lnTo>
                    <a:pt x="3525" y="1382"/>
                  </a:lnTo>
                  <a:lnTo>
                    <a:pt x="3525" y="501"/>
                  </a:lnTo>
                  <a:close/>
                  <a:moveTo>
                    <a:pt x="5002" y="5550"/>
                  </a:moveTo>
                  <a:cubicBezTo>
                    <a:pt x="4907" y="5835"/>
                    <a:pt x="4621" y="6050"/>
                    <a:pt x="4287" y="6050"/>
                  </a:cubicBezTo>
                  <a:cubicBezTo>
                    <a:pt x="3954" y="6050"/>
                    <a:pt x="3692" y="5835"/>
                    <a:pt x="3573" y="5550"/>
                  </a:cubicBezTo>
                  <a:close/>
                  <a:moveTo>
                    <a:pt x="6026" y="5550"/>
                  </a:moveTo>
                  <a:cubicBezTo>
                    <a:pt x="5907" y="6407"/>
                    <a:pt x="5169" y="7050"/>
                    <a:pt x="4287" y="7050"/>
                  </a:cubicBezTo>
                  <a:cubicBezTo>
                    <a:pt x="3406" y="7050"/>
                    <a:pt x="2668" y="6407"/>
                    <a:pt x="2549" y="5550"/>
                  </a:cubicBezTo>
                  <a:lnTo>
                    <a:pt x="3049" y="5550"/>
                  </a:lnTo>
                  <a:cubicBezTo>
                    <a:pt x="3168" y="6121"/>
                    <a:pt x="3692" y="6550"/>
                    <a:pt x="4287" y="6550"/>
                  </a:cubicBezTo>
                  <a:cubicBezTo>
                    <a:pt x="4907" y="6550"/>
                    <a:pt x="5407" y="6121"/>
                    <a:pt x="5526" y="5550"/>
                  </a:cubicBezTo>
                  <a:close/>
                  <a:moveTo>
                    <a:pt x="7050" y="5550"/>
                  </a:moveTo>
                  <a:cubicBezTo>
                    <a:pt x="6931" y="6979"/>
                    <a:pt x="5740" y="8074"/>
                    <a:pt x="4287" y="8074"/>
                  </a:cubicBezTo>
                  <a:cubicBezTo>
                    <a:pt x="2859" y="8074"/>
                    <a:pt x="1668" y="6979"/>
                    <a:pt x="1525" y="5550"/>
                  </a:cubicBezTo>
                  <a:lnTo>
                    <a:pt x="2049" y="5550"/>
                  </a:lnTo>
                  <a:cubicBezTo>
                    <a:pt x="2168" y="6669"/>
                    <a:pt x="3121" y="7574"/>
                    <a:pt x="4287" y="7574"/>
                  </a:cubicBezTo>
                  <a:cubicBezTo>
                    <a:pt x="5454" y="7574"/>
                    <a:pt x="6407" y="6669"/>
                    <a:pt x="6550" y="5550"/>
                  </a:cubicBezTo>
                  <a:close/>
                  <a:moveTo>
                    <a:pt x="3025" y="1"/>
                  </a:moveTo>
                  <a:lnTo>
                    <a:pt x="3025" y="1168"/>
                  </a:lnTo>
                  <a:lnTo>
                    <a:pt x="2525" y="1668"/>
                  </a:lnTo>
                  <a:lnTo>
                    <a:pt x="2525" y="4049"/>
                  </a:lnTo>
                  <a:lnTo>
                    <a:pt x="3525" y="4049"/>
                  </a:lnTo>
                  <a:lnTo>
                    <a:pt x="3525" y="5050"/>
                  </a:lnTo>
                  <a:lnTo>
                    <a:pt x="1" y="5050"/>
                  </a:lnTo>
                  <a:lnTo>
                    <a:pt x="1" y="5550"/>
                  </a:lnTo>
                  <a:lnTo>
                    <a:pt x="1025" y="5550"/>
                  </a:lnTo>
                  <a:cubicBezTo>
                    <a:pt x="1168" y="7217"/>
                    <a:pt x="2549" y="8574"/>
                    <a:pt x="4287" y="8574"/>
                  </a:cubicBezTo>
                  <a:cubicBezTo>
                    <a:pt x="6026" y="8574"/>
                    <a:pt x="7431" y="7217"/>
                    <a:pt x="7550" y="5550"/>
                  </a:cubicBezTo>
                  <a:lnTo>
                    <a:pt x="8574" y="5550"/>
                  </a:lnTo>
                  <a:lnTo>
                    <a:pt x="8574" y="5050"/>
                  </a:lnTo>
                  <a:lnTo>
                    <a:pt x="5050" y="5050"/>
                  </a:lnTo>
                  <a:lnTo>
                    <a:pt x="5050" y="4549"/>
                  </a:lnTo>
                  <a:lnTo>
                    <a:pt x="6050" y="4549"/>
                  </a:lnTo>
                  <a:lnTo>
                    <a:pt x="6050" y="4049"/>
                  </a:lnTo>
                  <a:lnTo>
                    <a:pt x="7050" y="4049"/>
                  </a:lnTo>
                  <a:lnTo>
                    <a:pt x="7050" y="1668"/>
                  </a:lnTo>
                  <a:lnTo>
                    <a:pt x="6550" y="1168"/>
                  </a:lnTo>
                  <a:lnTo>
                    <a:pt x="65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19"/>
            <p:cNvSpPr/>
            <p:nvPr/>
          </p:nvSpPr>
          <p:spPr>
            <a:xfrm>
              <a:off x="2127200" y="3598400"/>
              <a:ext cx="53000" cy="53625"/>
            </a:xfrm>
            <a:custGeom>
              <a:rect b="b" l="l" r="r" t="t"/>
              <a:pathLst>
                <a:path extrusionOk="0" h="2145" w="2120">
                  <a:moveTo>
                    <a:pt x="1072" y="549"/>
                  </a:moveTo>
                  <a:cubicBezTo>
                    <a:pt x="1358" y="549"/>
                    <a:pt x="1596" y="787"/>
                    <a:pt x="1596" y="1073"/>
                  </a:cubicBezTo>
                  <a:cubicBezTo>
                    <a:pt x="1596" y="1382"/>
                    <a:pt x="1358" y="1620"/>
                    <a:pt x="1072" y="1620"/>
                  </a:cubicBezTo>
                  <a:cubicBezTo>
                    <a:pt x="762" y="1620"/>
                    <a:pt x="524" y="1382"/>
                    <a:pt x="524" y="1073"/>
                  </a:cubicBezTo>
                  <a:cubicBezTo>
                    <a:pt x="524" y="787"/>
                    <a:pt x="762" y="549"/>
                    <a:pt x="1072" y="549"/>
                  </a:cubicBezTo>
                  <a:close/>
                  <a:moveTo>
                    <a:pt x="1072" y="1"/>
                  </a:moveTo>
                  <a:cubicBezTo>
                    <a:pt x="477" y="1"/>
                    <a:pt x="0" y="501"/>
                    <a:pt x="0" y="1073"/>
                  </a:cubicBezTo>
                  <a:cubicBezTo>
                    <a:pt x="0" y="1668"/>
                    <a:pt x="477" y="2144"/>
                    <a:pt x="1072" y="2144"/>
                  </a:cubicBezTo>
                  <a:cubicBezTo>
                    <a:pt x="1644" y="2144"/>
                    <a:pt x="2120" y="1668"/>
                    <a:pt x="2120" y="1073"/>
                  </a:cubicBezTo>
                  <a:cubicBezTo>
                    <a:pt x="2120" y="501"/>
                    <a:pt x="1644"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19"/>
            <p:cNvSpPr/>
            <p:nvPr/>
          </p:nvSpPr>
          <p:spPr>
            <a:xfrm>
              <a:off x="2114100" y="3638900"/>
              <a:ext cx="145875" cy="186975"/>
            </a:xfrm>
            <a:custGeom>
              <a:rect b="b" l="l" r="r" t="t"/>
              <a:pathLst>
                <a:path extrusionOk="0" h="7479" w="5835">
                  <a:moveTo>
                    <a:pt x="4525" y="524"/>
                  </a:moveTo>
                  <a:cubicBezTo>
                    <a:pt x="4954" y="524"/>
                    <a:pt x="5311" y="881"/>
                    <a:pt x="5311" y="1310"/>
                  </a:cubicBezTo>
                  <a:cubicBezTo>
                    <a:pt x="5311" y="1763"/>
                    <a:pt x="4954" y="2120"/>
                    <a:pt x="4525" y="2120"/>
                  </a:cubicBezTo>
                  <a:cubicBezTo>
                    <a:pt x="4073" y="2120"/>
                    <a:pt x="3716" y="1763"/>
                    <a:pt x="3716" y="1310"/>
                  </a:cubicBezTo>
                  <a:cubicBezTo>
                    <a:pt x="3716" y="881"/>
                    <a:pt x="4073" y="524"/>
                    <a:pt x="4525" y="524"/>
                  </a:cubicBezTo>
                  <a:close/>
                  <a:moveTo>
                    <a:pt x="1310" y="5359"/>
                  </a:moveTo>
                  <a:cubicBezTo>
                    <a:pt x="1763" y="5359"/>
                    <a:pt x="2120" y="5716"/>
                    <a:pt x="2120" y="6144"/>
                  </a:cubicBezTo>
                  <a:cubicBezTo>
                    <a:pt x="2120" y="6597"/>
                    <a:pt x="1763" y="6954"/>
                    <a:pt x="1310" y="6954"/>
                  </a:cubicBezTo>
                  <a:cubicBezTo>
                    <a:pt x="882" y="6954"/>
                    <a:pt x="524" y="6597"/>
                    <a:pt x="524" y="6144"/>
                  </a:cubicBezTo>
                  <a:cubicBezTo>
                    <a:pt x="524" y="5716"/>
                    <a:pt x="882" y="5359"/>
                    <a:pt x="1310" y="5359"/>
                  </a:cubicBezTo>
                  <a:close/>
                  <a:moveTo>
                    <a:pt x="1341" y="1058"/>
                  </a:moveTo>
                  <a:cubicBezTo>
                    <a:pt x="1384" y="1058"/>
                    <a:pt x="1430" y="1068"/>
                    <a:pt x="1477" y="1096"/>
                  </a:cubicBezTo>
                  <a:lnTo>
                    <a:pt x="2906" y="2072"/>
                  </a:lnTo>
                  <a:lnTo>
                    <a:pt x="3287" y="1810"/>
                  </a:lnTo>
                  <a:cubicBezTo>
                    <a:pt x="3358" y="1977"/>
                    <a:pt x="3454" y="2144"/>
                    <a:pt x="3573" y="2263"/>
                  </a:cubicBezTo>
                  <a:lnTo>
                    <a:pt x="2906" y="2715"/>
                  </a:lnTo>
                  <a:lnTo>
                    <a:pt x="1596" y="1810"/>
                  </a:lnTo>
                  <a:lnTo>
                    <a:pt x="1596" y="4287"/>
                  </a:lnTo>
                  <a:lnTo>
                    <a:pt x="4239" y="4287"/>
                  </a:lnTo>
                  <a:lnTo>
                    <a:pt x="4239" y="6954"/>
                  </a:lnTo>
                  <a:lnTo>
                    <a:pt x="3716" y="6954"/>
                  </a:lnTo>
                  <a:lnTo>
                    <a:pt x="3716" y="4811"/>
                  </a:lnTo>
                  <a:lnTo>
                    <a:pt x="1310" y="4811"/>
                  </a:lnTo>
                  <a:cubicBezTo>
                    <a:pt x="1167" y="4811"/>
                    <a:pt x="1048" y="4692"/>
                    <a:pt x="1048" y="4549"/>
                  </a:cubicBezTo>
                  <a:lnTo>
                    <a:pt x="1048" y="1310"/>
                  </a:lnTo>
                  <a:cubicBezTo>
                    <a:pt x="1048" y="1167"/>
                    <a:pt x="1144" y="1120"/>
                    <a:pt x="1191" y="1096"/>
                  </a:cubicBezTo>
                  <a:cubicBezTo>
                    <a:pt x="1220" y="1081"/>
                    <a:pt x="1275" y="1058"/>
                    <a:pt x="1341" y="1058"/>
                  </a:cubicBezTo>
                  <a:close/>
                  <a:moveTo>
                    <a:pt x="4525" y="0"/>
                  </a:moveTo>
                  <a:cubicBezTo>
                    <a:pt x="3811" y="0"/>
                    <a:pt x="3215" y="548"/>
                    <a:pt x="3192" y="1239"/>
                  </a:cubicBezTo>
                  <a:lnTo>
                    <a:pt x="2906" y="1429"/>
                  </a:lnTo>
                  <a:lnTo>
                    <a:pt x="1763" y="667"/>
                  </a:lnTo>
                  <a:cubicBezTo>
                    <a:pt x="1630" y="574"/>
                    <a:pt x="1475" y="526"/>
                    <a:pt x="1318" y="526"/>
                  </a:cubicBezTo>
                  <a:cubicBezTo>
                    <a:pt x="1194" y="526"/>
                    <a:pt x="1069" y="556"/>
                    <a:pt x="953" y="620"/>
                  </a:cubicBezTo>
                  <a:cubicBezTo>
                    <a:pt x="691" y="762"/>
                    <a:pt x="524" y="1024"/>
                    <a:pt x="524" y="1310"/>
                  </a:cubicBezTo>
                  <a:lnTo>
                    <a:pt x="524" y="4549"/>
                  </a:lnTo>
                  <a:cubicBezTo>
                    <a:pt x="524" y="4716"/>
                    <a:pt x="572" y="4858"/>
                    <a:pt x="667" y="5001"/>
                  </a:cubicBezTo>
                  <a:cubicBezTo>
                    <a:pt x="262" y="5216"/>
                    <a:pt x="0" y="5644"/>
                    <a:pt x="0" y="6144"/>
                  </a:cubicBezTo>
                  <a:cubicBezTo>
                    <a:pt x="0" y="6883"/>
                    <a:pt x="596" y="7478"/>
                    <a:pt x="1310" y="7478"/>
                  </a:cubicBezTo>
                  <a:cubicBezTo>
                    <a:pt x="2048" y="7478"/>
                    <a:pt x="2644" y="6883"/>
                    <a:pt x="2644" y="6144"/>
                  </a:cubicBezTo>
                  <a:cubicBezTo>
                    <a:pt x="2644" y="5835"/>
                    <a:pt x="2549" y="5573"/>
                    <a:pt x="2382" y="5359"/>
                  </a:cubicBezTo>
                  <a:lnTo>
                    <a:pt x="3192" y="5359"/>
                  </a:lnTo>
                  <a:lnTo>
                    <a:pt x="3192" y="7478"/>
                  </a:lnTo>
                  <a:lnTo>
                    <a:pt x="4787" y="7478"/>
                  </a:lnTo>
                  <a:lnTo>
                    <a:pt x="4787" y="3739"/>
                  </a:lnTo>
                  <a:lnTo>
                    <a:pt x="2120" y="3739"/>
                  </a:lnTo>
                  <a:lnTo>
                    <a:pt x="2120" y="2810"/>
                  </a:lnTo>
                  <a:lnTo>
                    <a:pt x="2906" y="3334"/>
                  </a:lnTo>
                  <a:lnTo>
                    <a:pt x="4073" y="2572"/>
                  </a:lnTo>
                  <a:cubicBezTo>
                    <a:pt x="4216" y="2620"/>
                    <a:pt x="4358" y="2644"/>
                    <a:pt x="4525" y="2644"/>
                  </a:cubicBezTo>
                  <a:cubicBezTo>
                    <a:pt x="5240" y="2644"/>
                    <a:pt x="5835" y="2048"/>
                    <a:pt x="5835" y="1310"/>
                  </a:cubicBezTo>
                  <a:cubicBezTo>
                    <a:pt x="5835" y="596"/>
                    <a:pt x="5240" y="0"/>
                    <a:pt x="4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19"/>
            <p:cNvSpPr/>
            <p:nvPr/>
          </p:nvSpPr>
          <p:spPr>
            <a:xfrm>
              <a:off x="2220075" y="3665100"/>
              <a:ext cx="13725" cy="13700"/>
            </a:xfrm>
            <a:custGeom>
              <a:rect b="b" l="l" r="r" t="t"/>
              <a:pathLst>
                <a:path extrusionOk="0" h="548" w="549">
                  <a:moveTo>
                    <a:pt x="0" y="0"/>
                  </a:moveTo>
                  <a:lnTo>
                    <a:pt x="0" y="548"/>
                  </a:lnTo>
                  <a:lnTo>
                    <a:pt x="548" y="548"/>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19"/>
            <p:cNvSpPr/>
            <p:nvPr/>
          </p:nvSpPr>
          <p:spPr>
            <a:xfrm>
              <a:off x="2639200" y="3591875"/>
              <a:ext cx="240550" cy="240550"/>
            </a:xfrm>
            <a:custGeom>
              <a:rect b="b" l="l" r="r" t="t"/>
              <a:pathLst>
                <a:path extrusionOk="0" h="9622" w="9622">
                  <a:moveTo>
                    <a:pt x="7645" y="810"/>
                  </a:moveTo>
                  <a:lnTo>
                    <a:pt x="8836" y="2000"/>
                  </a:lnTo>
                  <a:lnTo>
                    <a:pt x="8431" y="2405"/>
                  </a:lnTo>
                  <a:lnTo>
                    <a:pt x="7240" y="1191"/>
                  </a:lnTo>
                  <a:lnTo>
                    <a:pt x="7645" y="810"/>
                  </a:lnTo>
                  <a:close/>
                  <a:moveTo>
                    <a:pt x="1906" y="2048"/>
                  </a:moveTo>
                  <a:lnTo>
                    <a:pt x="1906" y="2048"/>
                  </a:lnTo>
                  <a:cubicBezTo>
                    <a:pt x="2239" y="2191"/>
                    <a:pt x="2620" y="2262"/>
                    <a:pt x="2978" y="2262"/>
                  </a:cubicBezTo>
                  <a:cubicBezTo>
                    <a:pt x="3668" y="2262"/>
                    <a:pt x="4311" y="2596"/>
                    <a:pt x="4692" y="3144"/>
                  </a:cubicBezTo>
                  <a:lnTo>
                    <a:pt x="3859" y="3763"/>
                  </a:lnTo>
                  <a:cubicBezTo>
                    <a:pt x="3049" y="3382"/>
                    <a:pt x="2382" y="2786"/>
                    <a:pt x="1906" y="2048"/>
                  </a:cubicBezTo>
                  <a:close/>
                  <a:moveTo>
                    <a:pt x="1144" y="1881"/>
                  </a:moveTo>
                  <a:lnTo>
                    <a:pt x="1358" y="2215"/>
                  </a:lnTo>
                  <a:cubicBezTo>
                    <a:pt x="1787" y="2929"/>
                    <a:pt x="2358" y="3501"/>
                    <a:pt x="3049" y="3953"/>
                  </a:cubicBezTo>
                  <a:lnTo>
                    <a:pt x="1739" y="3953"/>
                  </a:lnTo>
                  <a:cubicBezTo>
                    <a:pt x="1358" y="3572"/>
                    <a:pt x="1144" y="3072"/>
                    <a:pt x="1144" y="2548"/>
                  </a:cubicBezTo>
                  <a:lnTo>
                    <a:pt x="1144" y="1881"/>
                  </a:lnTo>
                  <a:close/>
                  <a:moveTo>
                    <a:pt x="7217" y="1977"/>
                  </a:moveTo>
                  <a:lnTo>
                    <a:pt x="7669" y="2429"/>
                  </a:lnTo>
                  <a:lnTo>
                    <a:pt x="6502" y="3953"/>
                  </a:lnTo>
                  <a:lnTo>
                    <a:pt x="4549" y="3953"/>
                  </a:lnTo>
                  <a:lnTo>
                    <a:pt x="7217" y="1977"/>
                  </a:lnTo>
                  <a:close/>
                  <a:moveTo>
                    <a:pt x="9050" y="4525"/>
                  </a:moveTo>
                  <a:cubicBezTo>
                    <a:pt x="9027" y="4715"/>
                    <a:pt x="9003" y="4906"/>
                    <a:pt x="8955" y="5072"/>
                  </a:cubicBezTo>
                  <a:lnTo>
                    <a:pt x="668" y="5072"/>
                  </a:lnTo>
                  <a:cubicBezTo>
                    <a:pt x="620" y="4906"/>
                    <a:pt x="596" y="4715"/>
                    <a:pt x="572" y="4525"/>
                  </a:cubicBezTo>
                  <a:close/>
                  <a:moveTo>
                    <a:pt x="8788" y="5644"/>
                  </a:moveTo>
                  <a:cubicBezTo>
                    <a:pt x="8217" y="6978"/>
                    <a:pt x="6907" y="7906"/>
                    <a:pt x="5383" y="7906"/>
                  </a:cubicBezTo>
                  <a:lnTo>
                    <a:pt x="4264" y="7906"/>
                  </a:lnTo>
                  <a:cubicBezTo>
                    <a:pt x="2716" y="7906"/>
                    <a:pt x="1406" y="6978"/>
                    <a:pt x="858" y="5644"/>
                  </a:cubicBezTo>
                  <a:close/>
                  <a:moveTo>
                    <a:pt x="6407" y="8359"/>
                  </a:moveTo>
                  <a:cubicBezTo>
                    <a:pt x="6574" y="8549"/>
                    <a:pt x="6717" y="8788"/>
                    <a:pt x="6764" y="9073"/>
                  </a:cubicBezTo>
                  <a:lnTo>
                    <a:pt x="2882" y="9073"/>
                  </a:lnTo>
                  <a:cubicBezTo>
                    <a:pt x="2930" y="8788"/>
                    <a:pt x="3049" y="8549"/>
                    <a:pt x="3240" y="8359"/>
                  </a:cubicBezTo>
                  <a:cubicBezTo>
                    <a:pt x="3573" y="8430"/>
                    <a:pt x="3906" y="8478"/>
                    <a:pt x="4264" y="8478"/>
                  </a:cubicBezTo>
                  <a:lnTo>
                    <a:pt x="5383" y="8478"/>
                  </a:lnTo>
                  <a:cubicBezTo>
                    <a:pt x="5716" y="8478"/>
                    <a:pt x="6074" y="8430"/>
                    <a:pt x="6407" y="8359"/>
                  </a:cubicBezTo>
                  <a:close/>
                  <a:moveTo>
                    <a:pt x="7645" y="0"/>
                  </a:moveTo>
                  <a:lnTo>
                    <a:pt x="6431" y="1191"/>
                  </a:lnTo>
                  <a:lnTo>
                    <a:pt x="6812" y="1572"/>
                  </a:lnTo>
                  <a:lnTo>
                    <a:pt x="5145" y="2810"/>
                  </a:lnTo>
                  <a:cubicBezTo>
                    <a:pt x="4645" y="2119"/>
                    <a:pt x="3859" y="1691"/>
                    <a:pt x="2978" y="1691"/>
                  </a:cubicBezTo>
                  <a:cubicBezTo>
                    <a:pt x="2430" y="1691"/>
                    <a:pt x="1906" y="1477"/>
                    <a:pt x="1501" y="1072"/>
                  </a:cubicBezTo>
                  <a:lnTo>
                    <a:pt x="596" y="167"/>
                  </a:lnTo>
                  <a:lnTo>
                    <a:pt x="596" y="2548"/>
                  </a:lnTo>
                  <a:cubicBezTo>
                    <a:pt x="596" y="3048"/>
                    <a:pt x="739" y="3548"/>
                    <a:pt x="1025" y="3953"/>
                  </a:cubicBezTo>
                  <a:lnTo>
                    <a:pt x="1" y="3953"/>
                  </a:lnTo>
                  <a:lnTo>
                    <a:pt x="1" y="4239"/>
                  </a:lnTo>
                  <a:cubicBezTo>
                    <a:pt x="1" y="6025"/>
                    <a:pt x="1120" y="7549"/>
                    <a:pt x="2668" y="8168"/>
                  </a:cubicBezTo>
                  <a:cubicBezTo>
                    <a:pt x="2406" y="8502"/>
                    <a:pt x="2287" y="8930"/>
                    <a:pt x="2287" y="9335"/>
                  </a:cubicBezTo>
                  <a:lnTo>
                    <a:pt x="2287" y="9621"/>
                  </a:lnTo>
                  <a:lnTo>
                    <a:pt x="7359" y="9621"/>
                  </a:lnTo>
                  <a:lnTo>
                    <a:pt x="7359" y="9335"/>
                  </a:lnTo>
                  <a:cubicBezTo>
                    <a:pt x="7359" y="8930"/>
                    <a:pt x="7217" y="8502"/>
                    <a:pt x="6978" y="8168"/>
                  </a:cubicBezTo>
                  <a:cubicBezTo>
                    <a:pt x="8503" y="7549"/>
                    <a:pt x="9622" y="6025"/>
                    <a:pt x="9622" y="4239"/>
                  </a:cubicBezTo>
                  <a:lnTo>
                    <a:pt x="9622" y="3953"/>
                  </a:lnTo>
                  <a:lnTo>
                    <a:pt x="7193" y="3953"/>
                  </a:lnTo>
                  <a:lnTo>
                    <a:pt x="8074" y="2834"/>
                  </a:lnTo>
                  <a:lnTo>
                    <a:pt x="8431" y="3191"/>
                  </a:lnTo>
                  <a:lnTo>
                    <a:pt x="9622" y="2000"/>
                  </a:lnTo>
                  <a:lnTo>
                    <a:pt x="76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19"/>
            <p:cNvSpPr/>
            <p:nvPr/>
          </p:nvSpPr>
          <p:spPr>
            <a:xfrm>
              <a:off x="3236950" y="3599000"/>
              <a:ext cx="225675" cy="226275"/>
            </a:xfrm>
            <a:custGeom>
              <a:rect b="b" l="l" r="r" t="t"/>
              <a:pathLst>
                <a:path extrusionOk="0" h="9051" w="9027">
                  <a:moveTo>
                    <a:pt x="8240" y="3740"/>
                  </a:moveTo>
                  <a:cubicBezTo>
                    <a:pt x="8383" y="3740"/>
                    <a:pt x="8502" y="3859"/>
                    <a:pt x="8502" y="4002"/>
                  </a:cubicBezTo>
                  <a:cubicBezTo>
                    <a:pt x="8502" y="4144"/>
                    <a:pt x="8383" y="4264"/>
                    <a:pt x="8240" y="4264"/>
                  </a:cubicBezTo>
                  <a:cubicBezTo>
                    <a:pt x="8097" y="4264"/>
                    <a:pt x="7978" y="4144"/>
                    <a:pt x="7978" y="4002"/>
                  </a:cubicBezTo>
                  <a:cubicBezTo>
                    <a:pt x="7978" y="3859"/>
                    <a:pt x="8097" y="3740"/>
                    <a:pt x="8240" y="3740"/>
                  </a:cubicBezTo>
                  <a:close/>
                  <a:moveTo>
                    <a:pt x="8240" y="5859"/>
                  </a:moveTo>
                  <a:cubicBezTo>
                    <a:pt x="8383" y="5859"/>
                    <a:pt x="8502" y="5978"/>
                    <a:pt x="8502" y="6121"/>
                  </a:cubicBezTo>
                  <a:cubicBezTo>
                    <a:pt x="8502" y="6264"/>
                    <a:pt x="8383" y="6383"/>
                    <a:pt x="8240" y="6383"/>
                  </a:cubicBezTo>
                  <a:cubicBezTo>
                    <a:pt x="8097" y="6383"/>
                    <a:pt x="7978" y="6264"/>
                    <a:pt x="7978" y="6121"/>
                  </a:cubicBezTo>
                  <a:cubicBezTo>
                    <a:pt x="7978" y="5978"/>
                    <a:pt x="8097" y="5859"/>
                    <a:pt x="8240" y="5859"/>
                  </a:cubicBezTo>
                  <a:close/>
                  <a:moveTo>
                    <a:pt x="3168" y="549"/>
                  </a:moveTo>
                  <a:lnTo>
                    <a:pt x="3168" y="4264"/>
                  </a:lnTo>
                  <a:lnTo>
                    <a:pt x="3692" y="4264"/>
                  </a:lnTo>
                  <a:lnTo>
                    <a:pt x="3692" y="1072"/>
                  </a:lnTo>
                  <a:lnTo>
                    <a:pt x="4240" y="1072"/>
                  </a:lnTo>
                  <a:lnTo>
                    <a:pt x="4240" y="4264"/>
                  </a:lnTo>
                  <a:lnTo>
                    <a:pt x="4763" y="4264"/>
                  </a:lnTo>
                  <a:lnTo>
                    <a:pt x="4763" y="2120"/>
                  </a:lnTo>
                  <a:lnTo>
                    <a:pt x="5287" y="2120"/>
                  </a:lnTo>
                  <a:lnTo>
                    <a:pt x="5287" y="6073"/>
                  </a:lnTo>
                  <a:lnTo>
                    <a:pt x="4763" y="7669"/>
                  </a:lnTo>
                  <a:lnTo>
                    <a:pt x="4763" y="8526"/>
                  </a:lnTo>
                  <a:lnTo>
                    <a:pt x="1572" y="8526"/>
                  </a:lnTo>
                  <a:lnTo>
                    <a:pt x="1572" y="7598"/>
                  </a:lnTo>
                  <a:lnTo>
                    <a:pt x="524" y="6550"/>
                  </a:lnTo>
                  <a:lnTo>
                    <a:pt x="524" y="3787"/>
                  </a:lnTo>
                  <a:cubicBezTo>
                    <a:pt x="834" y="3883"/>
                    <a:pt x="1048" y="4192"/>
                    <a:pt x="1048" y="4526"/>
                  </a:cubicBezTo>
                  <a:lnTo>
                    <a:pt x="1048" y="5335"/>
                  </a:lnTo>
                  <a:lnTo>
                    <a:pt x="1310" y="5335"/>
                  </a:lnTo>
                  <a:cubicBezTo>
                    <a:pt x="2049" y="5335"/>
                    <a:pt x="2644" y="5931"/>
                    <a:pt x="2644" y="6645"/>
                  </a:cubicBezTo>
                  <a:lnTo>
                    <a:pt x="3168" y="6645"/>
                  </a:lnTo>
                  <a:cubicBezTo>
                    <a:pt x="3168" y="5716"/>
                    <a:pt x="2477" y="4954"/>
                    <a:pt x="1572" y="4811"/>
                  </a:cubicBezTo>
                  <a:lnTo>
                    <a:pt x="1572" y="1072"/>
                  </a:lnTo>
                  <a:lnTo>
                    <a:pt x="2120" y="1072"/>
                  </a:lnTo>
                  <a:lnTo>
                    <a:pt x="2120" y="4264"/>
                  </a:lnTo>
                  <a:lnTo>
                    <a:pt x="2644" y="4264"/>
                  </a:lnTo>
                  <a:lnTo>
                    <a:pt x="2644" y="549"/>
                  </a:lnTo>
                  <a:close/>
                  <a:moveTo>
                    <a:pt x="8240" y="7979"/>
                  </a:moveTo>
                  <a:cubicBezTo>
                    <a:pt x="8383" y="7979"/>
                    <a:pt x="8502" y="8098"/>
                    <a:pt x="8502" y="8241"/>
                  </a:cubicBezTo>
                  <a:cubicBezTo>
                    <a:pt x="8502" y="8383"/>
                    <a:pt x="8383" y="8526"/>
                    <a:pt x="8240" y="8526"/>
                  </a:cubicBezTo>
                  <a:cubicBezTo>
                    <a:pt x="8097" y="8526"/>
                    <a:pt x="7978" y="8383"/>
                    <a:pt x="7978" y="8241"/>
                  </a:cubicBezTo>
                  <a:cubicBezTo>
                    <a:pt x="7978" y="8098"/>
                    <a:pt x="8097" y="7979"/>
                    <a:pt x="8240" y="7979"/>
                  </a:cubicBezTo>
                  <a:close/>
                  <a:moveTo>
                    <a:pt x="2120" y="1"/>
                  </a:moveTo>
                  <a:lnTo>
                    <a:pt x="2120" y="549"/>
                  </a:lnTo>
                  <a:lnTo>
                    <a:pt x="1048" y="549"/>
                  </a:lnTo>
                  <a:lnTo>
                    <a:pt x="1048" y="3478"/>
                  </a:lnTo>
                  <a:cubicBezTo>
                    <a:pt x="834" y="3311"/>
                    <a:pt x="548" y="3216"/>
                    <a:pt x="263" y="3216"/>
                  </a:cubicBezTo>
                  <a:lnTo>
                    <a:pt x="1" y="3216"/>
                  </a:lnTo>
                  <a:lnTo>
                    <a:pt x="1" y="6764"/>
                  </a:lnTo>
                  <a:lnTo>
                    <a:pt x="1048" y="7812"/>
                  </a:lnTo>
                  <a:lnTo>
                    <a:pt x="1048" y="9050"/>
                  </a:lnTo>
                  <a:lnTo>
                    <a:pt x="5287" y="9050"/>
                  </a:lnTo>
                  <a:lnTo>
                    <a:pt x="5287" y="8098"/>
                  </a:lnTo>
                  <a:lnTo>
                    <a:pt x="7455" y="8407"/>
                  </a:lnTo>
                  <a:cubicBezTo>
                    <a:pt x="7526" y="8764"/>
                    <a:pt x="7859" y="9050"/>
                    <a:pt x="8240" y="9050"/>
                  </a:cubicBezTo>
                  <a:cubicBezTo>
                    <a:pt x="8693" y="9050"/>
                    <a:pt x="9026" y="8669"/>
                    <a:pt x="9026" y="8241"/>
                  </a:cubicBezTo>
                  <a:cubicBezTo>
                    <a:pt x="9026" y="7812"/>
                    <a:pt x="8669" y="7455"/>
                    <a:pt x="8240" y="7455"/>
                  </a:cubicBezTo>
                  <a:cubicBezTo>
                    <a:pt x="7931" y="7455"/>
                    <a:pt x="7669" y="7621"/>
                    <a:pt x="7550" y="7883"/>
                  </a:cubicBezTo>
                  <a:lnTo>
                    <a:pt x="5359" y="7574"/>
                  </a:lnTo>
                  <a:lnTo>
                    <a:pt x="5740" y="6383"/>
                  </a:lnTo>
                  <a:lnTo>
                    <a:pt x="7502" y="6383"/>
                  </a:lnTo>
                  <a:cubicBezTo>
                    <a:pt x="7597" y="6693"/>
                    <a:pt x="7907" y="6907"/>
                    <a:pt x="8240" y="6907"/>
                  </a:cubicBezTo>
                  <a:cubicBezTo>
                    <a:pt x="8669" y="6907"/>
                    <a:pt x="9026" y="6550"/>
                    <a:pt x="9026" y="6121"/>
                  </a:cubicBezTo>
                  <a:cubicBezTo>
                    <a:pt x="9026" y="5692"/>
                    <a:pt x="8669" y="5335"/>
                    <a:pt x="8240" y="5335"/>
                  </a:cubicBezTo>
                  <a:cubicBezTo>
                    <a:pt x="7907" y="5335"/>
                    <a:pt x="7597" y="5550"/>
                    <a:pt x="7502" y="5859"/>
                  </a:cubicBezTo>
                  <a:lnTo>
                    <a:pt x="5811" y="5859"/>
                  </a:lnTo>
                  <a:lnTo>
                    <a:pt x="5811" y="4740"/>
                  </a:lnTo>
                  <a:lnTo>
                    <a:pt x="7550" y="4406"/>
                  </a:lnTo>
                  <a:cubicBezTo>
                    <a:pt x="7693" y="4645"/>
                    <a:pt x="7955" y="4787"/>
                    <a:pt x="8240" y="4787"/>
                  </a:cubicBezTo>
                  <a:cubicBezTo>
                    <a:pt x="8669" y="4787"/>
                    <a:pt x="9026" y="4430"/>
                    <a:pt x="9026" y="4002"/>
                  </a:cubicBezTo>
                  <a:cubicBezTo>
                    <a:pt x="9026" y="3573"/>
                    <a:pt x="8669" y="3216"/>
                    <a:pt x="8240" y="3216"/>
                  </a:cubicBezTo>
                  <a:cubicBezTo>
                    <a:pt x="7836" y="3216"/>
                    <a:pt x="7502" y="3502"/>
                    <a:pt x="7455" y="3883"/>
                  </a:cubicBezTo>
                  <a:lnTo>
                    <a:pt x="5811" y="4216"/>
                  </a:lnTo>
                  <a:lnTo>
                    <a:pt x="5811" y="1596"/>
                  </a:lnTo>
                  <a:lnTo>
                    <a:pt x="4763" y="1596"/>
                  </a:lnTo>
                  <a:lnTo>
                    <a:pt x="4763" y="549"/>
                  </a:lnTo>
                  <a:lnTo>
                    <a:pt x="3692" y="549"/>
                  </a:lnTo>
                  <a:lnTo>
                    <a:pt x="36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19"/>
            <p:cNvSpPr/>
            <p:nvPr/>
          </p:nvSpPr>
          <p:spPr>
            <a:xfrm>
              <a:off x="3795400" y="3586500"/>
              <a:ext cx="251275" cy="251275"/>
            </a:xfrm>
            <a:custGeom>
              <a:rect b="b" l="l" r="r" t="t"/>
              <a:pathLst>
                <a:path extrusionOk="0" h="10051" w="10051">
                  <a:moveTo>
                    <a:pt x="3096" y="2382"/>
                  </a:moveTo>
                  <a:lnTo>
                    <a:pt x="3882" y="3549"/>
                  </a:lnTo>
                  <a:lnTo>
                    <a:pt x="1763" y="3549"/>
                  </a:lnTo>
                  <a:lnTo>
                    <a:pt x="1763" y="2382"/>
                  </a:lnTo>
                  <a:close/>
                  <a:moveTo>
                    <a:pt x="7097" y="2382"/>
                  </a:moveTo>
                  <a:lnTo>
                    <a:pt x="7097" y="3549"/>
                  </a:lnTo>
                  <a:lnTo>
                    <a:pt x="4597" y="3549"/>
                  </a:lnTo>
                  <a:lnTo>
                    <a:pt x="3811" y="2382"/>
                  </a:lnTo>
                  <a:close/>
                  <a:moveTo>
                    <a:pt x="8669" y="5097"/>
                  </a:moveTo>
                  <a:lnTo>
                    <a:pt x="8669" y="5097"/>
                  </a:lnTo>
                  <a:cubicBezTo>
                    <a:pt x="8050" y="6050"/>
                    <a:pt x="7121" y="6764"/>
                    <a:pt x="6026" y="7121"/>
                  </a:cubicBezTo>
                  <a:cubicBezTo>
                    <a:pt x="5787" y="7216"/>
                    <a:pt x="5549" y="7336"/>
                    <a:pt x="5335" y="7478"/>
                  </a:cubicBezTo>
                  <a:cubicBezTo>
                    <a:pt x="5359" y="6288"/>
                    <a:pt x="6335" y="5311"/>
                    <a:pt x="7526" y="5311"/>
                  </a:cubicBezTo>
                  <a:cubicBezTo>
                    <a:pt x="7931" y="5311"/>
                    <a:pt x="8312" y="5240"/>
                    <a:pt x="8669" y="5097"/>
                  </a:cubicBezTo>
                  <a:close/>
                  <a:moveTo>
                    <a:pt x="7097" y="4144"/>
                  </a:moveTo>
                  <a:lnTo>
                    <a:pt x="7097" y="4764"/>
                  </a:lnTo>
                  <a:cubicBezTo>
                    <a:pt x="5764" y="4978"/>
                    <a:pt x="4740" y="6145"/>
                    <a:pt x="4740" y="7526"/>
                  </a:cubicBezTo>
                  <a:lnTo>
                    <a:pt x="4740" y="7669"/>
                  </a:lnTo>
                  <a:lnTo>
                    <a:pt x="2668" y="7669"/>
                  </a:lnTo>
                  <a:cubicBezTo>
                    <a:pt x="2168" y="7669"/>
                    <a:pt x="1763" y="7264"/>
                    <a:pt x="1763" y="6788"/>
                  </a:cubicBezTo>
                  <a:lnTo>
                    <a:pt x="1763" y="4144"/>
                  </a:lnTo>
                  <a:close/>
                  <a:moveTo>
                    <a:pt x="9455" y="4906"/>
                  </a:moveTo>
                  <a:lnTo>
                    <a:pt x="9455" y="5621"/>
                  </a:lnTo>
                  <a:cubicBezTo>
                    <a:pt x="9455" y="6740"/>
                    <a:pt x="8526" y="7669"/>
                    <a:pt x="7383" y="7669"/>
                  </a:cubicBezTo>
                  <a:lnTo>
                    <a:pt x="6264" y="7669"/>
                  </a:lnTo>
                  <a:cubicBezTo>
                    <a:pt x="7502" y="7240"/>
                    <a:pt x="8574" y="6383"/>
                    <a:pt x="9241" y="5264"/>
                  </a:cubicBezTo>
                  <a:lnTo>
                    <a:pt x="9455" y="4906"/>
                  </a:lnTo>
                  <a:close/>
                  <a:moveTo>
                    <a:pt x="9431" y="8264"/>
                  </a:moveTo>
                  <a:cubicBezTo>
                    <a:pt x="9288" y="8955"/>
                    <a:pt x="8693" y="9455"/>
                    <a:pt x="7978" y="9455"/>
                  </a:cubicBezTo>
                  <a:lnTo>
                    <a:pt x="2072" y="9455"/>
                  </a:lnTo>
                  <a:cubicBezTo>
                    <a:pt x="1358" y="9455"/>
                    <a:pt x="763" y="8931"/>
                    <a:pt x="620" y="8264"/>
                  </a:cubicBezTo>
                  <a:close/>
                  <a:moveTo>
                    <a:pt x="2239" y="1"/>
                  </a:moveTo>
                  <a:lnTo>
                    <a:pt x="1763" y="334"/>
                  </a:lnTo>
                  <a:lnTo>
                    <a:pt x="2715" y="1787"/>
                  </a:lnTo>
                  <a:lnTo>
                    <a:pt x="1167" y="1787"/>
                  </a:lnTo>
                  <a:lnTo>
                    <a:pt x="1167" y="6788"/>
                  </a:lnTo>
                  <a:cubicBezTo>
                    <a:pt x="1167" y="7121"/>
                    <a:pt x="1287" y="7431"/>
                    <a:pt x="1477" y="7669"/>
                  </a:cubicBezTo>
                  <a:lnTo>
                    <a:pt x="1" y="7669"/>
                  </a:lnTo>
                  <a:lnTo>
                    <a:pt x="1" y="7979"/>
                  </a:lnTo>
                  <a:cubicBezTo>
                    <a:pt x="1" y="9098"/>
                    <a:pt x="929" y="10050"/>
                    <a:pt x="2072" y="10050"/>
                  </a:cubicBezTo>
                  <a:lnTo>
                    <a:pt x="7978" y="10050"/>
                  </a:lnTo>
                  <a:cubicBezTo>
                    <a:pt x="9122" y="10050"/>
                    <a:pt x="10050" y="9122"/>
                    <a:pt x="10050" y="7979"/>
                  </a:cubicBezTo>
                  <a:lnTo>
                    <a:pt x="10050" y="7669"/>
                  </a:lnTo>
                  <a:lnTo>
                    <a:pt x="9050" y="7669"/>
                  </a:lnTo>
                  <a:cubicBezTo>
                    <a:pt x="9669" y="7193"/>
                    <a:pt x="10050" y="6454"/>
                    <a:pt x="10050" y="5621"/>
                  </a:cubicBezTo>
                  <a:lnTo>
                    <a:pt x="10050" y="3144"/>
                  </a:lnTo>
                  <a:lnTo>
                    <a:pt x="9098" y="4097"/>
                  </a:lnTo>
                  <a:cubicBezTo>
                    <a:pt x="8717" y="4478"/>
                    <a:pt x="8217" y="4692"/>
                    <a:pt x="7693" y="4716"/>
                  </a:cubicBezTo>
                  <a:lnTo>
                    <a:pt x="7693" y="1787"/>
                  </a:lnTo>
                  <a:lnTo>
                    <a:pt x="3430" y="1787"/>
                  </a:lnTo>
                  <a:lnTo>
                    <a:pt x="2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19"/>
            <p:cNvSpPr/>
            <p:nvPr/>
          </p:nvSpPr>
          <p:spPr>
            <a:xfrm>
              <a:off x="4352650" y="3703050"/>
              <a:ext cx="241150" cy="139150"/>
            </a:xfrm>
            <a:custGeom>
              <a:rect b="b" l="l" r="r" t="t"/>
              <a:pathLst>
                <a:path extrusionOk="0" h="5566" w="9646">
                  <a:moveTo>
                    <a:pt x="5762" y="1284"/>
                  </a:moveTo>
                  <a:cubicBezTo>
                    <a:pt x="5826" y="1284"/>
                    <a:pt x="5890" y="1287"/>
                    <a:pt x="5955" y="1292"/>
                  </a:cubicBezTo>
                  <a:cubicBezTo>
                    <a:pt x="5835" y="1435"/>
                    <a:pt x="5693" y="1578"/>
                    <a:pt x="5573" y="1721"/>
                  </a:cubicBezTo>
                  <a:cubicBezTo>
                    <a:pt x="5454" y="1578"/>
                    <a:pt x="5288" y="1483"/>
                    <a:pt x="5121" y="1411"/>
                  </a:cubicBezTo>
                  <a:cubicBezTo>
                    <a:pt x="5324" y="1319"/>
                    <a:pt x="5542" y="1284"/>
                    <a:pt x="5762" y="1284"/>
                  </a:cubicBezTo>
                  <a:close/>
                  <a:moveTo>
                    <a:pt x="8122" y="3436"/>
                  </a:moveTo>
                  <a:cubicBezTo>
                    <a:pt x="8169" y="3745"/>
                    <a:pt x="8122" y="4031"/>
                    <a:pt x="8003" y="4293"/>
                  </a:cubicBezTo>
                  <a:cubicBezTo>
                    <a:pt x="7931" y="4126"/>
                    <a:pt x="7812" y="3959"/>
                    <a:pt x="7693" y="3817"/>
                  </a:cubicBezTo>
                  <a:cubicBezTo>
                    <a:pt x="7836" y="3698"/>
                    <a:pt x="7979" y="3578"/>
                    <a:pt x="8122" y="3436"/>
                  </a:cubicBezTo>
                  <a:close/>
                  <a:moveTo>
                    <a:pt x="7931" y="609"/>
                  </a:moveTo>
                  <a:cubicBezTo>
                    <a:pt x="8109" y="609"/>
                    <a:pt x="8284" y="661"/>
                    <a:pt x="8431" y="768"/>
                  </a:cubicBezTo>
                  <a:cubicBezTo>
                    <a:pt x="8908" y="1126"/>
                    <a:pt x="8931" y="1769"/>
                    <a:pt x="8550" y="2173"/>
                  </a:cubicBezTo>
                  <a:cubicBezTo>
                    <a:pt x="8217" y="2483"/>
                    <a:pt x="7264" y="3626"/>
                    <a:pt x="5431" y="4650"/>
                  </a:cubicBezTo>
                  <a:cubicBezTo>
                    <a:pt x="5057" y="4860"/>
                    <a:pt x="4641" y="4961"/>
                    <a:pt x="4226" y="4961"/>
                  </a:cubicBezTo>
                  <a:cubicBezTo>
                    <a:pt x="3558" y="4961"/>
                    <a:pt x="2891" y="4697"/>
                    <a:pt x="2406" y="4198"/>
                  </a:cubicBezTo>
                  <a:lnTo>
                    <a:pt x="2263" y="4079"/>
                  </a:lnTo>
                  <a:cubicBezTo>
                    <a:pt x="2238" y="4079"/>
                    <a:pt x="2068" y="4154"/>
                    <a:pt x="1847" y="4154"/>
                  </a:cubicBezTo>
                  <a:cubicBezTo>
                    <a:pt x="1655" y="4154"/>
                    <a:pt x="1425" y="4098"/>
                    <a:pt x="1215" y="3888"/>
                  </a:cubicBezTo>
                  <a:lnTo>
                    <a:pt x="1144" y="3817"/>
                  </a:lnTo>
                  <a:lnTo>
                    <a:pt x="2120" y="3483"/>
                  </a:lnTo>
                  <a:lnTo>
                    <a:pt x="2430" y="2507"/>
                  </a:lnTo>
                  <a:lnTo>
                    <a:pt x="2525" y="2602"/>
                  </a:lnTo>
                  <a:cubicBezTo>
                    <a:pt x="2954" y="3031"/>
                    <a:pt x="2716" y="3578"/>
                    <a:pt x="2692" y="3650"/>
                  </a:cubicBezTo>
                  <a:lnTo>
                    <a:pt x="2835" y="3769"/>
                  </a:lnTo>
                  <a:cubicBezTo>
                    <a:pt x="3100" y="4034"/>
                    <a:pt x="3468" y="4176"/>
                    <a:pt x="3862" y="4176"/>
                  </a:cubicBezTo>
                  <a:cubicBezTo>
                    <a:pt x="3893" y="4176"/>
                    <a:pt x="3923" y="4176"/>
                    <a:pt x="3954" y="4174"/>
                  </a:cubicBezTo>
                  <a:cubicBezTo>
                    <a:pt x="4359" y="4126"/>
                    <a:pt x="4716" y="3912"/>
                    <a:pt x="4931" y="3555"/>
                  </a:cubicBezTo>
                  <a:cubicBezTo>
                    <a:pt x="5835" y="2150"/>
                    <a:pt x="6717" y="1435"/>
                    <a:pt x="7217" y="911"/>
                  </a:cubicBezTo>
                  <a:cubicBezTo>
                    <a:pt x="7413" y="715"/>
                    <a:pt x="7676" y="609"/>
                    <a:pt x="7931" y="609"/>
                  </a:cubicBezTo>
                  <a:close/>
                  <a:moveTo>
                    <a:pt x="7939" y="0"/>
                  </a:moveTo>
                  <a:cubicBezTo>
                    <a:pt x="7526" y="0"/>
                    <a:pt x="7105" y="166"/>
                    <a:pt x="6788" y="483"/>
                  </a:cubicBezTo>
                  <a:lnTo>
                    <a:pt x="6455" y="792"/>
                  </a:lnTo>
                  <a:cubicBezTo>
                    <a:pt x="6229" y="715"/>
                    <a:pt x="5995" y="677"/>
                    <a:pt x="5761" y="677"/>
                  </a:cubicBezTo>
                  <a:cubicBezTo>
                    <a:pt x="5207" y="677"/>
                    <a:pt x="4659" y="890"/>
                    <a:pt x="4240" y="1292"/>
                  </a:cubicBezTo>
                  <a:lnTo>
                    <a:pt x="3883" y="1649"/>
                  </a:lnTo>
                  <a:lnTo>
                    <a:pt x="4835" y="1959"/>
                  </a:lnTo>
                  <a:cubicBezTo>
                    <a:pt x="4954" y="2007"/>
                    <a:pt x="5073" y="2078"/>
                    <a:pt x="5192" y="2173"/>
                  </a:cubicBezTo>
                  <a:cubicBezTo>
                    <a:pt x="4907" y="2507"/>
                    <a:pt x="4645" y="2864"/>
                    <a:pt x="4407" y="3245"/>
                  </a:cubicBezTo>
                  <a:cubicBezTo>
                    <a:pt x="4288" y="3412"/>
                    <a:pt x="4097" y="3531"/>
                    <a:pt x="3883" y="3555"/>
                  </a:cubicBezTo>
                  <a:cubicBezTo>
                    <a:pt x="3850" y="3559"/>
                    <a:pt x="3818" y="3561"/>
                    <a:pt x="3787" y="3561"/>
                  </a:cubicBezTo>
                  <a:cubicBezTo>
                    <a:pt x="3636" y="3561"/>
                    <a:pt x="3501" y="3514"/>
                    <a:pt x="3383" y="3436"/>
                  </a:cubicBezTo>
                  <a:cubicBezTo>
                    <a:pt x="3430" y="2959"/>
                    <a:pt x="3287" y="2507"/>
                    <a:pt x="2954" y="2173"/>
                  </a:cubicBezTo>
                  <a:lnTo>
                    <a:pt x="2168" y="1388"/>
                  </a:lnTo>
                  <a:lnTo>
                    <a:pt x="1620" y="3007"/>
                  </a:lnTo>
                  <a:lnTo>
                    <a:pt x="1" y="3531"/>
                  </a:lnTo>
                  <a:lnTo>
                    <a:pt x="787" y="4317"/>
                  </a:lnTo>
                  <a:cubicBezTo>
                    <a:pt x="1069" y="4599"/>
                    <a:pt x="1471" y="4762"/>
                    <a:pt x="1862" y="4762"/>
                  </a:cubicBezTo>
                  <a:cubicBezTo>
                    <a:pt x="1933" y="4762"/>
                    <a:pt x="2003" y="4756"/>
                    <a:pt x="2073" y="4745"/>
                  </a:cubicBezTo>
                  <a:cubicBezTo>
                    <a:pt x="2549" y="5174"/>
                    <a:pt x="3121" y="5436"/>
                    <a:pt x="3764" y="5531"/>
                  </a:cubicBezTo>
                  <a:cubicBezTo>
                    <a:pt x="3923" y="5554"/>
                    <a:pt x="4084" y="5566"/>
                    <a:pt x="4245" y="5566"/>
                  </a:cubicBezTo>
                  <a:cubicBezTo>
                    <a:pt x="4757" y="5566"/>
                    <a:pt x="5269" y="5446"/>
                    <a:pt x="5740" y="5174"/>
                  </a:cubicBezTo>
                  <a:cubicBezTo>
                    <a:pt x="6240" y="4888"/>
                    <a:pt x="6740" y="4579"/>
                    <a:pt x="7217" y="4221"/>
                  </a:cubicBezTo>
                  <a:cubicBezTo>
                    <a:pt x="7312" y="4317"/>
                    <a:pt x="7407" y="4436"/>
                    <a:pt x="7455" y="4579"/>
                  </a:cubicBezTo>
                  <a:lnTo>
                    <a:pt x="7764" y="5531"/>
                  </a:lnTo>
                  <a:lnTo>
                    <a:pt x="8122" y="5174"/>
                  </a:lnTo>
                  <a:cubicBezTo>
                    <a:pt x="8717" y="4602"/>
                    <a:pt x="8908" y="3721"/>
                    <a:pt x="8622" y="2959"/>
                  </a:cubicBezTo>
                  <a:lnTo>
                    <a:pt x="8979" y="2602"/>
                  </a:lnTo>
                  <a:cubicBezTo>
                    <a:pt x="9646" y="1935"/>
                    <a:pt x="9551" y="840"/>
                    <a:pt x="8788" y="268"/>
                  </a:cubicBezTo>
                  <a:cubicBezTo>
                    <a:pt x="8538" y="88"/>
                    <a:pt x="8240" y="0"/>
                    <a:pt x="7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19"/>
            <p:cNvSpPr/>
            <p:nvPr/>
          </p:nvSpPr>
          <p:spPr>
            <a:xfrm>
              <a:off x="4372300" y="3582150"/>
              <a:ext cx="241150" cy="139075"/>
            </a:xfrm>
            <a:custGeom>
              <a:rect b="b" l="l" r="r" t="t"/>
              <a:pathLst>
                <a:path extrusionOk="0" h="5563" w="9646">
                  <a:moveTo>
                    <a:pt x="1644" y="1270"/>
                  </a:moveTo>
                  <a:cubicBezTo>
                    <a:pt x="1715" y="1437"/>
                    <a:pt x="1835" y="1604"/>
                    <a:pt x="1954" y="1746"/>
                  </a:cubicBezTo>
                  <a:cubicBezTo>
                    <a:pt x="1811" y="1866"/>
                    <a:pt x="1668" y="1985"/>
                    <a:pt x="1525" y="2127"/>
                  </a:cubicBezTo>
                  <a:cubicBezTo>
                    <a:pt x="1501" y="1818"/>
                    <a:pt x="1525" y="1532"/>
                    <a:pt x="1644" y="1270"/>
                  </a:cubicBezTo>
                  <a:close/>
                  <a:moveTo>
                    <a:pt x="4073" y="3842"/>
                  </a:moveTo>
                  <a:cubicBezTo>
                    <a:pt x="4216" y="3985"/>
                    <a:pt x="4359" y="4080"/>
                    <a:pt x="4526" y="4152"/>
                  </a:cubicBezTo>
                  <a:cubicBezTo>
                    <a:pt x="4322" y="4244"/>
                    <a:pt x="4105" y="4279"/>
                    <a:pt x="3884" y="4279"/>
                  </a:cubicBezTo>
                  <a:cubicBezTo>
                    <a:pt x="3820" y="4279"/>
                    <a:pt x="3756" y="4276"/>
                    <a:pt x="3692" y="4271"/>
                  </a:cubicBezTo>
                  <a:cubicBezTo>
                    <a:pt x="3811" y="4128"/>
                    <a:pt x="3954" y="3985"/>
                    <a:pt x="4073" y="3842"/>
                  </a:cubicBezTo>
                  <a:close/>
                  <a:moveTo>
                    <a:pt x="5421" y="602"/>
                  </a:moveTo>
                  <a:cubicBezTo>
                    <a:pt x="6092" y="602"/>
                    <a:pt x="6764" y="866"/>
                    <a:pt x="7264" y="1365"/>
                  </a:cubicBezTo>
                  <a:lnTo>
                    <a:pt x="7383" y="1484"/>
                  </a:lnTo>
                  <a:cubicBezTo>
                    <a:pt x="7409" y="1484"/>
                    <a:pt x="7578" y="1409"/>
                    <a:pt x="7800" y="1409"/>
                  </a:cubicBezTo>
                  <a:cubicBezTo>
                    <a:pt x="7991" y="1409"/>
                    <a:pt x="8221" y="1465"/>
                    <a:pt x="8431" y="1675"/>
                  </a:cubicBezTo>
                  <a:lnTo>
                    <a:pt x="8503" y="1746"/>
                  </a:lnTo>
                  <a:lnTo>
                    <a:pt x="7550" y="2080"/>
                  </a:lnTo>
                  <a:lnTo>
                    <a:pt x="7217" y="3056"/>
                  </a:lnTo>
                  <a:lnTo>
                    <a:pt x="7145" y="2961"/>
                  </a:lnTo>
                  <a:cubicBezTo>
                    <a:pt x="6693" y="2532"/>
                    <a:pt x="6955" y="1985"/>
                    <a:pt x="6955" y="1913"/>
                  </a:cubicBezTo>
                  <a:lnTo>
                    <a:pt x="6836" y="1794"/>
                  </a:lnTo>
                  <a:cubicBezTo>
                    <a:pt x="6548" y="1529"/>
                    <a:pt x="6179" y="1387"/>
                    <a:pt x="5803" y="1387"/>
                  </a:cubicBezTo>
                  <a:cubicBezTo>
                    <a:pt x="5774" y="1387"/>
                    <a:pt x="5745" y="1388"/>
                    <a:pt x="5716" y="1389"/>
                  </a:cubicBezTo>
                  <a:cubicBezTo>
                    <a:pt x="5311" y="1437"/>
                    <a:pt x="4954" y="1651"/>
                    <a:pt x="4716" y="2008"/>
                  </a:cubicBezTo>
                  <a:cubicBezTo>
                    <a:pt x="3811" y="3413"/>
                    <a:pt x="2930" y="4128"/>
                    <a:pt x="2430" y="4652"/>
                  </a:cubicBezTo>
                  <a:cubicBezTo>
                    <a:pt x="2233" y="4848"/>
                    <a:pt x="1971" y="4954"/>
                    <a:pt x="1715" y="4954"/>
                  </a:cubicBezTo>
                  <a:cubicBezTo>
                    <a:pt x="1537" y="4954"/>
                    <a:pt x="1362" y="4902"/>
                    <a:pt x="1215" y="4795"/>
                  </a:cubicBezTo>
                  <a:cubicBezTo>
                    <a:pt x="739" y="4437"/>
                    <a:pt x="715" y="3794"/>
                    <a:pt x="1096" y="3390"/>
                  </a:cubicBezTo>
                  <a:cubicBezTo>
                    <a:pt x="1453" y="3080"/>
                    <a:pt x="2406" y="1937"/>
                    <a:pt x="4216" y="913"/>
                  </a:cubicBezTo>
                  <a:cubicBezTo>
                    <a:pt x="4590" y="703"/>
                    <a:pt x="5005" y="602"/>
                    <a:pt x="5421" y="602"/>
                  </a:cubicBezTo>
                  <a:close/>
                  <a:moveTo>
                    <a:pt x="5447" y="0"/>
                  </a:moveTo>
                  <a:cubicBezTo>
                    <a:pt x="4914" y="0"/>
                    <a:pt x="4393" y="130"/>
                    <a:pt x="3930" y="389"/>
                  </a:cubicBezTo>
                  <a:cubicBezTo>
                    <a:pt x="3406" y="675"/>
                    <a:pt x="2906" y="984"/>
                    <a:pt x="2430" y="1342"/>
                  </a:cubicBezTo>
                  <a:cubicBezTo>
                    <a:pt x="2335" y="1246"/>
                    <a:pt x="2239" y="1127"/>
                    <a:pt x="2192" y="984"/>
                  </a:cubicBezTo>
                  <a:lnTo>
                    <a:pt x="1882" y="32"/>
                  </a:lnTo>
                  <a:lnTo>
                    <a:pt x="1525" y="389"/>
                  </a:lnTo>
                  <a:cubicBezTo>
                    <a:pt x="953" y="961"/>
                    <a:pt x="763" y="1842"/>
                    <a:pt x="1025" y="2604"/>
                  </a:cubicBezTo>
                  <a:lnTo>
                    <a:pt x="668" y="2961"/>
                  </a:lnTo>
                  <a:cubicBezTo>
                    <a:pt x="1" y="3628"/>
                    <a:pt x="96" y="4723"/>
                    <a:pt x="858" y="5295"/>
                  </a:cubicBezTo>
                  <a:cubicBezTo>
                    <a:pt x="1109" y="5475"/>
                    <a:pt x="1410" y="5563"/>
                    <a:pt x="1716" y="5563"/>
                  </a:cubicBezTo>
                  <a:cubicBezTo>
                    <a:pt x="2137" y="5563"/>
                    <a:pt x="2565" y="5397"/>
                    <a:pt x="2882" y="5080"/>
                  </a:cubicBezTo>
                  <a:lnTo>
                    <a:pt x="3192" y="4771"/>
                  </a:lnTo>
                  <a:cubicBezTo>
                    <a:pt x="3430" y="4842"/>
                    <a:pt x="3668" y="4890"/>
                    <a:pt x="3906" y="4890"/>
                  </a:cubicBezTo>
                  <a:cubicBezTo>
                    <a:pt x="4454" y="4890"/>
                    <a:pt x="5002" y="4676"/>
                    <a:pt x="5407" y="4271"/>
                  </a:cubicBezTo>
                  <a:lnTo>
                    <a:pt x="5764" y="3914"/>
                  </a:lnTo>
                  <a:lnTo>
                    <a:pt x="4811" y="3604"/>
                  </a:lnTo>
                  <a:cubicBezTo>
                    <a:pt x="4692" y="3556"/>
                    <a:pt x="4573" y="3485"/>
                    <a:pt x="4478" y="3390"/>
                  </a:cubicBezTo>
                  <a:cubicBezTo>
                    <a:pt x="4740" y="3056"/>
                    <a:pt x="5002" y="2699"/>
                    <a:pt x="5240" y="2318"/>
                  </a:cubicBezTo>
                  <a:cubicBezTo>
                    <a:pt x="5359" y="2151"/>
                    <a:pt x="5550" y="2032"/>
                    <a:pt x="5764" y="2008"/>
                  </a:cubicBezTo>
                  <a:cubicBezTo>
                    <a:pt x="5797" y="2004"/>
                    <a:pt x="5829" y="2002"/>
                    <a:pt x="5860" y="2002"/>
                  </a:cubicBezTo>
                  <a:cubicBezTo>
                    <a:pt x="6012" y="2002"/>
                    <a:pt x="6150" y="2049"/>
                    <a:pt x="6288" y="2127"/>
                  </a:cubicBezTo>
                  <a:cubicBezTo>
                    <a:pt x="6216" y="2604"/>
                    <a:pt x="6383" y="3056"/>
                    <a:pt x="6716" y="3390"/>
                  </a:cubicBezTo>
                  <a:lnTo>
                    <a:pt x="7479" y="4176"/>
                  </a:lnTo>
                  <a:lnTo>
                    <a:pt x="8026" y="2556"/>
                  </a:lnTo>
                  <a:lnTo>
                    <a:pt x="9646" y="2032"/>
                  </a:lnTo>
                  <a:lnTo>
                    <a:pt x="8860" y="1246"/>
                  </a:lnTo>
                  <a:cubicBezTo>
                    <a:pt x="8578" y="964"/>
                    <a:pt x="8193" y="801"/>
                    <a:pt x="7793" y="801"/>
                  </a:cubicBezTo>
                  <a:cubicBezTo>
                    <a:pt x="7720" y="801"/>
                    <a:pt x="7647" y="807"/>
                    <a:pt x="7574" y="818"/>
                  </a:cubicBezTo>
                  <a:cubicBezTo>
                    <a:pt x="7098" y="389"/>
                    <a:pt x="6526" y="127"/>
                    <a:pt x="5907" y="32"/>
                  </a:cubicBezTo>
                  <a:cubicBezTo>
                    <a:pt x="5753" y="11"/>
                    <a:pt x="5600" y="0"/>
                    <a:pt x="54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19"/>
            <p:cNvSpPr/>
            <p:nvPr/>
          </p:nvSpPr>
          <p:spPr>
            <a:xfrm>
              <a:off x="4981950" y="3593650"/>
              <a:ext cx="28600" cy="67900"/>
            </a:xfrm>
            <a:custGeom>
              <a:rect b="b" l="l" r="r" t="t"/>
              <a:pathLst>
                <a:path extrusionOk="0" h="2716" w="1144">
                  <a:moveTo>
                    <a:pt x="715" y="0"/>
                  </a:moveTo>
                  <a:lnTo>
                    <a:pt x="406" y="477"/>
                  </a:lnTo>
                  <a:cubicBezTo>
                    <a:pt x="525" y="548"/>
                    <a:pt x="596" y="667"/>
                    <a:pt x="596" y="810"/>
                  </a:cubicBezTo>
                  <a:cubicBezTo>
                    <a:pt x="596" y="929"/>
                    <a:pt x="525" y="1072"/>
                    <a:pt x="406" y="1144"/>
                  </a:cubicBezTo>
                  <a:cubicBezTo>
                    <a:pt x="144" y="1310"/>
                    <a:pt x="1" y="1620"/>
                    <a:pt x="1" y="1929"/>
                  </a:cubicBezTo>
                  <a:cubicBezTo>
                    <a:pt x="1" y="2239"/>
                    <a:pt x="144" y="2549"/>
                    <a:pt x="406" y="2715"/>
                  </a:cubicBezTo>
                  <a:lnTo>
                    <a:pt x="715" y="2263"/>
                  </a:lnTo>
                  <a:cubicBezTo>
                    <a:pt x="620" y="2168"/>
                    <a:pt x="549" y="2048"/>
                    <a:pt x="549" y="1929"/>
                  </a:cubicBezTo>
                  <a:cubicBezTo>
                    <a:pt x="549" y="1787"/>
                    <a:pt x="620" y="1667"/>
                    <a:pt x="715" y="1596"/>
                  </a:cubicBezTo>
                  <a:cubicBezTo>
                    <a:pt x="1001" y="1429"/>
                    <a:pt x="1144" y="1120"/>
                    <a:pt x="1144" y="810"/>
                  </a:cubicBezTo>
                  <a:cubicBezTo>
                    <a:pt x="1144" y="477"/>
                    <a:pt x="1001" y="167"/>
                    <a:pt x="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19"/>
            <p:cNvSpPr/>
            <p:nvPr/>
          </p:nvSpPr>
          <p:spPr>
            <a:xfrm>
              <a:off x="5016500" y="3593650"/>
              <a:ext cx="29175" cy="67900"/>
            </a:xfrm>
            <a:custGeom>
              <a:rect b="b" l="l" r="r" t="t"/>
              <a:pathLst>
                <a:path extrusionOk="0" h="2716" w="1167">
                  <a:moveTo>
                    <a:pt x="738" y="0"/>
                  </a:moveTo>
                  <a:lnTo>
                    <a:pt x="429" y="477"/>
                  </a:lnTo>
                  <a:cubicBezTo>
                    <a:pt x="548" y="548"/>
                    <a:pt x="595" y="667"/>
                    <a:pt x="595" y="810"/>
                  </a:cubicBezTo>
                  <a:cubicBezTo>
                    <a:pt x="595" y="929"/>
                    <a:pt x="548" y="1072"/>
                    <a:pt x="429" y="1144"/>
                  </a:cubicBezTo>
                  <a:cubicBezTo>
                    <a:pt x="167" y="1310"/>
                    <a:pt x="0" y="1620"/>
                    <a:pt x="0" y="1929"/>
                  </a:cubicBezTo>
                  <a:cubicBezTo>
                    <a:pt x="0" y="2239"/>
                    <a:pt x="167" y="2549"/>
                    <a:pt x="429" y="2715"/>
                  </a:cubicBezTo>
                  <a:lnTo>
                    <a:pt x="738" y="2263"/>
                  </a:lnTo>
                  <a:cubicBezTo>
                    <a:pt x="619" y="2168"/>
                    <a:pt x="572" y="2048"/>
                    <a:pt x="572" y="1929"/>
                  </a:cubicBezTo>
                  <a:cubicBezTo>
                    <a:pt x="572" y="1787"/>
                    <a:pt x="619" y="1667"/>
                    <a:pt x="738" y="1596"/>
                  </a:cubicBezTo>
                  <a:cubicBezTo>
                    <a:pt x="1000" y="1429"/>
                    <a:pt x="1167" y="1120"/>
                    <a:pt x="1167" y="810"/>
                  </a:cubicBezTo>
                  <a:cubicBezTo>
                    <a:pt x="1167" y="477"/>
                    <a:pt x="1000" y="167"/>
                    <a:pt x="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19"/>
            <p:cNvSpPr/>
            <p:nvPr/>
          </p:nvSpPr>
          <p:spPr>
            <a:xfrm>
              <a:off x="5051625" y="3593650"/>
              <a:ext cx="28600" cy="67900"/>
            </a:xfrm>
            <a:custGeom>
              <a:rect b="b" l="l" r="r" t="t"/>
              <a:pathLst>
                <a:path extrusionOk="0" h="2716" w="1144">
                  <a:moveTo>
                    <a:pt x="738" y="0"/>
                  </a:moveTo>
                  <a:lnTo>
                    <a:pt x="429" y="477"/>
                  </a:lnTo>
                  <a:cubicBezTo>
                    <a:pt x="524" y="548"/>
                    <a:pt x="595" y="667"/>
                    <a:pt x="595" y="810"/>
                  </a:cubicBezTo>
                  <a:cubicBezTo>
                    <a:pt x="595" y="929"/>
                    <a:pt x="524" y="1072"/>
                    <a:pt x="429" y="1144"/>
                  </a:cubicBezTo>
                  <a:cubicBezTo>
                    <a:pt x="143" y="1310"/>
                    <a:pt x="0" y="1620"/>
                    <a:pt x="0" y="1929"/>
                  </a:cubicBezTo>
                  <a:cubicBezTo>
                    <a:pt x="0" y="2239"/>
                    <a:pt x="143" y="2549"/>
                    <a:pt x="429" y="2715"/>
                  </a:cubicBezTo>
                  <a:lnTo>
                    <a:pt x="738" y="2263"/>
                  </a:lnTo>
                  <a:cubicBezTo>
                    <a:pt x="619" y="2168"/>
                    <a:pt x="548" y="2048"/>
                    <a:pt x="548" y="1929"/>
                  </a:cubicBezTo>
                  <a:cubicBezTo>
                    <a:pt x="548" y="1787"/>
                    <a:pt x="619" y="1667"/>
                    <a:pt x="738" y="1596"/>
                  </a:cubicBezTo>
                  <a:cubicBezTo>
                    <a:pt x="1000" y="1429"/>
                    <a:pt x="1143" y="1120"/>
                    <a:pt x="1143" y="810"/>
                  </a:cubicBezTo>
                  <a:cubicBezTo>
                    <a:pt x="1143" y="477"/>
                    <a:pt x="1000" y="167"/>
                    <a:pt x="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19"/>
            <p:cNvSpPr/>
            <p:nvPr/>
          </p:nvSpPr>
          <p:spPr>
            <a:xfrm>
              <a:off x="4925400" y="3628775"/>
              <a:ext cx="238175" cy="203050"/>
            </a:xfrm>
            <a:custGeom>
              <a:rect b="b" l="l" r="r" t="t"/>
              <a:pathLst>
                <a:path extrusionOk="0" h="8122" w="9527">
                  <a:moveTo>
                    <a:pt x="7835" y="2549"/>
                  </a:moveTo>
                  <a:lnTo>
                    <a:pt x="7835" y="3096"/>
                  </a:lnTo>
                  <a:lnTo>
                    <a:pt x="572" y="3096"/>
                  </a:lnTo>
                  <a:lnTo>
                    <a:pt x="572" y="2549"/>
                  </a:lnTo>
                  <a:close/>
                  <a:moveTo>
                    <a:pt x="1763" y="3644"/>
                  </a:moveTo>
                  <a:lnTo>
                    <a:pt x="1953" y="4216"/>
                  </a:lnTo>
                  <a:lnTo>
                    <a:pt x="905" y="4216"/>
                  </a:lnTo>
                  <a:lnTo>
                    <a:pt x="691" y="3644"/>
                  </a:lnTo>
                  <a:close/>
                  <a:moveTo>
                    <a:pt x="3930" y="3644"/>
                  </a:moveTo>
                  <a:lnTo>
                    <a:pt x="3930" y="4216"/>
                  </a:lnTo>
                  <a:lnTo>
                    <a:pt x="2549" y="4216"/>
                  </a:lnTo>
                  <a:lnTo>
                    <a:pt x="2358" y="3644"/>
                  </a:lnTo>
                  <a:close/>
                  <a:moveTo>
                    <a:pt x="6049" y="3644"/>
                  </a:moveTo>
                  <a:lnTo>
                    <a:pt x="5883" y="4216"/>
                  </a:lnTo>
                  <a:lnTo>
                    <a:pt x="4501" y="4216"/>
                  </a:lnTo>
                  <a:lnTo>
                    <a:pt x="4501" y="3644"/>
                  </a:lnTo>
                  <a:close/>
                  <a:moveTo>
                    <a:pt x="7716" y="3644"/>
                  </a:moveTo>
                  <a:lnTo>
                    <a:pt x="7502" y="4216"/>
                  </a:lnTo>
                  <a:lnTo>
                    <a:pt x="6454" y="4216"/>
                  </a:lnTo>
                  <a:lnTo>
                    <a:pt x="6645" y="3644"/>
                  </a:lnTo>
                  <a:close/>
                  <a:moveTo>
                    <a:pt x="7288" y="4763"/>
                  </a:moveTo>
                  <a:lnTo>
                    <a:pt x="7097" y="5335"/>
                  </a:lnTo>
                  <a:lnTo>
                    <a:pt x="1310" y="5335"/>
                  </a:lnTo>
                  <a:lnTo>
                    <a:pt x="1120" y="4763"/>
                  </a:lnTo>
                  <a:close/>
                  <a:moveTo>
                    <a:pt x="2501" y="5883"/>
                  </a:moveTo>
                  <a:lnTo>
                    <a:pt x="2691" y="6454"/>
                  </a:lnTo>
                  <a:lnTo>
                    <a:pt x="1739" y="6454"/>
                  </a:lnTo>
                  <a:lnTo>
                    <a:pt x="1525" y="5883"/>
                  </a:lnTo>
                  <a:close/>
                  <a:moveTo>
                    <a:pt x="3930" y="5883"/>
                  </a:moveTo>
                  <a:lnTo>
                    <a:pt x="3930" y="6454"/>
                  </a:lnTo>
                  <a:lnTo>
                    <a:pt x="3287" y="6454"/>
                  </a:lnTo>
                  <a:lnTo>
                    <a:pt x="3096" y="5883"/>
                  </a:lnTo>
                  <a:close/>
                  <a:moveTo>
                    <a:pt x="5311" y="5883"/>
                  </a:moveTo>
                  <a:lnTo>
                    <a:pt x="5121" y="6454"/>
                  </a:lnTo>
                  <a:lnTo>
                    <a:pt x="4501" y="6454"/>
                  </a:lnTo>
                  <a:lnTo>
                    <a:pt x="4501" y="5883"/>
                  </a:lnTo>
                  <a:close/>
                  <a:moveTo>
                    <a:pt x="6168" y="5883"/>
                  </a:moveTo>
                  <a:lnTo>
                    <a:pt x="6168" y="6454"/>
                  </a:lnTo>
                  <a:lnTo>
                    <a:pt x="5716" y="6454"/>
                  </a:lnTo>
                  <a:lnTo>
                    <a:pt x="5906" y="5883"/>
                  </a:lnTo>
                  <a:close/>
                  <a:moveTo>
                    <a:pt x="6264" y="7002"/>
                  </a:moveTo>
                  <a:cubicBezTo>
                    <a:pt x="6287" y="7097"/>
                    <a:pt x="6335" y="7169"/>
                    <a:pt x="6383" y="7240"/>
                  </a:cubicBezTo>
                  <a:lnTo>
                    <a:pt x="6264" y="7550"/>
                  </a:lnTo>
                  <a:lnTo>
                    <a:pt x="2168" y="7550"/>
                  </a:lnTo>
                  <a:lnTo>
                    <a:pt x="1953" y="7002"/>
                  </a:lnTo>
                  <a:close/>
                  <a:moveTo>
                    <a:pt x="8979" y="5883"/>
                  </a:moveTo>
                  <a:lnTo>
                    <a:pt x="8979" y="6454"/>
                  </a:lnTo>
                  <a:cubicBezTo>
                    <a:pt x="8979" y="7050"/>
                    <a:pt x="8455" y="7550"/>
                    <a:pt x="7835" y="7550"/>
                  </a:cubicBezTo>
                  <a:cubicBezTo>
                    <a:pt x="7216" y="7550"/>
                    <a:pt x="6716" y="7050"/>
                    <a:pt x="6716" y="6454"/>
                  </a:cubicBezTo>
                  <a:lnTo>
                    <a:pt x="6716" y="5883"/>
                  </a:lnTo>
                  <a:close/>
                  <a:moveTo>
                    <a:pt x="8979" y="1"/>
                  </a:moveTo>
                  <a:lnTo>
                    <a:pt x="8979" y="5335"/>
                  </a:lnTo>
                  <a:lnTo>
                    <a:pt x="7693" y="5335"/>
                  </a:lnTo>
                  <a:lnTo>
                    <a:pt x="8407" y="3430"/>
                  </a:lnTo>
                  <a:lnTo>
                    <a:pt x="8407" y="1977"/>
                  </a:lnTo>
                  <a:lnTo>
                    <a:pt x="0" y="1977"/>
                  </a:lnTo>
                  <a:lnTo>
                    <a:pt x="0" y="3430"/>
                  </a:lnTo>
                  <a:lnTo>
                    <a:pt x="1763" y="8121"/>
                  </a:lnTo>
                  <a:lnTo>
                    <a:pt x="6645" y="8121"/>
                  </a:lnTo>
                  <a:lnTo>
                    <a:pt x="6788" y="7740"/>
                  </a:lnTo>
                  <a:cubicBezTo>
                    <a:pt x="7073" y="7978"/>
                    <a:pt x="7431" y="8121"/>
                    <a:pt x="7835" y="8121"/>
                  </a:cubicBezTo>
                  <a:cubicBezTo>
                    <a:pt x="8764" y="8121"/>
                    <a:pt x="9526" y="7359"/>
                    <a:pt x="9526" y="6454"/>
                  </a:cubicBezTo>
                  <a:lnTo>
                    <a:pt x="9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19"/>
            <p:cNvSpPr/>
            <p:nvPr/>
          </p:nvSpPr>
          <p:spPr>
            <a:xfrm>
              <a:off x="5516600" y="3746050"/>
              <a:ext cx="39900" cy="39925"/>
            </a:xfrm>
            <a:custGeom>
              <a:rect b="b" l="l" r="r" t="t"/>
              <a:pathLst>
                <a:path extrusionOk="0" h="1597" w="1596">
                  <a:moveTo>
                    <a:pt x="786" y="525"/>
                  </a:moveTo>
                  <a:cubicBezTo>
                    <a:pt x="929" y="525"/>
                    <a:pt x="1048" y="644"/>
                    <a:pt x="1048" y="787"/>
                  </a:cubicBezTo>
                  <a:cubicBezTo>
                    <a:pt x="1048" y="954"/>
                    <a:pt x="929" y="1073"/>
                    <a:pt x="786" y="1073"/>
                  </a:cubicBezTo>
                  <a:cubicBezTo>
                    <a:pt x="643" y="1073"/>
                    <a:pt x="524" y="954"/>
                    <a:pt x="524" y="787"/>
                  </a:cubicBezTo>
                  <a:cubicBezTo>
                    <a:pt x="524" y="644"/>
                    <a:pt x="643" y="525"/>
                    <a:pt x="786" y="525"/>
                  </a:cubicBezTo>
                  <a:close/>
                  <a:moveTo>
                    <a:pt x="786" y="1"/>
                  </a:moveTo>
                  <a:cubicBezTo>
                    <a:pt x="357" y="1"/>
                    <a:pt x="0" y="358"/>
                    <a:pt x="0" y="787"/>
                  </a:cubicBezTo>
                  <a:cubicBezTo>
                    <a:pt x="0" y="1239"/>
                    <a:pt x="357" y="1597"/>
                    <a:pt x="786" y="1597"/>
                  </a:cubicBezTo>
                  <a:cubicBezTo>
                    <a:pt x="1239" y="1597"/>
                    <a:pt x="1596" y="1239"/>
                    <a:pt x="1596" y="787"/>
                  </a:cubicBezTo>
                  <a:cubicBezTo>
                    <a:pt x="1596" y="358"/>
                    <a:pt x="1239"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19"/>
            <p:cNvSpPr/>
            <p:nvPr/>
          </p:nvSpPr>
          <p:spPr>
            <a:xfrm>
              <a:off x="5476100" y="3598400"/>
              <a:ext cx="226875" cy="227475"/>
            </a:xfrm>
            <a:custGeom>
              <a:rect b="b" l="l" r="r" t="t"/>
              <a:pathLst>
                <a:path extrusionOk="0" h="9099" w="9075">
                  <a:moveTo>
                    <a:pt x="6145" y="549"/>
                  </a:moveTo>
                  <a:cubicBezTo>
                    <a:pt x="6812" y="549"/>
                    <a:pt x="6955" y="858"/>
                    <a:pt x="6955" y="1358"/>
                  </a:cubicBezTo>
                  <a:cubicBezTo>
                    <a:pt x="6955" y="1858"/>
                    <a:pt x="6812" y="2168"/>
                    <a:pt x="6145" y="2168"/>
                  </a:cubicBezTo>
                  <a:cubicBezTo>
                    <a:pt x="5264" y="2168"/>
                    <a:pt x="4264" y="1692"/>
                    <a:pt x="4264" y="1358"/>
                  </a:cubicBezTo>
                  <a:cubicBezTo>
                    <a:pt x="4264" y="1239"/>
                    <a:pt x="4430" y="1049"/>
                    <a:pt x="4859" y="834"/>
                  </a:cubicBezTo>
                  <a:cubicBezTo>
                    <a:pt x="5240" y="668"/>
                    <a:pt x="5740" y="549"/>
                    <a:pt x="6145" y="549"/>
                  </a:cubicBezTo>
                  <a:close/>
                  <a:moveTo>
                    <a:pt x="5597" y="2692"/>
                  </a:moveTo>
                  <a:cubicBezTo>
                    <a:pt x="6145" y="2692"/>
                    <a:pt x="6788" y="2835"/>
                    <a:pt x="7264" y="3073"/>
                  </a:cubicBezTo>
                  <a:cubicBezTo>
                    <a:pt x="7741" y="3287"/>
                    <a:pt x="8026" y="3549"/>
                    <a:pt x="8026" y="3764"/>
                  </a:cubicBezTo>
                  <a:cubicBezTo>
                    <a:pt x="8026" y="4002"/>
                    <a:pt x="7741" y="4264"/>
                    <a:pt x="7264" y="4478"/>
                  </a:cubicBezTo>
                  <a:cubicBezTo>
                    <a:pt x="6788" y="4692"/>
                    <a:pt x="6145" y="4835"/>
                    <a:pt x="5597" y="4835"/>
                  </a:cubicBezTo>
                  <a:cubicBezTo>
                    <a:pt x="4621" y="4835"/>
                    <a:pt x="4264" y="4407"/>
                    <a:pt x="4264" y="3764"/>
                  </a:cubicBezTo>
                  <a:cubicBezTo>
                    <a:pt x="4264" y="3049"/>
                    <a:pt x="4716" y="2692"/>
                    <a:pt x="5597" y="2692"/>
                  </a:cubicBezTo>
                  <a:close/>
                  <a:moveTo>
                    <a:pt x="6407" y="5359"/>
                  </a:moveTo>
                  <a:cubicBezTo>
                    <a:pt x="7717" y="5359"/>
                    <a:pt x="8550" y="5883"/>
                    <a:pt x="8550" y="6693"/>
                  </a:cubicBezTo>
                  <a:cubicBezTo>
                    <a:pt x="8550" y="7526"/>
                    <a:pt x="7717" y="8026"/>
                    <a:pt x="6407" y="8026"/>
                  </a:cubicBezTo>
                  <a:cubicBezTo>
                    <a:pt x="5812" y="8026"/>
                    <a:pt x="4907" y="7931"/>
                    <a:pt x="4407" y="7788"/>
                  </a:cubicBezTo>
                  <a:cubicBezTo>
                    <a:pt x="4430" y="7717"/>
                    <a:pt x="4430" y="7622"/>
                    <a:pt x="4407" y="7526"/>
                  </a:cubicBezTo>
                  <a:cubicBezTo>
                    <a:pt x="4668" y="7336"/>
                    <a:pt x="4811" y="7026"/>
                    <a:pt x="4811" y="6693"/>
                  </a:cubicBezTo>
                  <a:cubicBezTo>
                    <a:pt x="4811" y="6383"/>
                    <a:pt x="4668" y="6074"/>
                    <a:pt x="4407" y="5859"/>
                  </a:cubicBezTo>
                  <a:cubicBezTo>
                    <a:pt x="4430" y="5788"/>
                    <a:pt x="4430" y="5693"/>
                    <a:pt x="4407" y="5597"/>
                  </a:cubicBezTo>
                  <a:cubicBezTo>
                    <a:pt x="4907" y="5478"/>
                    <a:pt x="5812" y="5359"/>
                    <a:pt x="6407" y="5359"/>
                  </a:cubicBezTo>
                  <a:close/>
                  <a:moveTo>
                    <a:pt x="2406" y="4835"/>
                  </a:moveTo>
                  <a:cubicBezTo>
                    <a:pt x="2811" y="4835"/>
                    <a:pt x="2930" y="5216"/>
                    <a:pt x="3001" y="5288"/>
                  </a:cubicBezTo>
                  <a:cubicBezTo>
                    <a:pt x="3042" y="5288"/>
                    <a:pt x="3176" y="5226"/>
                    <a:pt x="3337" y="5226"/>
                  </a:cubicBezTo>
                  <a:cubicBezTo>
                    <a:pt x="3458" y="5226"/>
                    <a:pt x="3593" y="5261"/>
                    <a:pt x="3716" y="5383"/>
                  </a:cubicBezTo>
                  <a:cubicBezTo>
                    <a:pt x="4025" y="5669"/>
                    <a:pt x="3835" y="6026"/>
                    <a:pt x="3811" y="6121"/>
                  </a:cubicBezTo>
                  <a:cubicBezTo>
                    <a:pt x="3883" y="6169"/>
                    <a:pt x="4264" y="6288"/>
                    <a:pt x="4264" y="6693"/>
                  </a:cubicBezTo>
                  <a:cubicBezTo>
                    <a:pt x="4264" y="7098"/>
                    <a:pt x="3883" y="7241"/>
                    <a:pt x="3811" y="7288"/>
                  </a:cubicBezTo>
                  <a:cubicBezTo>
                    <a:pt x="3835" y="7360"/>
                    <a:pt x="4025" y="7741"/>
                    <a:pt x="3716" y="8026"/>
                  </a:cubicBezTo>
                  <a:cubicBezTo>
                    <a:pt x="3593" y="8149"/>
                    <a:pt x="3458" y="8184"/>
                    <a:pt x="3337" y="8184"/>
                  </a:cubicBezTo>
                  <a:cubicBezTo>
                    <a:pt x="3176" y="8184"/>
                    <a:pt x="3042" y="8122"/>
                    <a:pt x="3001" y="8122"/>
                  </a:cubicBezTo>
                  <a:cubicBezTo>
                    <a:pt x="2930" y="8169"/>
                    <a:pt x="2811" y="8574"/>
                    <a:pt x="2406" y="8574"/>
                  </a:cubicBezTo>
                  <a:cubicBezTo>
                    <a:pt x="2001" y="8574"/>
                    <a:pt x="1882" y="8169"/>
                    <a:pt x="1835" y="8122"/>
                  </a:cubicBezTo>
                  <a:lnTo>
                    <a:pt x="1620" y="8169"/>
                  </a:lnTo>
                  <a:cubicBezTo>
                    <a:pt x="1573" y="8181"/>
                    <a:pt x="1523" y="8187"/>
                    <a:pt x="1474" y="8187"/>
                  </a:cubicBezTo>
                  <a:cubicBezTo>
                    <a:pt x="1327" y="8187"/>
                    <a:pt x="1180" y="8134"/>
                    <a:pt x="1072" y="8026"/>
                  </a:cubicBezTo>
                  <a:cubicBezTo>
                    <a:pt x="787" y="7741"/>
                    <a:pt x="977" y="7360"/>
                    <a:pt x="977" y="7288"/>
                  </a:cubicBezTo>
                  <a:cubicBezTo>
                    <a:pt x="906" y="7241"/>
                    <a:pt x="525" y="7121"/>
                    <a:pt x="525" y="6693"/>
                  </a:cubicBezTo>
                  <a:cubicBezTo>
                    <a:pt x="525" y="6288"/>
                    <a:pt x="906" y="6169"/>
                    <a:pt x="977" y="6121"/>
                  </a:cubicBezTo>
                  <a:cubicBezTo>
                    <a:pt x="977" y="6026"/>
                    <a:pt x="787" y="5669"/>
                    <a:pt x="1072" y="5383"/>
                  </a:cubicBezTo>
                  <a:cubicBezTo>
                    <a:pt x="1195" y="5261"/>
                    <a:pt x="1339" y="5226"/>
                    <a:pt x="1470" y="5226"/>
                  </a:cubicBezTo>
                  <a:cubicBezTo>
                    <a:pt x="1644" y="5226"/>
                    <a:pt x="1794" y="5288"/>
                    <a:pt x="1835" y="5288"/>
                  </a:cubicBezTo>
                  <a:cubicBezTo>
                    <a:pt x="1882" y="5216"/>
                    <a:pt x="2001" y="4835"/>
                    <a:pt x="2406" y="4835"/>
                  </a:cubicBezTo>
                  <a:close/>
                  <a:moveTo>
                    <a:pt x="6145" y="1"/>
                  </a:moveTo>
                  <a:cubicBezTo>
                    <a:pt x="5645" y="1"/>
                    <a:pt x="5097" y="144"/>
                    <a:pt x="4621" y="358"/>
                  </a:cubicBezTo>
                  <a:cubicBezTo>
                    <a:pt x="4049" y="620"/>
                    <a:pt x="3740" y="977"/>
                    <a:pt x="3740" y="1358"/>
                  </a:cubicBezTo>
                  <a:cubicBezTo>
                    <a:pt x="3740" y="1739"/>
                    <a:pt x="4049" y="2073"/>
                    <a:pt x="4597" y="2335"/>
                  </a:cubicBezTo>
                  <a:cubicBezTo>
                    <a:pt x="4025" y="2621"/>
                    <a:pt x="3740" y="3144"/>
                    <a:pt x="3740" y="3764"/>
                  </a:cubicBezTo>
                  <a:cubicBezTo>
                    <a:pt x="3740" y="4311"/>
                    <a:pt x="3930" y="4764"/>
                    <a:pt x="4383" y="5073"/>
                  </a:cubicBezTo>
                  <a:cubicBezTo>
                    <a:pt x="4311" y="5073"/>
                    <a:pt x="4264" y="5097"/>
                    <a:pt x="4192" y="5121"/>
                  </a:cubicBezTo>
                  <a:cubicBezTo>
                    <a:pt x="4168" y="5073"/>
                    <a:pt x="4145" y="5050"/>
                    <a:pt x="4097" y="5002"/>
                  </a:cubicBezTo>
                  <a:cubicBezTo>
                    <a:pt x="3901" y="4806"/>
                    <a:pt x="3605" y="4689"/>
                    <a:pt x="3319" y="4689"/>
                  </a:cubicBezTo>
                  <a:cubicBezTo>
                    <a:pt x="3292" y="4689"/>
                    <a:pt x="3266" y="4690"/>
                    <a:pt x="3240" y="4692"/>
                  </a:cubicBezTo>
                  <a:cubicBezTo>
                    <a:pt x="3025" y="4454"/>
                    <a:pt x="2740" y="4311"/>
                    <a:pt x="2406" y="4311"/>
                  </a:cubicBezTo>
                  <a:cubicBezTo>
                    <a:pt x="2073" y="4311"/>
                    <a:pt x="1787" y="4454"/>
                    <a:pt x="1573" y="4692"/>
                  </a:cubicBezTo>
                  <a:cubicBezTo>
                    <a:pt x="1544" y="4690"/>
                    <a:pt x="1516" y="4689"/>
                    <a:pt x="1489" y="4689"/>
                  </a:cubicBezTo>
                  <a:cubicBezTo>
                    <a:pt x="1187" y="4689"/>
                    <a:pt x="909" y="4806"/>
                    <a:pt x="691" y="5002"/>
                  </a:cubicBezTo>
                  <a:cubicBezTo>
                    <a:pt x="477" y="5240"/>
                    <a:pt x="358" y="5550"/>
                    <a:pt x="382" y="5859"/>
                  </a:cubicBezTo>
                  <a:cubicBezTo>
                    <a:pt x="144" y="6074"/>
                    <a:pt x="1" y="6383"/>
                    <a:pt x="1" y="6693"/>
                  </a:cubicBezTo>
                  <a:cubicBezTo>
                    <a:pt x="1" y="7026"/>
                    <a:pt x="144" y="7336"/>
                    <a:pt x="382" y="7526"/>
                  </a:cubicBezTo>
                  <a:cubicBezTo>
                    <a:pt x="358" y="7860"/>
                    <a:pt x="477" y="8169"/>
                    <a:pt x="691" y="8384"/>
                  </a:cubicBezTo>
                  <a:cubicBezTo>
                    <a:pt x="910" y="8602"/>
                    <a:pt x="1188" y="8720"/>
                    <a:pt x="1489" y="8720"/>
                  </a:cubicBezTo>
                  <a:cubicBezTo>
                    <a:pt x="1517" y="8720"/>
                    <a:pt x="1545" y="8719"/>
                    <a:pt x="1573" y="8717"/>
                  </a:cubicBezTo>
                  <a:cubicBezTo>
                    <a:pt x="1787" y="8955"/>
                    <a:pt x="2073" y="9098"/>
                    <a:pt x="2406" y="9098"/>
                  </a:cubicBezTo>
                  <a:cubicBezTo>
                    <a:pt x="2740" y="9098"/>
                    <a:pt x="3025" y="8955"/>
                    <a:pt x="3240" y="8717"/>
                  </a:cubicBezTo>
                  <a:cubicBezTo>
                    <a:pt x="3266" y="8719"/>
                    <a:pt x="3292" y="8720"/>
                    <a:pt x="3318" y="8720"/>
                  </a:cubicBezTo>
                  <a:cubicBezTo>
                    <a:pt x="3604" y="8720"/>
                    <a:pt x="3901" y="8602"/>
                    <a:pt x="4097" y="8384"/>
                  </a:cubicBezTo>
                  <a:cubicBezTo>
                    <a:pt x="4145" y="8360"/>
                    <a:pt x="4168" y="8336"/>
                    <a:pt x="4192" y="8288"/>
                  </a:cubicBezTo>
                  <a:cubicBezTo>
                    <a:pt x="4811" y="8479"/>
                    <a:pt x="5812" y="8574"/>
                    <a:pt x="6407" y="8574"/>
                  </a:cubicBezTo>
                  <a:cubicBezTo>
                    <a:pt x="7741" y="8574"/>
                    <a:pt x="9074" y="8026"/>
                    <a:pt x="9074" y="6693"/>
                  </a:cubicBezTo>
                  <a:cubicBezTo>
                    <a:pt x="9074" y="5955"/>
                    <a:pt x="8598" y="5240"/>
                    <a:pt x="7479" y="4954"/>
                  </a:cubicBezTo>
                  <a:lnTo>
                    <a:pt x="7502" y="4954"/>
                  </a:lnTo>
                  <a:cubicBezTo>
                    <a:pt x="8169" y="4645"/>
                    <a:pt x="8550" y="4216"/>
                    <a:pt x="8550" y="3764"/>
                  </a:cubicBezTo>
                  <a:cubicBezTo>
                    <a:pt x="8550" y="3168"/>
                    <a:pt x="7883" y="2692"/>
                    <a:pt x="7074" y="2406"/>
                  </a:cubicBezTo>
                  <a:cubicBezTo>
                    <a:pt x="7336" y="2192"/>
                    <a:pt x="7479" y="1835"/>
                    <a:pt x="7479" y="1358"/>
                  </a:cubicBezTo>
                  <a:cubicBezTo>
                    <a:pt x="7479" y="430"/>
                    <a:pt x="6978" y="1"/>
                    <a:pt x="6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19"/>
            <p:cNvSpPr/>
            <p:nvPr/>
          </p:nvSpPr>
          <p:spPr>
            <a:xfrm>
              <a:off x="6025625" y="3585325"/>
              <a:ext cx="254250" cy="254225"/>
            </a:xfrm>
            <a:custGeom>
              <a:rect b="b" l="l" r="r" t="t"/>
              <a:pathLst>
                <a:path extrusionOk="0" h="10169" w="10170">
                  <a:moveTo>
                    <a:pt x="5073" y="595"/>
                  </a:moveTo>
                  <a:cubicBezTo>
                    <a:pt x="5907" y="595"/>
                    <a:pt x="6597" y="1262"/>
                    <a:pt x="6597" y="2072"/>
                  </a:cubicBezTo>
                  <a:cubicBezTo>
                    <a:pt x="6597" y="2905"/>
                    <a:pt x="5907" y="3572"/>
                    <a:pt x="5073" y="3572"/>
                  </a:cubicBezTo>
                  <a:cubicBezTo>
                    <a:pt x="4263" y="3572"/>
                    <a:pt x="3573" y="2905"/>
                    <a:pt x="3573" y="2072"/>
                  </a:cubicBezTo>
                  <a:cubicBezTo>
                    <a:pt x="3573" y="1262"/>
                    <a:pt x="4263" y="595"/>
                    <a:pt x="5073" y="595"/>
                  </a:cubicBezTo>
                  <a:close/>
                  <a:moveTo>
                    <a:pt x="1787" y="7168"/>
                  </a:moveTo>
                  <a:lnTo>
                    <a:pt x="1787" y="7764"/>
                  </a:lnTo>
                  <a:lnTo>
                    <a:pt x="1191" y="7764"/>
                  </a:lnTo>
                  <a:lnTo>
                    <a:pt x="1191" y="7168"/>
                  </a:lnTo>
                  <a:close/>
                  <a:moveTo>
                    <a:pt x="8979" y="7168"/>
                  </a:moveTo>
                  <a:lnTo>
                    <a:pt x="8979" y="7764"/>
                  </a:lnTo>
                  <a:lnTo>
                    <a:pt x="8383" y="7764"/>
                  </a:lnTo>
                  <a:lnTo>
                    <a:pt x="8383" y="7168"/>
                  </a:lnTo>
                  <a:close/>
                  <a:moveTo>
                    <a:pt x="1787" y="8359"/>
                  </a:moveTo>
                  <a:lnTo>
                    <a:pt x="1787" y="9573"/>
                  </a:lnTo>
                  <a:lnTo>
                    <a:pt x="1191" y="9573"/>
                  </a:lnTo>
                  <a:lnTo>
                    <a:pt x="1191" y="8359"/>
                  </a:lnTo>
                  <a:close/>
                  <a:moveTo>
                    <a:pt x="8979" y="8359"/>
                  </a:moveTo>
                  <a:lnTo>
                    <a:pt x="8979" y="9573"/>
                  </a:lnTo>
                  <a:lnTo>
                    <a:pt x="8383" y="9573"/>
                  </a:lnTo>
                  <a:lnTo>
                    <a:pt x="8383" y="8359"/>
                  </a:lnTo>
                  <a:close/>
                  <a:moveTo>
                    <a:pt x="5073" y="0"/>
                  </a:moveTo>
                  <a:cubicBezTo>
                    <a:pt x="2906" y="0"/>
                    <a:pt x="1191" y="1762"/>
                    <a:pt x="1191" y="3858"/>
                  </a:cubicBezTo>
                  <a:lnTo>
                    <a:pt x="1191" y="6573"/>
                  </a:lnTo>
                  <a:lnTo>
                    <a:pt x="1" y="6573"/>
                  </a:lnTo>
                  <a:lnTo>
                    <a:pt x="1" y="7168"/>
                  </a:lnTo>
                  <a:lnTo>
                    <a:pt x="596" y="7168"/>
                  </a:lnTo>
                  <a:lnTo>
                    <a:pt x="596" y="10169"/>
                  </a:lnTo>
                  <a:lnTo>
                    <a:pt x="2382" y="10169"/>
                  </a:lnTo>
                  <a:lnTo>
                    <a:pt x="2382" y="7168"/>
                  </a:lnTo>
                  <a:lnTo>
                    <a:pt x="2977" y="7168"/>
                  </a:lnTo>
                  <a:lnTo>
                    <a:pt x="2977" y="6573"/>
                  </a:lnTo>
                  <a:lnTo>
                    <a:pt x="1787" y="6573"/>
                  </a:lnTo>
                  <a:lnTo>
                    <a:pt x="1787" y="3858"/>
                  </a:lnTo>
                  <a:cubicBezTo>
                    <a:pt x="1787" y="2763"/>
                    <a:pt x="2334" y="1786"/>
                    <a:pt x="3192" y="1191"/>
                  </a:cubicBezTo>
                  <a:lnTo>
                    <a:pt x="3192" y="1191"/>
                  </a:lnTo>
                  <a:cubicBezTo>
                    <a:pt x="3049" y="1477"/>
                    <a:pt x="2977" y="1762"/>
                    <a:pt x="2977" y="2072"/>
                  </a:cubicBezTo>
                  <a:cubicBezTo>
                    <a:pt x="2977" y="3239"/>
                    <a:pt x="3930" y="4168"/>
                    <a:pt x="5073" y="4168"/>
                  </a:cubicBezTo>
                  <a:cubicBezTo>
                    <a:pt x="6240" y="4168"/>
                    <a:pt x="7193" y="3239"/>
                    <a:pt x="7193" y="2072"/>
                  </a:cubicBezTo>
                  <a:cubicBezTo>
                    <a:pt x="7193" y="1762"/>
                    <a:pt x="7121" y="1477"/>
                    <a:pt x="6978" y="1191"/>
                  </a:cubicBezTo>
                  <a:lnTo>
                    <a:pt x="6978" y="1191"/>
                  </a:lnTo>
                  <a:cubicBezTo>
                    <a:pt x="7836" y="1786"/>
                    <a:pt x="8383" y="2763"/>
                    <a:pt x="8383" y="3858"/>
                  </a:cubicBezTo>
                  <a:lnTo>
                    <a:pt x="8383" y="6573"/>
                  </a:lnTo>
                  <a:lnTo>
                    <a:pt x="7193" y="6573"/>
                  </a:lnTo>
                  <a:lnTo>
                    <a:pt x="7193" y="7168"/>
                  </a:lnTo>
                  <a:lnTo>
                    <a:pt x="7788" y="7168"/>
                  </a:lnTo>
                  <a:lnTo>
                    <a:pt x="7788" y="10169"/>
                  </a:lnTo>
                  <a:lnTo>
                    <a:pt x="9574" y="10169"/>
                  </a:lnTo>
                  <a:lnTo>
                    <a:pt x="9574" y="7168"/>
                  </a:lnTo>
                  <a:lnTo>
                    <a:pt x="10169" y="7168"/>
                  </a:lnTo>
                  <a:lnTo>
                    <a:pt x="10169" y="6573"/>
                  </a:lnTo>
                  <a:lnTo>
                    <a:pt x="8979" y="6573"/>
                  </a:lnTo>
                  <a:lnTo>
                    <a:pt x="8979" y="3858"/>
                  </a:lnTo>
                  <a:cubicBezTo>
                    <a:pt x="8979" y="1715"/>
                    <a:pt x="7216" y="0"/>
                    <a:pt x="50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19"/>
            <p:cNvSpPr/>
            <p:nvPr/>
          </p:nvSpPr>
          <p:spPr>
            <a:xfrm>
              <a:off x="951950" y="4052075"/>
              <a:ext cx="243525" cy="232800"/>
            </a:xfrm>
            <a:custGeom>
              <a:rect b="b" l="l" r="r" t="t"/>
              <a:pathLst>
                <a:path extrusionOk="0" h="9312" w="9741">
                  <a:moveTo>
                    <a:pt x="6573" y="548"/>
                  </a:moveTo>
                  <a:lnTo>
                    <a:pt x="6573" y="1096"/>
                  </a:lnTo>
                  <a:lnTo>
                    <a:pt x="4906" y="1096"/>
                  </a:lnTo>
                  <a:lnTo>
                    <a:pt x="4906" y="548"/>
                  </a:lnTo>
                  <a:close/>
                  <a:moveTo>
                    <a:pt x="6573" y="1644"/>
                  </a:moveTo>
                  <a:lnTo>
                    <a:pt x="6573" y="4239"/>
                  </a:lnTo>
                  <a:lnTo>
                    <a:pt x="7574" y="5502"/>
                  </a:lnTo>
                  <a:lnTo>
                    <a:pt x="4454" y="5502"/>
                  </a:lnTo>
                  <a:cubicBezTo>
                    <a:pt x="4382" y="5359"/>
                    <a:pt x="4311" y="5240"/>
                    <a:pt x="4192" y="5121"/>
                  </a:cubicBezTo>
                  <a:lnTo>
                    <a:pt x="4906" y="4239"/>
                  </a:lnTo>
                  <a:lnTo>
                    <a:pt x="4906" y="1644"/>
                  </a:lnTo>
                  <a:close/>
                  <a:moveTo>
                    <a:pt x="8026" y="6049"/>
                  </a:moveTo>
                  <a:lnTo>
                    <a:pt x="8550" y="6692"/>
                  </a:lnTo>
                  <a:cubicBezTo>
                    <a:pt x="9026" y="7312"/>
                    <a:pt x="8598" y="8216"/>
                    <a:pt x="7812" y="8216"/>
                  </a:cubicBezTo>
                  <a:lnTo>
                    <a:pt x="4454" y="8216"/>
                  </a:lnTo>
                  <a:cubicBezTo>
                    <a:pt x="4502" y="8050"/>
                    <a:pt x="4525" y="7883"/>
                    <a:pt x="4525" y="7716"/>
                  </a:cubicBezTo>
                  <a:cubicBezTo>
                    <a:pt x="4763" y="7502"/>
                    <a:pt x="4906" y="7192"/>
                    <a:pt x="4906" y="6859"/>
                  </a:cubicBezTo>
                  <a:cubicBezTo>
                    <a:pt x="4906" y="6549"/>
                    <a:pt x="4787" y="6240"/>
                    <a:pt x="4549" y="6049"/>
                  </a:cubicBezTo>
                  <a:close/>
                  <a:moveTo>
                    <a:pt x="2453" y="4954"/>
                  </a:moveTo>
                  <a:cubicBezTo>
                    <a:pt x="2882" y="4954"/>
                    <a:pt x="3001" y="5359"/>
                    <a:pt x="3073" y="5406"/>
                  </a:cubicBezTo>
                  <a:cubicBezTo>
                    <a:pt x="3113" y="5406"/>
                    <a:pt x="3255" y="5344"/>
                    <a:pt x="3423" y="5344"/>
                  </a:cubicBezTo>
                  <a:cubicBezTo>
                    <a:pt x="3548" y="5344"/>
                    <a:pt x="3688" y="5379"/>
                    <a:pt x="3811" y="5502"/>
                  </a:cubicBezTo>
                  <a:cubicBezTo>
                    <a:pt x="4097" y="5811"/>
                    <a:pt x="3906" y="6168"/>
                    <a:pt x="3906" y="6264"/>
                  </a:cubicBezTo>
                  <a:cubicBezTo>
                    <a:pt x="3978" y="6311"/>
                    <a:pt x="4359" y="6430"/>
                    <a:pt x="4359" y="6859"/>
                  </a:cubicBezTo>
                  <a:cubicBezTo>
                    <a:pt x="4359" y="7288"/>
                    <a:pt x="3978" y="7407"/>
                    <a:pt x="3906" y="7454"/>
                  </a:cubicBezTo>
                  <a:cubicBezTo>
                    <a:pt x="3906" y="7550"/>
                    <a:pt x="4097" y="7907"/>
                    <a:pt x="3811" y="8216"/>
                  </a:cubicBezTo>
                  <a:cubicBezTo>
                    <a:pt x="3688" y="8339"/>
                    <a:pt x="3548" y="8374"/>
                    <a:pt x="3423" y="8374"/>
                  </a:cubicBezTo>
                  <a:cubicBezTo>
                    <a:pt x="3255" y="8374"/>
                    <a:pt x="3113" y="8312"/>
                    <a:pt x="3073" y="8312"/>
                  </a:cubicBezTo>
                  <a:cubicBezTo>
                    <a:pt x="3001" y="8359"/>
                    <a:pt x="2882" y="8764"/>
                    <a:pt x="2453" y="8764"/>
                  </a:cubicBezTo>
                  <a:cubicBezTo>
                    <a:pt x="2049" y="8764"/>
                    <a:pt x="1930" y="8359"/>
                    <a:pt x="1858" y="8312"/>
                  </a:cubicBezTo>
                  <a:cubicBezTo>
                    <a:pt x="1817" y="8312"/>
                    <a:pt x="1675" y="8374"/>
                    <a:pt x="1508" y="8374"/>
                  </a:cubicBezTo>
                  <a:cubicBezTo>
                    <a:pt x="1382" y="8374"/>
                    <a:pt x="1242" y="8339"/>
                    <a:pt x="1120" y="8216"/>
                  </a:cubicBezTo>
                  <a:cubicBezTo>
                    <a:pt x="810" y="7907"/>
                    <a:pt x="1001" y="7550"/>
                    <a:pt x="1025" y="7454"/>
                  </a:cubicBezTo>
                  <a:cubicBezTo>
                    <a:pt x="953" y="7407"/>
                    <a:pt x="548" y="7264"/>
                    <a:pt x="548" y="6859"/>
                  </a:cubicBezTo>
                  <a:cubicBezTo>
                    <a:pt x="548" y="6454"/>
                    <a:pt x="953" y="6311"/>
                    <a:pt x="1025" y="6264"/>
                  </a:cubicBezTo>
                  <a:cubicBezTo>
                    <a:pt x="1001" y="6168"/>
                    <a:pt x="810" y="5811"/>
                    <a:pt x="1120" y="5502"/>
                  </a:cubicBezTo>
                  <a:cubicBezTo>
                    <a:pt x="1242" y="5379"/>
                    <a:pt x="1382" y="5344"/>
                    <a:pt x="1508" y="5344"/>
                  </a:cubicBezTo>
                  <a:cubicBezTo>
                    <a:pt x="1675" y="5344"/>
                    <a:pt x="1817" y="5406"/>
                    <a:pt x="1858" y="5406"/>
                  </a:cubicBezTo>
                  <a:cubicBezTo>
                    <a:pt x="1930" y="5359"/>
                    <a:pt x="2049" y="4954"/>
                    <a:pt x="2453" y="4954"/>
                  </a:cubicBezTo>
                  <a:close/>
                  <a:moveTo>
                    <a:pt x="3835" y="1"/>
                  </a:moveTo>
                  <a:lnTo>
                    <a:pt x="3835" y="548"/>
                  </a:lnTo>
                  <a:lnTo>
                    <a:pt x="4359" y="548"/>
                  </a:lnTo>
                  <a:lnTo>
                    <a:pt x="4359" y="4049"/>
                  </a:lnTo>
                  <a:lnTo>
                    <a:pt x="3716" y="4835"/>
                  </a:lnTo>
                  <a:cubicBezTo>
                    <a:pt x="3631" y="4818"/>
                    <a:pt x="3535" y="4801"/>
                    <a:pt x="3436" y="4801"/>
                  </a:cubicBezTo>
                  <a:cubicBezTo>
                    <a:pt x="3394" y="4801"/>
                    <a:pt x="3353" y="4804"/>
                    <a:pt x="3311" y="4811"/>
                  </a:cubicBezTo>
                  <a:cubicBezTo>
                    <a:pt x="3096" y="4549"/>
                    <a:pt x="2787" y="4406"/>
                    <a:pt x="2453" y="4406"/>
                  </a:cubicBezTo>
                  <a:cubicBezTo>
                    <a:pt x="2120" y="4406"/>
                    <a:pt x="1834" y="4549"/>
                    <a:pt x="1620" y="4811"/>
                  </a:cubicBezTo>
                  <a:cubicBezTo>
                    <a:pt x="1587" y="4809"/>
                    <a:pt x="1554" y="4807"/>
                    <a:pt x="1521" y="4807"/>
                  </a:cubicBezTo>
                  <a:cubicBezTo>
                    <a:pt x="1222" y="4807"/>
                    <a:pt x="932" y="4906"/>
                    <a:pt x="739" y="5121"/>
                  </a:cubicBezTo>
                  <a:cubicBezTo>
                    <a:pt x="501" y="5359"/>
                    <a:pt x="382" y="5668"/>
                    <a:pt x="405" y="6002"/>
                  </a:cubicBezTo>
                  <a:cubicBezTo>
                    <a:pt x="143" y="6216"/>
                    <a:pt x="1" y="6526"/>
                    <a:pt x="1" y="6859"/>
                  </a:cubicBezTo>
                  <a:cubicBezTo>
                    <a:pt x="1" y="7192"/>
                    <a:pt x="143" y="7502"/>
                    <a:pt x="405" y="7716"/>
                  </a:cubicBezTo>
                  <a:cubicBezTo>
                    <a:pt x="382" y="8050"/>
                    <a:pt x="501" y="8359"/>
                    <a:pt x="739" y="8598"/>
                  </a:cubicBezTo>
                  <a:cubicBezTo>
                    <a:pt x="932" y="8812"/>
                    <a:pt x="1222" y="8911"/>
                    <a:pt x="1521" y="8911"/>
                  </a:cubicBezTo>
                  <a:cubicBezTo>
                    <a:pt x="1554" y="8911"/>
                    <a:pt x="1587" y="8909"/>
                    <a:pt x="1620" y="8907"/>
                  </a:cubicBezTo>
                  <a:cubicBezTo>
                    <a:pt x="1834" y="9169"/>
                    <a:pt x="2120" y="9312"/>
                    <a:pt x="2453" y="9312"/>
                  </a:cubicBezTo>
                  <a:cubicBezTo>
                    <a:pt x="2787" y="9312"/>
                    <a:pt x="3096" y="9169"/>
                    <a:pt x="3311" y="8907"/>
                  </a:cubicBezTo>
                  <a:cubicBezTo>
                    <a:pt x="3350" y="8911"/>
                    <a:pt x="3390" y="8913"/>
                    <a:pt x="3430" y="8913"/>
                  </a:cubicBezTo>
                  <a:cubicBezTo>
                    <a:pt x="3627" y="8913"/>
                    <a:pt x="3819" y="8863"/>
                    <a:pt x="3978" y="8764"/>
                  </a:cubicBezTo>
                  <a:lnTo>
                    <a:pt x="7812" y="8764"/>
                  </a:lnTo>
                  <a:cubicBezTo>
                    <a:pt x="9050" y="8764"/>
                    <a:pt x="9741" y="7312"/>
                    <a:pt x="8979" y="6359"/>
                  </a:cubicBezTo>
                  <a:lnTo>
                    <a:pt x="7121" y="4049"/>
                  </a:lnTo>
                  <a:lnTo>
                    <a:pt x="7121" y="548"/>
                  </a:lnTo>
                  <a:lnTo>
                    <a:pt x="7669" y="548"/>
                  </a:lnTo>
                  <a:lnTo>
                    <a:pt x="76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19"/>
            <p:cNvSpPr/>
            <p:nvPr/>
          </p:nvSpPr>
          <p:spPr>
            <a:xfrm>
              <a:off x="993025" y="4203300"/>
              <a:ext cx="41100" cy="40500"/>
            </a:xfrm>
            <a:custGeom>
              <a:rect b="b" l="l" r="r" t="t"/>
              <a:pathLst>
                <a:path extrusionOk="0" h="1620" w="1644">
                  <a:moveTo>
                    <a:pt x="810" y="548"/>
                  </a:moveTo>
                  <a:cubicBezTo>
                    <a:pt x="977" y="548"/>
                    <a:pt x="1096" y="667"/>
                    <a:pt x="1096" y="810"/>
                  </a:cubicBezTo>
                  <a:cubicBezTo>
                    <a:pt x="1096" y="953"/>
                    <a:pt x="977" y="1072"/>
                    <a:pt x="810" y="1072"/>
                  </a:cubicBezTo>
                  <a:cubicBezTo>
                    <a:pt x="668" y="1072"/>
                    <a:pt x="549" y="953"/>
                    <a:pt x="549" y="810"/>
                  </a:cubicBezTo>
                  <a:cubicBezTo>
                    <a:pt x="549" y="667"/>
                    <a:pt x="668" y="548"/>
                    <a:pt x="810" y="548"/>
                  </a:cubicBezTo>
                  <a:close/>
                  <a:moveTo>
                    <a:pt x="810" y="0"/>
                  </a:moveTo>
                  <a:cubicBezTo>
                    <a:pt x="358" y="0"/>
                    <a:pt x="1" y="358"/>
                    <a:pt x="1" y="810"/>
                  </a:cubicBezTo>
                  <a:cubicBezTo>
                    <a:pt x="1" y="1263"/>
                    <a:pt x="358" y="1620"/>
                    <a:pt x="810" y="1620"/>
                  </a:cubicBezTo>
                  <a:cubicBezTo>
                    <a:pt x="1263" y="1620"/>
                    <a:pt x="1644" y="1263"/>
                    <a:pt x="1644" y="810"/>
                  </a:cubicBezTo>
                  <a:cubicBezTo>
                    <a:pt x="1644" y="358"/>
                    <a:pt x="1263"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19"/>
            <p:cNvSpPr/>
            <p:nvPr/>
          </p:nvSpPr>
          <p:spPr>
            <a:xfrm>
              <a:off x="1129975" y="4217000"/>
              <a:ext cx="13700" cy="13100"/>
            </a:xfrm>
            <a:custGeom>
              <a:rect b="b" l="l" r="r" t="t"/>
              <a:pathLst>
                <a:path extrusionOk="0" h="524" w="548">
                  <a:moveTo>
                    <a:pt x="0" y="0"/>
                  </a:moveTo>
                  <a:lnTo>
                    <a:pt x="0" y="524"/>
                  </a:lnTo>
                  <a:lnTo>
                    <a:pt x="548" y="524"/>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19"/>
            <p:cNvSpPr/>
            <p:nvPr/>
          </p:nvSpPr>
          <p:spPr>
            <a:xfrm>
              <a:off x="1088300" y="4230100"/>
              <a:ext cx="13700" cy="13700"/>
            </a:xfrm>
            <a:custGeom>
              <a:rect b="b" l="l" r="r" t="t"/>
              <a:pathLst>
                <a:path extrusionOk="0" h="548" w="548">
                  <a:moveTo>
                    <a:pt x="0" y="0"/>
                  </a:moveTo>
                  <a:lnTo>
                    <a:pt x="0" y="548"/>
                  </a:lnTo>
                  <a:lnTo>
                    <a:pt x="548" y="548"/>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19"/>
            <p:cNvSpPr/>
            <p:nvPr/>
          </p:nvSpPr>
          <p:spPr>
            <a:xfrm>
              <a:off x="1467525" y="4050300"/>
              <a:ext cx="240550" cy="235775"/>
            </a:xfrm>
            <a:custGeom>
              <a:rect b="b" l="l" r="r" t="t"/>
              <a:pathLst>
                <a:path extrusionOk="0" h="9431" w="9622">
                  <a:moveTo>
                    <a:pt x="8312" y="1858"/>
                  </a:moveTo>
                  <a:cubicBezTo>
                    <a:pt x="7717" y="2786"/>
                    <a:pt x="6836" y="3477"/>
                    <a:pt x="5788" y="3810"/>
                  </a:cubicBezTo>
                  <a:cubicBezTo>
                    <a:pt x="5550" y="3906"/>
                    <a:pt x="5312" y="4025"/>
                    <a:pt x="5121" y="4144"/>
                  </a:cubicBezTo>
                  <a:cubicBezTo>
                    <a:pt x="5145" y="3001"/>
                    <a:pt x="6074" y="2072"/>
                    <a:pt x="7241" y="2072"/>
                  </a:cubicBezTo>
                  <a:cubicBezTo>
                    <a:pt x="7598" y="2072"/>
                    <a:pt x="7979" y="2000"/>
                    <a:pt x="8312" y="1858"/>
                  </a:cubicBezTo>
                  <a:close/>
                  <a:moveTo>
                    <a:pt x="9074" y="1691"/>
                  </a:moveTo>
                  <a:lnTo>
                    <a:pt x="9074" y="2358"/>
                  </a:lnTo>
                  <a:cubicBezTo>
                    <a:pt x="9074" y="3453"/>
                    <a:pt x="8193" y="4334"/>
                    <a:pt x="7098" y="4334"/>
                  </a:cubicBezTo>
                  <a:lnTo>
                    <a:pt x="6002" y="4334"/>
                  </a:lnTo>
                  <a:cubicBezTo>
                    <a:pt x="7193" y="3929"/>
                    <a:pt x="8217" y="3120"/>
                    <a:pt x="8860" y="2024"/>
                  </a:cubicBezTo>
                  <a:lnTo>
                    <a:pt x="9074" y="1691"/>
                  </a:lnTo>
                  <a:close/>
                  <a:moveTo>
                    <a:pt x="1263" y="3144"/>
                  </a:moveTo>
                  <a:cubicBezTo>
                    <a:pt x="1454" y="3191"/>
                    <a:pt x="1644" y="3215"/>
                    <a:pt x="1835" y="3215"/>
                  </a:cubicBezTo>
                  <a:cubicBezTo>
                    <a:pt x="2621" y="3215"/>
                    <a:pt x="3287" y="3787"/>
                    <a:pt x="3383" y="4549"/>
                  </a:cubicBezTo>
                  <a:cubicBezTo>
                    <a:pt x="2597" y="4215"/>
                    <a:pt x="1882" y="3739"/>
                    <a:pt x="1263" y="3144"/>
                  </a:cubicBezTo>
                  <a:close/>
                  <a:moveTo>
                    <a:pt x="572" y="3191"/>
                  </a:moveTo>
                  <a:cubicBezTo>
                    <a:pt x="1192" y="3929"/>
                    <a:pt x="1978" y="4501"/>
                    <a:pt x="2811" y="4906"/>
                  </a:cubicBezTo>
                  <a:lnTo>
                    <a:pt x="1978" y="4906"/>
                  </a:lnTo>
                  <a:cubicBezTo>
                    <a:pt x="1192" y="4906"/>
                    <a:pt x="572" y="4263"/>
                    <a:pt x="572" y="3501"/>
                  </a:cubicBezTo>
                  <a:lnTo>
                    <a:pt x="572" y="3191"/>
                  </a:lnTo>
                  <a:close/>
                  <a:moveTo>
                    <a:pt x="5669" y="6597"/>
                  </a:moveTo>
                  <a:lnTo>
                    <a:pt x="5669" y="8859"/>
                  </a:lnTo>
                  <a:lnTo>
                    <a:pt x="3978" y="8859"/>
                  </a:lnTo>
                  <a:cubicBezTo>
                    <a:pt x="3335" y="8859"/>
                    <a:pt x="2835" y="8359"/>
                    <a:pt x="2835" y="7740"/>
                  </a:cubicBezTo>
                  <a:cubicBezTo>
                    <a:pt x="2835" y="7097"/>
                    <a:pt x="3335" y="6597"/>
                    <a:pt x="3978" y="6597"/>
                  </a:cubicBezTo>
                  <a:close/>
                  <a:moveTo>
                    <a:pt x="7931" y="6597"/>
                  </a:moveTo>
                  <a:cubicBezTo>
                    <a:pt x="8550" y="6597"/>
                    <a:pt x="9074" y="7097"/>
                    <a:pt x="9074" y="7740"/>
                  </a:cubicBezTo>
                  <a:cubicBezTo>
                    <a:pt x="9074" y="8359"/>
                    <a:pt x="8550" y="8859"/>
                    <a:pt x="7931" y="8859"/>
                  </a:cubicBezTo>
                  <a:lnTo>
                    <a:pt x="6240" y="8859"/>
                  </a:lnTo>
                  <a:lnTo>
                    <a:pt x="6240" y="6597"/>
                  </a:lnTo>
                  <a:close/>
                  <a:moveTo>
                    <a:pt x="9622" y="0"/>
                  </a:moveTo>
                  <a:lnTo>
                    <a:pt x="8717" y="905"/>
                  </a:lnTo>
                  <a:cubicBezTo>
                    <a:pt x="8312" y="1310"/>
                    <a:pt x="7788" y="1524"/>
                    <a:pt x="7241" y="1524"/>
                  </a:cubicBezTo>
                  <a:cubicBezTo>
                    <a:pt x="5764" y="1524"/>
                    <a:pt x="4549" y="2715"/>
                    <a:pt x="4549" y="4191"/>
                  </a:cubicBezTo>
                  <a:lnTo>
                    <a:pt x="4549" y="4668"/>
                  </a:lnTo>
                  <a:cubicBezTo>
                    <a:pt x="4430" y="4834"/>
                    <a:pt x="4311" y="5001"/>
                    <a:pt x="4216" y="5192"/>
                  </a:cubicBezTo>
                  <a:cubicBezTo>
                    <a:pt x="4145" y="5096"/>
                    <a:pt x="4073" y="4977"/>
                    <a:pt x="3978" y="4906"/>
                  </a:cubicBezTo>
                  <a:lnTo>
                    <a:pt x="3978" y="4763"/>
                  </a:lnTo>
                  <a:cubicBezTo>
                    <a:pt x="3978" y="3596"/>
                    <a:pt x="3002" y="2643"/>
                    <a:pt x="1835" y="2643"/>
                  </a:cubicBezTo>
                  <a:cubicBezTo>
                    <a:pt x="1596" y="2643"/>
                    <a:pt x="1358" y="2596"/>
                    <a:pt x="1144" y="2477"/>
                  </a:cubicBezTo>
                  <a:lnTo>
                    <a:pt x="1" y="1905"/>
                  </a:lnTo>
                  <a:lnTo>
                    <a:pt x="1" y="3501"/>
                  </a:lnTo>
                  <a:cubicBezTo>
                    <a:pt x="1" y="4596"/>
                    <a:pt x="882" y="5477"/>
                    <a:pt x="1978" y="5477"/>
                  </a:cubicBezTo>
                  <a:lnTo>
                    <a:pt x="3716" y="5477"/>
                  </a:lnTo>
                  <a:cubicBezTo>
                    <a:pt x="3859" y="5644"/>
                    <a:pt x="3930" y="5835"/>
                    <a:pt x="3954" y="6025"/>
                  </a:cubicBezTo>
                  <a:cubicBezTo>
                    <a:pt x="3025" y="6049"/>
                    <a:pt x="2263" y="6787"/>
                    <a:pt x="2263" y="7740"/>
                  </a:cubicBezTo>
                  <a:cubicBezTo>
                    <a:pt x="2263" y="8669"/>
                    <a:pt x="3025" y="9431"/>
                    <a:pt x="3978" y="9431"/>
                  </a:cubicBezTo>
                  <a:lnTo>
                    <a:pt x="7931" y="9431"/>
                  </a:lnTo>
                  <a:cubicBezTo>
                    <a:pt x="8884" y="9431"/>
                    <a:pt x="9622" y="8669"/>
                    <a:pt x="9622" y="7740"/>
                  </a:cubicBezTo>
                  <a:cubicBezTo>
                    <a:pt x="9622" y="6787"/>
                    <a:pt x="8884" y="6025"/>
                    <a:pt x="7931" y="6025"/>
                  </a:cubicBezTo>
                  <a:lnTo>
                    <a:pt x="4549" y="6025"/>
                  </a:lnTo>
                  <a:cubicBezTo>
                    <a:pt x="4621" y="5596"/>
                    <a:pt x="4811" y="5215"/>
                    <a:pt x="5097" y="4906"/>
                  </a:cubicBezTo>
                  <a:lnTo>
                    <a:pt x="7098" y="4906"/>
                  </a:lnTo>
                  <a:cubicBezTo>
                    <a:pt x="8503" y="4906"/>
                    <a:pt x="9622" y="3763"/>
                    <a:pt x="9622" y="2358"/>
                  </a:cubicBezTo>
                  <a:lnTo>
                    <a:pt x="96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19"/>
            <p:cNvSpPr/>
            <p:nvPr/>
          </p:nvSpPr>
          <p:spPr>
            <a:xfrm>
              <a:off x="2164700" y="4050300"/>
              <a:ext cx="148275" cy="147675"/>
            </a:xfrm>
            <a:custGeom>
              <a:rect b="b" l="l" r="r" t="t"/>
              <a:pathLst>
                <a:path extrusionOk="0" h="5907" w="5931">
                  <a:moveTo>
                    <a:pt x="3549" y="572"/>
                  </a:moveTo>
                  <a:lnTo>
                    <a:pt x="3549" y="2358"/>
                  </a:lnTo>
                  <a:lnTo>
                    <a:pt x="5335" y="2358"/>
                  </a:lnTo>
                  <a:lnTo>
                    <a:pt x="5335" y="3525"/>
                  </a:lnTo>
                  <a:lnTo>
                    <a:pt x="3549" y="3525"/>
                  </a:lnTo>
                  <a:lnTo>
                    <a:pt x="3549" y="5311"/>
                  </a:lnTo>
                  <a:lnTo>
                    <a:pt x="2358" y="5311"/>
                  </a:lnTo>
                  <a:lnTo>
                    <a:pt x="2358" y="3525"/>
                  </a:lnTo>
                  <a:lnTo>
                    <a:pt x="596" y="3525"/>
                  </a:lnTo>
                  <a:lnTo>
                    <a:pt x="596" y="2358"/>
                  </a:lnTo>
                  <a:lnTo>
                    <a:pt x="2358" y="2358"/>
                  </a:lnTo>
                  <a:lnTo>
                    <a:pt x="2358" y="572"/>
                  </a:lnTo>
                  <a:close/>
                  <a:moveTo>
                    <a:pt x="1787" y="0"/>
                  </a:moveTo>
                  <a:lnTo>
                    <a:pt x="1787" y="1762"/>
                  </a:lnTo>
                  <a:lnTo>
                    <a:pt x="1" y="1762"/>
                  </a:lnTo>
                  <a:lnTo>
                    <a:pt x="1" y="4120"/>
                  </a:lnTo>
                  <a:lnTo>
                    <a:pt x="1787" y="4120"/>
                  </a:lnTo>
                  <a:lnTo>
                    <a:pt x="1787" y="5906"/>
                  </a:lnTo>
                  <a:lnTo>
                    <a:pt x="4144" y="5906"/>
                  </a:lnTo>
                  <a:lnTo>
                    <a:pt x="4144" y="4120"/>
                  </a:lnTo>
                  <a:lnTo>
                    <a:pt x="5930" y="4120"/>
                  </a:lnTo>
                  <a:lnTo>
                    <a:pt x="5930" y="1762"/>
                  </a:lnTo>
                  <a:lnTo>
                    <a:pt x="4144" y="1762"/>
                  </a:lnTo>
                  <a:lnTo>
                    <a:pt x="4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19"/>
            <p:cNvSpPr/>
            <p:nvPr/>
          </p:nvSpPr>
          <p:spPr>
            <a:xfrm>
              <a:off x="2061100" y="4153275"/>
              <a:ext cx="207225" cy="132800"/>
            </a:xfrm>
            <a:custGeom>
              <a:rect b="b" l="l" r="r" t="t"/>
              <a:pathLst>
                <a:path extrusionOk="0" h="5312" w="8289">
                  <a:moveTo>
                    <a:pt x="2430" y="596"/>
                  </a:moveTo>
                  <a:cubicBezTo>
                    <a:pt x="2668" y="596"/>
                    <a:pt x="2883" y="692"/>
                    <a:pt x="3049" y="858"/>
                  </a:cubicBezTo>
                  <a:lnTo>
                    <a:pt x="5026" y="2835"/>
                  </a:lnTo>
                  <a:lnTo>
                    <a:pt x="4621" y="3264"/>
                  </a:lnTo>
                  <a:lnTo>
                    <a:pt x="3240" y="1858"/>
                  </a:lnTo>
                  <a:lnTo>
                    <a:pt x="2811" y="2287"/>
                  </a:lnTo>
                  <a:lnTo>
                    <a:pt x="4407" y="3883"/>
                  </a:lnTo>
                  <a:cubicBezTo>
                    <a:pt x="4573" y="4049"/>
                    <a:pt x="4811" y="4145"/>
                    <a:pt x="5026" y="4145"/>
                  </a:cubicBezTo>
                  <a:lnTo>
                    <a:pt x="7693" y="4145"/>
                  </a:lnTo>
                  <a:lnTo>
                    <a:pt x="7693" y="4716"/>
                  </a:lnTo>
                  <a:lnTo>
                    <a:pt x="4192" y="4716"/>
                  </a:lnTo>
                  <a:cubicBezTo>
                    <a:pt x="4026" y="4716"/>
                    <a:pt x="3883" y="4692"/>
                    <a:pt x="3740" y="4621"/>
                  </a:cubicBezTo>
                  <a:lnTo>
                    <a:pt x="1073" y="2359"/>
                  </a:lnTo>
                  <a:lnTo>
                    <a:pt x="596" y="2359"/>
                  </a:lnTo>
                  <a:lnTo>
                    <a:pt x="596" y="596"/>
                  </a:lnTo>
                  <a:close/>
                  <a:moveTo>
                    <a:pt x="1" y="1"/>
                  </a:moveTo>
                  <a:lnTo>
                    <a:pt x="1" y="2954"/>
                  </a:lnTo>
                  <a:lnTo>
                    <a:pt x="858" y="2954"/>
                  </a:lnTo>
                  <a:lnTo>
                    <a:pt x="3406" y="5097"/>
                  </a:lnTo>
                  <a:lnTo>
                    <a:pt x="3430" y="5097"/>
                  </a:lnTo>
                  <a:cubicBezTo>
                    <a:pt x="3645" y="5240"/>
                    <a:pt x="3907" y="5312"/>
                    <a:pt x="4192" y="5312"/>
                  </a:cubicBezTo>
                  <a:lnTo>
                    <a:pt x="8288" y="5312"/>
                  </a:lnTo>
                  <a:lnTo>
                    <a:pt x="8288" y="3549"/>
                  </a:lnTo>
                  <a:lnTo>
                    <a:pt x="5169" y="3549"/>
                  </a:lnTo>
                  <a:lnTo>
                    <a:pt x="5883" y="2835"/>
                  </a:lnTo>
                  <a:lnTo>
                    <a:pt x="3478" y="430"/>
                  </a:lnTo>
                  <a:cubicBezTo>
                    <a:pt x="3192" y="168"/>
                    <a:pt x="2835" y="1"/>
                    <a:pt x="2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19"/>
            <p:cNvSpPr/>
            <p:nvPr/>
          </p:nvSpPr>
          <p:spPr>
            <a:xfrm>
              <a:off x="2641600" y="4057425"/>
              <a:ext cx="235775" cy="221500"/>
            </a:xfrm>
            <a:custGeom>
              <a:rect b="b" l="l" r="r" t="t"/>
              <a:pathLst>
                <a:path extrusionOk="0" h="8860" w="9431">
                  <a:moveTo>
                    <a:pt x="4453" y="1049"/>
                  </a:moveTo>
                  <a:lnTo>
                    <a:pt x="4453" y="2787"/>
                  </a:lnTo>
                  <a:lnTo>
                    <a:pt x="3239" y="2787"/>
                  </a:lnTo>
                  <a:cubicBezTo>
                    <a:pt x="3596" y="2073"/>
                    <a:pt x="4096" y="1454"/>
                    <a:pt x="4453" y="1049"/>
                  </a:cubicBezTo>
                  <a:close/>
                  <a:moveTo>
                    <a:pt x="5001" y="1072"/>
                  </a:moveTo>
                  <a:cubicBezTo>
                    <a:pt x="5287" y="1382"/>
                    <a:pt x="5644" y="1835"/>
                    <a:pt x="5954" y="2335"/>
                  </a:cubicBezTo>
                  <a:lnTo>
                    <a:pt x="5358" y="2787"/>
                  </a:lnTo>
                  <a:lnTo>
                    <a:pt x="5001" y="2787"/>
                  </a:lnTo>
                  <a:lnTo>
                    <a:pt x="5001" y="1072"/>
                  </a:lnTo>
                  <a:close/>
                  <a:moveTo>
                    <a:pt x="8335" y="4430"/>
                  </a:moveTo>
                  <a:lnTo>
                    <a:pt x="8335" y="5002"/>
                  </a:lnTo>
                  <a:lnTo>
                    <a:pt x="7144" y="5002"/>
                  </a:lnTo>
                  <a:cubicBezTo>
                    <a:pt x="7192" y="4811"/>
                    <a:pt x="7216" y="4621"/>
                    <a:pt x="7216" y="4430"/>
                  </a:cubicBezTo>
                  <a:close/>
                  <a:moveTo>
                    <a:pt x="6216" y="2835"/>
                  </a:moveTo>
                  <a:cubicBezTo>
                    <a:pt x="6406" y="3216"/>
                    <a:pt x="6573" y="3644"/>
                    <a:pt x="6621" y="4049"/>
                  </a:cubicBezTo>
                  <a:lnTo>
                    <a:pt x="5001" y="5264"/>
                  </a:lnTo>
                  <a:lnTo>
                    <a:pt x="5001" y="4168"/>
                  </a:lnTo>
                  <a:cubicBezTo>
                    <a:pt x="5263" y="3978"/>
                    <a:pt x="5454" y="3692"/>
                    <a:pt x="5525" y="3359"/>
                  </a:cubicBezTo>
                  <a:lnTo>
                    <a:pt x="6216" y="2835"/>
                  </a:lnTo>
                  <a:close/>
                  <a:moveTo>
                    <a:pt x="8883" y="5550"/>
                  </a:moveTo>
                  <a:lnTo>
                    <a:pt x="8883" y="6097"/>
                  </a:lnTo>
                  <a:lnTo>
                    <a:pt x="6692" y="6097"/>
                  </a:lnTo>
                  <a:cubicBezTo>
                    <a:pt x="6811" y="5907"/>
                    <a:pt x="6906" y="5740"/>
                    <a:pt x="6978" y="5550"/>
                  </a:cubicBezTo>
                  <a:close/>
                  <a:moveTo>
                    <a:pt x="4453" y="4407"/>
                  </a:moveTo>
                  <a:lnTo>
                    <a:pt x="4453" y="6978"/>
                  </a:lnTo>
                  <a:cubicBezTo>
                    <a:pt x="4215" y="6836"/>
                    <a:pt x="3882" y="6597"/>
                    <a:pt x="3596" y="6288"/>
                  </a:cubicBezTo>
                  <a:cubicBezTo>
                    <a:pt x="3787" y="6002"/>
                    <a:pt x="3882" y="5645"/>
                    <a:pt x="3882" y="5264"/>
                  </a:cubicBezTo>
                  <a:lnTo>
                    <a:pt x="3882" y="4430"/>
                  </a:lnTo>
                  <a:lnTo>
                    <a:pt x="4168" y="4430"/>
                  </a:lnTo>
                  <a:cubicBezTo>
                    <a:pt x="4263" y="4430"/>
                    <a:pt x="4358" y="4430"/>
                    <a:pt x="4453" y="4407"/>
                  </a:cubicBezTo>
                  <a:close/>
                  <a:moveTo>
                    <a:pt x="6644" y="4740"/>
                  </a:moveTo>
                  <a:cubicBezTo>
                    <a:pt x="6525" y="5692"/>
                    <a:pt x="5811" y="6455"/>
                    <a:pt x="5001" y="6978"/>
                  </a:cubicBezTo>
                  <a:lnTo>
                    <a:pt x="5001" y="5954"/>
                  </a:lnTo>
                  <a:lnTo>
                    <a:pt x="6644" y="4740"/>
                  </a:lnTo>
                  <a:close/>
                  <a:moveTo>
                    <a:pt x="8335" y="6645"/>
                  </a:moveTo>
                  <a:lnTo>
                    <a:pt x="8335" y="7193"/>
                  </a:lnTo>
                  <a:lnTo>
                    <a:pt x="5644" y="7193"/>
                  </a:lnTo>
                  <a:cubicBezTo>
                    <a:pt x="5882" y="7026"/>
                    <a:pt x="6073" y="6859"/>
                    <a:pt x="6263" y="6645"/>
                  </a:cubicBezTo>
                  <a:close/>
                  <a:moveTo>
                    <a:pt x="4953" y="3335"/>
                  </a:moveTo>
                  <a:cubicBezTo>
                    <a:pt x="4834" y="3644"/>
                    <a:pt x="4525" y="3883"/>
                    <a:pt x="4168" y="3883"/>
                  </a:cubicBezTo>
                  <a:lnTo>
                    <a:pt x="3334" y="3883"/>
                  </a:lnTo>
                  <a:lnTo>
                    <a:pt x="3334" y="5264"/>
                  </a:lnTo>
                  <a:cubicBezTo>
                    <a:pt x="3334" y="6026"/>
                    <a:pt x="2715" y="6645"/>
                    <a:pt x="1953" y="6645"/>
                  </a:cubicBezTo>
                  <a:lnTo>
                    <a:pt x="1953" y="7193"/>
                  </a:lnTo>
                  <a:cubicBezTo>
                    <a:pt x="2453" y="7193"/>
                    <a:pt x="2905" y="7026"/>
                    <a:pt x="3239" y="6716"/>
                  </a:cubicBezTo>
                  <a:cubicBezTo>
                    <a:pt x="3620" y="7121"/>
                    <a:pt x="4120" y="7479"/>
                    <a:pt x="4715" y="7764"/>
                  </a:cubicBezTo>
                  <a:lnTo>
                    <a:pt x="7216" y="7764"/>
                  </a:lnTo>
                  <a:lnTo>
                    <a:pt x="7216" y="8312"/>
                  </a:lnTo>
                  <a:lnTo>
                    <a:pt x="3120" y="8312"/>
                  </a:lnTo>
                  <a:lnTo>
                    <a:pt x="1453" y="7764"/>
                  </a:lnTo>
                  <a:lnTo>
                    <a:pt x="548" y="7764"/>
                  </a:lnTo>
                  <a:lnTo>
                    <a:pt x="548" y="4430"/>
                  </a:lnTo>
                  <a:lnTo>
                    <a:pt x="1524" y="4430"/>
                  </a:lnTo>
                  <a:lnTo>
                    <a:pt x="2620" y="3335"/>
                  </a:lnTo>
                  <a:close/>
                  <a:moveTo>
                    <a:pt x="4715" y="1"/>
                  </a:moveTo>
                  <a:lnTo>
                    <a:pt x="4525" y="168"/>
                  </a:lnTo>
                  <a:cubicBezTo>
                    <a:pt x="4477" y="215"/>
                    <a:pt x="3286" y="1334"/>
                    <a:pt x="2620" y="2787"/>
                  </a:cubicBezTo>
                  <a:lnTo>
                    <a:pt x="2405" y="2787"/>
                  </a:lnTo>
                  <a:lnTo>
                    <a:pt x="1286" y="3883"/>
                  </a:lnTo>
                  <a:lnTo>
                    <a:pt x="0" y="3883"/>
                  </a:lnTo>
                  <a:lnTo>
                    <a:pt x="0" y="8312"/>
                  </a:lnTo>
                  <a:lnTo>
                    <a:pt x="1358" y="8312"/>
                  </a:lnTo>
                  <a:lnTo>
                    <a:pt x="3025" y="8860"/>
                  </a:lnTo>
                  <a:lnTo>
                    <a:pt x="7764" y="8860"/>
                  </a:lnTo>
                  <a:lnTo>
                    <a:pt x="7764" y="7764"/>
                  </a:lnTo>
                  <a:lnTo>
                    <a:pt x="8883" y="7764"/>
                  </a:lnTo>
                  <a:lnTo>
                    <a:pt x="8883" y="6645"/>
                  </a:lnTo>
                  <a:lnTo>
                    <a:pt x="9431" y="6645"/>
                  </a:lnTo>
                  <a:lnTo>
                    <a:pt x="9431" y="5002"/>
                  </a:lnTo>
                  <a:lnTo>
                    <a:pt x="8883" y="5002"/>
                  </a:lnTo>
                  <a:lnTo>
                    <a:pt x="8883" y="3883"/>
                  </a:lnTo>
                  <a:lnTo>
                    <a:pt x="7168" y="3883"/>
                  </a:lnTo>
                  <a:cubicBezTo>
                    <a:pt x="7025" y="3144"/>
                    <a:pt x="6668" y="2358"/>
                    <a:pt x="6049" y="1501"/>
                  </a:cubicBezTo>
                  <a:cubicBezTo>
                    <a:pt x="5501" y="715"/>
                    <a:pt x="4930" y="191"/>
                    <a:pt x="4906" y="168"/>
                  </a:cubicBezTo>
                  <a:lnTo>
                    <a:pt x="47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19"/>
            <p:cNvSpPr/>
            <p:nvPr/>
          </p:nvSpPr>
          <p:spPr>
            <a:xfrm>
              <a:off x="3215525" y="4050300"/>
              <a:ext cx="268525" cy="235775"/>
            </a:xfrm>
            <a:custGeom>
              <a:rect b="b" l="l" r="r" t="t"/>
              <a:pathLst>
                <a:path extrusionOk="0" h="9431" w="10741">
                  <a:moveTo>
                    <a:pt x="1286" y="5025"/>
                  </a:moveTo>
                  <a:lnTo>
                    <a:pt x="1286" y="7549"/>
                  </a:lnTo>
                  <a:lnTo>
                    <a:pt x="619" y="7549"/>
                  </a:lnTo>
                  <a:lnTo>
                    <a:pt x="619" y="5025"/>
                  </a:lnTo>
                  <a:close/>
                  <a:moveTo>
                    <a:pt x="10121" y="5025"/>
                  </a:moveTo>
                  <a:lnTo>
                    <a:pt x="10121" y="7549"/>
                  </a:lnTo>
                  <a:lnTo>
                    <a:pt x="9478" y="7549"/>
                  </a:lnTo>
                  <a:lnTo>
                    <a:pt x="9478" y="5025"/>
                  </a:lnTo>
                  <a:close/>
                  <a:moveTo>
                    <a:pt x="5382" y="0"/>
                  </a:moveTo>
                  <a:cubicBezTo>
                    <a:pt x="3120" y="0"/>
                    <a:pt x="1286" y="1834"/>
                    <a:pt x="1286" y="4096"/>
                  </a:cubicBezTo>
                  <a:lnTo>
                    <a:pt x="1286" y="4406"/>
                  </a:lnTo>
                  <a:lnTo>
                    <a:pt x="0" y="4406"/>
                  </a:lnTo>
                  <a:lnTo>
                    <a:pt x="0" y="8168"/>
                  </a:lnTo>
                  <a:lnTo>
                    <a:pt x="1905" y="8168"/>
                  </a:lnTo>
                  <a:lnTo>
                    <a:pt x="1905" y="4096"/>
                  </a:lnTo>
                  <a:cubicBezTo>
                    <a:pt x="1905" y="2167"/>
                    <a:pt x="3453" y="619"/>
                    <a:pt x="5382" y="619"/>
                  </a:cubicBezTo>
                  <a:cubicBezTo>
                    <a:pt x="7287" y="619"/>
                    <a:pt x="8859" y="2167"/>
                    <a:pt x="8859" y="4096"/>
                  </a:cubicBezTo>
                  <a:lnTo>
                    <a:pt x="8859" y="8168"/>
                  </a:lnTo>
                  <a:lnTo>
                    <a:pt x="9478" y="8168"/>
                  </a:lnTo>
                  <a:lnTo>
                    <a:pt x="9478" y="9431"/>
                  </a:lnTo>
                  <a:lnTo>
                    <a:pt x="10121" y="9431"/>
                  </a:lnTo>
                  <a:lnTo>
                    <a:pt x="10121" y="8168"/>
                  </a:lnTo>
                  <a:lnTo>
                    <a:pt x="10741" y="8168"/>
                  </a:lnTo>
                  <a:lnTo>
                    <a:pt x="10741" y="4406"/>
                  </a:lnTo>
                  <a:lnTo>
                    <a:pt x="9478" y="4406"/>
                  </a:lnTo>
                  <a:lnTo>
                    <a:pt x="9478" y="4096"/>
                  </a:lnTo>
                  <a:cubicBezTo>
                    <a:pt x="9478" y="1834"/>
                    <a:pt x="7645" y="0"/>
                    <a:pt x="5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19"/>
            <p:cNvSpPr/>
            <p:nvPr/>
          </p:nvSpPr>
          <p:spPr>
            <a:xfrm>
              <a:off x="3276250" y="4157450"/>
              <a:ext cx="147675" cy="97075"/>
            </a:xfrm>
            <a:custGeom>
              <a:rect b="b" l="l" r="r" t="t"/>
              <a:pathLst>
                <a:path extrusionOk="0" h="3883" w="5907">
                  <a:moveTo>
                    <a:pt x="1501" y="1501"/>
                  </a:moveTo>
                  <a:lnTo>
                    <a:pt x="1501" y="1501"/>
                  </a:lnTo>
                  <a:cubicBezTo>
                    <a:pt x="1644" y="1525"/>
                    <a:pt x="1834" y="1572"/>
                    <a:pt x="2001" y="1644"/>
                  </a:cubicBezTo>
                  <a:cubicBezTo>
                    <a:pt x="2001" y="1763"/>
                    <a:pt x="2001" y="1906"/>
                    <a:pt x="2048" y="2049"/>
                  </a:cubicBezTo>
                  <a:cubicBezTo>
                    <a:pt x="1905" y="2001"/>
                    <a:pt x="1763" y="2001"/>
                    <a:pt x="1644" y="2001"/>
                  </a:cubicBezTo>
                  <a:cubicBezTo>
                    <a:pt x="1548" y="1834"/>
                    <a:pt x="1524" y="1644"/>
                    <a:pt x="1501" y="1501"/>
                  </a:cubicBezTo>
                  <a:close/>
                  <a:moveTo>
                    <a:pt x="4382" y="1501"/>
                  </a:moveTo>
                  <a:cubicBezTo>
                    <a:pt x="4382" y="1644"/>
                    <a:pt x="4335" y="1834"/>
                    <a:pt x="4239" y="2001"/>
                  </a:cubicBezTo>
                  <a:cubicBezTo>
                    <a:pt x="4120" y="2001"/>
                    <a:pt x="4001" y="2001"/>
                    <a:pt x="3834" y="2049"/>
                  </a:cubicBezTo>
                  <a:cubicBezTo>
                    <a:pt x="3882" y="1906"/>
                    <a:pt x="3882" y="1763"/>
                    <a:pt x="3882" y="1644"/>
                  </a:cubicBezTo>
                  <a:cubicBezTo>
                    <a:pt x="4049" y="1572"/>
                    <a:pt x="4239" y="1525"/>
                    <a:pt x="4382" y="1501"/>
                  </a:cubicBezTo>
                  <a:close/>
                  <a:moveTo>
                    <a:pt x="2953" y="906"/>
                  </a:moveTo>
                  <a:cubicBezTo>
                    <a:pt x="3096" y="1096"/>
                    <a:pt x="3263" y="1382"/>
                    <a:pt x="3263" y="1691"/>
                  </a:cubicBezTo>
                  <a:cubicBezTo>
                    <a:pt x="3263" y="2001"/>
                    <a:pt x="3096" y="2287"/>
                    <a:pt x="2953" y="2477"/>
                  </a:cubicBezTo>
                  <a:cubicBezTo>
                    <a:pt x="2787" y="2287"/>
                    <a:pt x="2620" y="2001"/>
                    <a:pt x="2620" y="1691"/>
                  </a:cubicBezTo>
                  <a:cubicBezTo>
                    <a:pt x="2620" y="1382"/>
                    <a:pt x="2787" y="1096"/>
                    <a:pt x="2953" y="906"/>
                  </a:cubicBezTo>
                  <a:close/>
                  <a:moveTo>
                    <a:pt x="1691" y="2644"/>
                  </a:moveTo>
                  <a:cubicBezTo>
                    <a:pt x="2001" y="2644"/>
                    <a:pt x="2287" y="2811"/>
                    <a:pt x="2477" y="2954"/>
                  </a:cubicBezTo>
                  <a:cubicBezTo>
                    <a:pt x="2287" y="3097"/>
                    <a:pt x="2001" y="3263"/>
                    <a:pt x="1691" y="3263"/>
                  </a:cubicBezTo>
                  <a:cubicBezTo>
                    <a:pt x="1382" y="3263"/>
                    <a:pt x="1096" y="3097"/>
                    <a:pt x="905" y="2954"/>
                  </a:cubicBezTo>
                  <a:cubicBezTo>
                    <a:pt x="1096" y="2811"/>
                    <a:pt x="1382" y="2644"/>
                    <a:pt x="1691" y="2644"/>
                  </a:cubicBezTo>
                  <a:close/>
                  <a:moveTo>
                    <a:pt x="4192" y="2644"/>
                  </a:moveTo>
                  <a:cubicBezTo>
                    <a:pt x="4501" y="2644"/>
                    <a:pt x="4811" y="2811"/>
                    <a:pt x="5001" y="2954"/>
                  </a:cubicBezTo>
                  <a:cubicBezTo>
                    <a:pt x="4811" y="3097"/>
                    <a:pt x="4501" y="3263"/>
                    <a:pt x="4192" y="3263"/>
                  </a:cubicBezTo>
                  <a:cubicBezTo>
                    <a:pt x="3906" y="3263"/>
                    <a:pt x="3596" y="3097"/>
                    <a:pt x="3406" y="2954"/>
                  </a:cubicBezTo>
                  <a:cubicBezTo>
                    <a:pt x="3596" y="2811"/>
                    <a:pt x="3906" y="2644"/>
                    <a:pt x="4192" y="2644"/>
                  </a:cubicBezTo>
                  <a:close/>
                  <a:moveTo>
                    <a:pt x="2953" y="1"/>
                  </a:moveTo>
                  <a:lnTo>
                    <a:pt x="2739" y="191"/>
                  </a:lnTo>
                  <a:cubicBezTo>
                    <a:pt x="2715" y="215"/>
                    <a:pt x="2358" y="548"/>
                    <a:pt x="2144" y="1025"/>
                  </a:cubicBezTo>
                  <a:cubicBezTo>
                    <a:pt x="1763" y="872"/>
                    <a:pt x="1366" y="857"/>
                    <a:pt x="1211" y="857"/>
                  </a:cubicBezTo>
                  <a:cubicBezTo>
                    <a:pt x="1172" y="857"/>
                    <a:pt x="1148" y="858"/>
                    <a:pt x="1143" y="858"/>
                  </a:cubicBezTo>
                  <a:lnTo>
                    <a:pt x="858" y="858"/>
                  </a:lnTo>
                  <a:lnTo>
                    <a:pt x="858" y="1144"/>
                  </a:lnTo>
                  <a:cubicBezTo>
                    <a:pt x="858" y="1168"/>
                    <a:pt x="834" y="1668"/>
                    <a:pt x="1024" y="2144"/>
                  </a:cubicBezTo>
                  <a:cubicBezTo>
                    <a:pt x="524" y="2358"/>
                    <a:pt x="215" y="2715"/>
                    <a:pt x="191" y="2739"/>
                  </a:cubicBezTo>
                  <a:lnTo>
                    <a:pt x="0" y="2954"/>
                  </a:lnTo>
                  <a:lnTo>
                    <a:pt x="191" y="3168"/>
                  </a:lnTo>
                  <a:cubicBezTo>
                    <a:pt x="215" y="3192"/>
                    <a:pt x="858" y="3882"/>
                    <a:pt x="1691" y="3882"/>
                  </a:cubicBezTo>
                  <a:cubicBezTo>
                    <a:pt x="2215" y="3882"/>
                    <a:pt x="2691" y="3597"/>
                    <a:pt x="2953" y="3382"/>
                  </a:cubicBezTo>
                  <a:cubicBezTo>
                    <a:pt x="3215" y="3597"/>
                    <a:pt x="3668" y="3882"/>
                    <a:pt x="4215" y="3882"/>
                  </a:cubicBezTo>
                  <a:cubicBezTo>
                    <a:pt x="5025" y="3882"/>
                    <a:pt x="5692" y="3192"/>
                    <a:pt x="5716" y="3168"/>
                  </a:cubicBezTo>
                  <a:lnTo>
                    <a:pt x="5906" y="2954"/>
                  </a:lnTo>
                  <a:lnTo>
                    <a:pt x="5716" y="2739"/>
                  </a:lnTo>
                  <a:cubicBezTo>
                    <a:pt x="5692" y="2715"/>
                    <a:pt x="5359" y="2358"/>
                    <a:pt x="4882" y="2144"/>
                  </a:cubicBezTo>
                  <a:cubicBezTo>
                    <a:pt x="5073" y="1668"/>
                    <a:pt x="5049" y="1168"/>
                    <a:pt x="5049" y="1144"/>
                  </a:cubicBezTo>
                  <a:lnTo>
                    <a:pt x="5025" y="858"/>
                  </a:lnTo>
                  <a:lnTo>
                    <a:pt x="4739" y="858"/>
                  </a:lnTo>
                  <a:cubicBezTo>
                    <a:pt x="4735" y="858"/>
                    <a:pt x="4712" y="857"/>
                    <a:pt x="4674" y="857"/>
                  </a:cubicBezTo>
                  <a:cubicBezTo>
                    <a:pt x="4524" y="857"/>
                    <a:pt x="4139" y="872"/>
                    <a:pt x="3739" y="1025"/>
                  </a:cubicBezTo>
                  <a:cubicBezTo>
                    <a:pt x="3525" y="548"/>
                    <a:pt x="3168" y="215"/>
                    <a:pt x="3144" y="191"/>
                  </a:cubicBezTo>
                  <a:lnTo>
                    <a:pt x="2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19"/>
            <p:cNvSpPr/>
            <p:nvPr/>
          </p:nvSpPr>
          <p:spPr>
            <a:xfrm>
              <a:off x="3338750" y="4251525"/>
              <a:ext cx="22050" cy="22050"/>
            </a:xfrm>
            <a:custGeom>
              <a:rect b="b" l="l" r="r" t="t"/>
              <a:pathLst>
                <a:path extrusionOk="0" h="882" w="882">
                  <a:moveTo>
                    <a:pt x="453" y="0"/>
                  </a:moveTo>
                  <a:lnTo>
                    <a:pt x="1" y="453"/>
                  </a:lnTo>
                  <a:lnTo>
                    <a:pt x="453" y="881"/>
                  </a:lnTo>
                  <a:lnTo>
                    <a:pt x="882"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19"/>
            <p:cNvSpPr/>
            <p:nvPr/>
          </p:nvSpPr>
          <p:spPr>
            <a:xfrm>
              <a:off x="3886500" y="4050300"/>
              <a:ext cx="69075" cy="235775"/>
            </a:xfrm>
            <a:custGeom>
              <a:rect b="b" l="l" r="r" t="t"/>
              <a:pathLst>
                <a:path extrusionOk="0" h="9431" w="2763">
                  <a:moveTo>
                    <a:pt x="2215" y="548"/>
                  </a:moveTo>
                  <a:lnTo>
                    <a:pt x="2215" y="2215"/>
                  </a:lnTo>
                  <a:lnTo>
                    <a:pt x="1643" y="2215"/>
                  </a:lnTo>
                  <a:lnTo>
                    <a:pt x="1643" y="1096"/>
                  </a:lnTo>
                  <a:lnTo>
                    <a:pt x="1096" y="1096"/>
                  </a:lnTo>
                  <a:lnTo>
                    <a:pt x="1096" y="2215"/>
                  </a:lnTo>
                  <a:lnTo>
                    <a:pt x="548" y="2215"/>
                  </a:lnTo>
                  <a:lnTo>
                    <a:pt x="548" y="548"/>
                  </a:lnTo>
                  <a:close/>
                  <a:moveTo>
                    <a:pt x="2215" y="5549"/>
                  </a:moveTo>
                  <a:lnTo>
                    <a:pt x="2215" y="7216"/>
                  </a:lnTo>
                  <a:lnTo>
                    <a:pt x="1643" y="7216"/>
                  </a:lnTo>
                  <a:lnTo>
                    <a:pt x="1643" y="6097"/>
                  </a:lnTo>
                  <a:lnTo>
                    <a:pt x="1096" y="6097"/>
                  </a:lnTo>
                  <a:lnTo>
                    <a:pt x="1096" y="7216"/>
                  </a:lnTo>
                  <a:lnTo>
                    <a:pt x="548" y="7216"/>
                  </a:lnTo>
                  <a:lnTo>
                    <a:pt x="548" y="5549"/>
                  </a:lnTo>
                  <a:close/>
                  <a:moveTo>
                    <a:pt x="0" y="0"/>
                  </a:moveTo>
                  <a:lnTo>
                    <a:pt x="0" y="2763"/>
                  </a:lnTo>
                  <a:lnTo>
                    <a:pt x="1096" y="2763"/>
                  </a:lnTo>
                  <a:lnTo>
                    <a:pt x="1096" y="5001"/>
                  </a:lnTo>
                  <a:lnTo>
                    <a:pt x="0" y="5001"/>
                  </a:lnTo>
                  <a:lnTo>
                    <a:pt x="0" y="7764"/>
                  </a:lnTo>
                  <a:lnTo>
                    <a:pt x="1096" y="7764"/>
                  </a:lnTo>
                  <a:lnTo>
                    <a:pt x="1096" y="9431"/>
                  </a:lnTo>
                  <a:lnTo>
                    <a:pt x="1643" y="9431"/>
                  </a:lnTo>
                  <a:lnTo>
                    <a:pt x="1643" y="7764"/>
                  </a:lnTo>
                  <a:lnTo>
                    <a:pt x="2763" y="7764"/>
                  </a:lnTo>
                  <a:lnTo>
                    <a:pt x="2763" y="5001"/>
                  </a:lnTo>
                  <a:lnTo>
                    <a:pt x="1643" y="5001"/>
                  </a:lnTo>
                  <a:lnTo>
                    <a:pt x="1643" y="2763"/>
                  </a:lnTo>
                  <a:lnTo>
                    <a:pt x="2763" y="2763"/>
                  </a:lnTo>
                  <a:lnTo>
                    <a:pt x="27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19"/>
            <p:cNvSpPr/>
            <p:nvPr/>
          </p:nvSpPr>
          <p:spPr>
            <a:xfrm>
              <a:off x="3802550" y="4050300"/>
              <a:ext cx="69675" cy="235775"/>
            </a:xfrm>
            <a:custGeom>
              <a:rect b="b" l="l" r="r" t="t"/>
              <a:pathLst>
                <a:path extrusionOk="0" h="9431" w="2787">
                  <a:moveTo>
                    <a:pt x="2215" y="548"/>
                  </a:moveTo>
                  <a:lnTo>
                    <a:pt x="2215" y="2215"/>
                  </a:lnTo>
                  <a:lnTo>
                    <a:pt x="1667" y="2215"/>
                  </a:lnTo>
                  <a:lnTo>
                    <a:pt x="1667" y="1096"/>
                  </a:lnTo>
                  <a:lnTo>
                    <a:pt x="1120" y="1096"/>
                  </a:lnTo>
                  <a:lnTo>
                    <a:pt x="1120" y="2215"/>
                  </a:lnTo>
                  <a:lnTo>
                    <a:pt x="572" y="2215"/>
                  </a:lnTo>
                  <a:lnTo>
                    <a:pt x="572" y="548"/>
                  </a:lnTo>
                  <a:close/>
                  <a:moveTo>
                    <a:pt x="2215" y="5549"/>
                  </a:moveTo>
                  <a:lnTo>
                    <a:pt x="2215" y="7216"/>
                  </a:lnTo>
                  <a:lnTo>
                    <a:pt x="1667" y="7216"/>
                  </a:lnTo>
                  <a:lnTo>
                    <a:pt x="1667" y="6097"/>
                  </a:lnTo>
                  <a:lnTo>
                    <a:pt x="1120" y="6097"/>
                  </a:lnTo>
                  <a:lnTo>
                    <a:pt x="1120" y="7216"/>
                  </a:lnTo>
                  <a:lnTo>
                    <a:pt x="572" y="7216"/>
                  </a:lnTo>
                  <a:lnTo>
                    <a:pt x="572" y="5549"/>
                  </a:lnTo>
                  <a:close/>
                  <a:moveTo>
                    <a:pt x="0" y="0"/>
                  </a:moveTo>
                  <a:lnTo>
                    <a:pt x="0" y="2763"/>
                  </a:lnTo>
                  <a:lnTo>
                    <a:pt x="1120" y="2763"/>
                  </a:lnTo>
                  <a:lnTo>
                    <a:pt x="1120" y="5001"/>
                  </a:lnTo>
                  <a:lnTo>
                    <a:pt x="0" y="5001"/>
                  </a:lnTo>
                  <a:lnTo>
                    <a:pt x="0" y="7764"/>
                  </a:lnTo>
                  <a:lnTo>
                    <a:pt x="1120" y="7764"/>
                  </a:lnTo>
                  <a:lnTo>
                    <a:pt x="1120" y="9431"/>
                  </a:lnTo>
                  <a:lnTo>
                    <a:pt x="1667" y="9431"/>
                  </a:lnTo>
                  <a:lnTo>
                    <a:pt x="1667" y="7764"/>
                  </a:lnTo>
                  <a:lnTo>
                    <a:pt x="2787" y="7764"/>
                  </a:lnTo>
                  <a:lnTo>
                    <a:pt x="2787" y="5001"/>
                  </a:lnTo>
                  <a:lnTo>
                    <a:pt x="1667" y="5001"/>
                  </a:lnTo>
                  <a:lnTo>
                    <a:pt x="1667" y="2763"/>
                  </a:lnTo>
                  <a:lnTo>
                    <a:pt x="2787" y="2763"/>
                  </a:lnTo>
                  <a:lnTo>
                    <a:pt x="27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19"/>
            <p:cNvSpPr/>
            <p:nvPr/>
          </p:nvSpPr>
          <p:spPr>
            <a:xfrm>
              <a:off x="3969850" y="4050300"/>
              <a:ext cx="69075" cy="235775"/>
            </a:xfrm>
            <a:custGeom>
              <a:rect b="b" l="l" r="r" t="t"/>
              <a:pathLst>
                <a:path extrusionOk="0" h="9431" w="2763">
                  <a:moveTo>
                    <a:pt x="2215" y="548"/>
                  </a:moveTo>
                  <a:lnTo>
                    <a:pt x="2215" y="2215"/>
                  </a:lnTo>
                  <a:lnTo>
                    <a:pt x="1667" y="2215"/>
                  </a:lnTo>
                  <a:lnTo>
                    <a:pt x="1667" y="1096"/>
                  </a:lnTo>
                  <a:lnTo>
                    <a:pt x="1096" y="1096"/>
                  </a:lnTo>
                  <a:lnTo>
                    <a:pt x="1096" y="2215"/>
                  </a:lnTo>
                  <a:lnTo>
                    <a:pt x="548" y="2215"/>
                  </a:lnTo>
                  <a:lnTo>
                    <a:pt x="548" y="548"/>
                  </a:lnTo>
                  <a:close/>
                  <a:moveTo>
                    <a:pt x="2215" y="5549"/>
                  </a:moveTo>
                  <a:lnTo>
                    <a:pt x="2215" y="7216"/>
                  </a:lnTo>
                  <a:lnTo>
                    <a:pt x="1667" y="7216"/>
                  </a:lnTo>
                  <a:lnTo>
                    <a:pt x="1667" y="6097"/>
                  </a:lnTo>
                  <a:lnTo>
                    <a:pt x="1096" y="6097"/>
                  </a:lnTo>
                  <a:lnTo>
                    <a:pt x="1096" y="7216"/>
                  </a:lnTo>
                  <a:lnTo>
                    <a:pt x="548" y="7216"/>
                  </a:lnTo>
                  <a:lnTo>
                    <a:pt x="548" y="5549"/>
                  </a:lnTo>
                  <a:close/>
                  <a:moveTo>
                    <a:pt x="0" y="0"/>
                  </a:moveTo>
                  <a:lnTo>
                    <a:pt x="0" y="2763"/>
                  </a:lnTo>
                  <a:lnTo>
                    <a:pt x="1096" y="2763"/>
                  </a:lnTo>
                  <a:lnTo>
                    <a:pt x="1096" y="5001"/>
                  </a:lnTo>
                  <a:lnTo>
                    <a:pt x="0" y="5001"/>
                  </a:lnTo>
                  <a:lnTo>
                    <a:pt x="0" y="7764"/>
                  </a:lnTo>
                  <a:lnTo>
                    <a:pt x="1096" y="7764"/>
                  </a:lnTo>
                  <a:lnTo>
                    <a:pt x="1096" y="9431"/>
                  </a:lnTo>
                  <a:lnTo>
                    <a:pt x="1667" y="9431"/>
                  </a:lnTo>
                  <a:lnTo>
                    <a:pt x="1667" y="7764"/>
                  </a:lnTo>
                  <a:lnTo>
                    <a:pt x="2763" y="7764"/>
                  </a:lnTo>
                  <a:lnTo>
                    <a:pt x="2763" y="5001"/>
                  </a:lnTo>
                  <a:lnTo>
                    <a:pt x="1667" y="5001"/>
                  </a:lnTo>
                  <a:lnTo>
                    <a:pt x="1667" y="2763"/>
                  </a:lnTo>
                  <a:lnTo>
                    <a:pt x="2763" y="2763"/>
                  </a:lnTo>
                  <a:lnTo>
                    <a:pt x="27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19"/>
            <p:cNvSpPr/>
            <p:nvPr/>
          </p:nvSpPr>
          <p:spPr>
            <a:xfrm>
              <a:off x="4497925" y="4098300"/>
              <a:ext cx="69675" cy="88875"/>
            </a:xfrm>
            <a:custGeom>
              <a:rect b="b" l="l" r="r" t="t"/>
              <a:pathLst>
                <a:path extrusionOk="0" h="3555" w="2787">
                  <a:moveTo>
                    <a:pt x="839" y="518"/>
                  </a:moveTo>
                  <a:cubicBezTo>
                    <a:pt x="868" y="518"/>
                    <a:pt x="899" y="523"/>
                    <a:pt x="929" y="533"/>
                  </a:cubicBezTo>
                  <a:cubicBezTo>
                    <a:pt x="1406" y="676"/>
                    <a:pt x="1787" y="1009"/>
                    <a:pt x="2001" y="1462"/>
                  </a:cubicBezTo>
                  <a:cubicBezTo>
                    <a:pt x="2215" y="1890"/>
                    <a:pt x="2263" y="2414"/>
                    <a:pt x="2096" y="2867"/>
                  </a:cubicBezTo>
                  <a:cubicBezTo>
                    <a:pt x="2059" y="2980"/>
                    <a:pt x="1961" y="3048"/>
                    <a:pt x="1863" y="3048"/>
                  </a:cubicBezTo>
                  <a:cubicBezTo>
                    <a:pt x="1837" y="3048"/>
                    <a:pt x="1812" y="3043"/>
                    <a:pt x="1787" y="3033"/>
                  </a:cubicBezTo>
                  <a:cubicBezTo>
                    <a:pt x="1644" y="2986"/>
                    <a:pt x="1572" y="2843"/>
                    <a:pt x="1620" y="2724"/>
                  </a:cubicBezTo>
                  <a:cubicBezTo>
                    <a:pt x="1739" y="2367"/>
                    <a:pt x="1715" y="2009"/>
                    <a:pt x="1549" y="1676"/>
                  </a:cubicBezTo>
                  <a:cubicBezTo>
                    <a:pt x="1382" y="1366"/>
                    <a:pt x="1120" y="1128"/>
                    <a:pt x="763" y="1009"/>
                  </a:cubicBezTo>
                  <a:cubicBezTo>
                    <a:pt x="644" y="962"/>
                    <a:pt x="572" y="819"/>
                    <a:pt x="596" y="676"/>
                  </a:cubicBezTo>
                  <a:cubicBezTo>
                    <a:pt x="633" y="582"/>
                    <a:pt x="730" y="518"/>
                    <a:pt x="839" y="518"/>
                  </a:cubicBezTo>
                  <a:close/>
                  <a:moveTo>
                    <a:pt x="870" y="0"/>
                  </a:moveTo>
                  <a:cubicBezTo>
                    <a:pt x="542" y="0"/>
                    <a:pt x="236" y="203"/>
                    <a:pt x="120" y="533"/>
                  </a:cubicBezTo>
                  <a:cubicBezTo>
                    <a:pt x="1" y="914"/>
                    <a:pt x="215" y="1343"/>
                    <a:pt x="596" y="1486"/>
                  </a:cubicBezTo>
                  <a:cubicBezTo>
                    <a:pt x="810" y="1557"/>
                    <a:pt x="1001" y="1700"/>
                    <a:pt x="1096" y="1914"/>
                  </a:cubicBezTo>
                  <a:cubicBezTo>
                    <a:pt x="1191" y="2105"/>
                    <a:pt x="1215" y="2343"/>
                    <a:pt x="1144" y="2557"/>
                  </a:cubicBezTo>
                  <a:cubicBezTo>
                    <a:pt x="1001" y="2962"/>
                    <a:pt x="1215" y="3391"/>
                    <a:pt x="1620" y="3510"/>
                  </a:cubicBezTo>
                  <a:cubicBezTo>
                    <a:pt x="1705" y="3540"/>
                    <a:pt x="1791" y="3554"/>
                    <a:pt x="1876" y="3554"/>
                  </a:cubicBezTo>
                  <a:cubicBezTo>
                    <a:pt x="2193" y="3554"/>
                    <a:pt x="2484" y="3353"/>
                    <a:pt x="2596" y="3033"/>
                  </a:cubicBezTo>
                  <a:cubicBezTo>
                    <a:pt x="2787" y="2438"/>
                    <a:pt x="2739" y="1795"/>
                    <a:pt x="2454" y="1224"/>
                  </a:cubicBezTo>
                  <a:cubicBezTo>
                    <a:pt x="2168" y="652"/>
                    <a:pt x="1691" y="247"/>
                    <a:pt x="1096" y="33"/>
                  </a:cubicBezTo>
                  <a:cubicBezTo>
                    <a:pt x="1021" y="11"/>
                    <a:pt x="945" y="0"/>
                    <a:pt x="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19"/>
            <p:cNvSpPr/>
            <p:nvPr/>
          </p:nvSpPr>
          <p:spPr>
            <a:xfrm>
              <a:off x="4395525" y="4098300"/>
              <a:ext cx="144700" cy="152575"/>
            </a:xfrm>
            <a:custGeom>
              <a:rect b="b" l="l" r="r" t="t"/>
              <a:pathLst>
                <a:path extrusionOk="0" h="6103" w="5788">
                  <a:moveTo>
                    <a:pt x="2496" y="518"/>
                  </a:moveTo>
                  <a:cubicBezTo>
                    <a:pt x="2605" y="518"/>
                    <a:pt x="2702" y="582"/>
                    <a:pt x="2739" y="676"/>
                  </a:cubicBezTo>
                  <a:cubicBezTo>
                    <a:pt x="2763" y="819"/>
                    <a:pt x="2692" y="962"/>
                    <a:pt x="2573" y="1009"/>
                  </a:cubicBezTo>
                  <a:cubicBezTo>
                    <a:pt x="2215" y="1128"/>
                    <a:pt x="1953" y="1366"/>
                    <a:pt x="1787" y="1676"/>
                  </a:cubicBezTo>
                  <a:cubicBezTo>
                    <a:pt x="1668" y="1938"/>
                    <a:pt x="1620" y="2224"/>
                    <a:pt x="1668" y="2510"/>
                  </a:cubicBezTo>
                  <a:cubicBezTo>
                    <a:pt x="1501" y="2510"/>
                    <a:pt x="1334" y="2510"/>
                    <a:pt x="1167" y="2557"/>
                  </a:cubicBezTo>
                  <a:cubicBezTo>
                    <a:pt x="1096" y="2176"/>
                    <a:pt x="1167" y="1795"/>
                    <a:pt x="1334" y="1462"/>
                  </a:cubicBezTo>
                  <a:cubicBezTo>
                    <a:pt x="1548" y="1009"/>
                    <a:pt x="1930" y="676"/>
                    <a:pt x="2406" y="533"/>
                  </a:cubicBezTo>
                  <a:cubicBezTo>
                    <a:pt x="2436" y="523"/>
                    <a:pt x="2467" y="518"/>
                    <a:pt x="2496" y="518"/>
                  </a:cubicBezTo>
                  <a:close/>
                  <a:moveTo>
                    <a:pt x="1583" y="3016"/>
                  </a:moveTo>
                  <a:cubicBezTo>
                    <a:pt x="1778" y="3016"/>
                    <a:pt x="1975" y="3047"/>
                    <a:pt x="2168" y="3105"/>
                  </a:cubicBezTo>
                  <a:cubicBezTo>
                    <a:pt x="2644" y="3272"/>
                    <a:pt x="3025" y="3605"/>
                    <a:pt x="3239" y="4057"/>
                  </a:cubicBezTo>
                  <a:cubicBezTo>
                    <a:pt x="3287" y="4153"/>
                    <a:pt x="3263" y="4272"/>
                    <a:pt x="3192" y="4343"/>
                  </a:cubicBezTo>
                  <a:cubicBezTo>
                    <a:pt x="3142" y="4393"/>
                    <a:pt x="3076" y="4418"/>
                    <a:pt x="3010" y="4418"/>
                  </a:cubicBezTo>
                  <a:cubicBezTo>
                    <a:pt x="2919" y="4418"/>
                    <a:pt x="2829" y="4369"/>
                    <a:pt x="2787" y="4272"/>
                  </a:cubicBezTo>
                  <a:cubicBezTo>
                    <a:pt x="2620" y="3962"/>
                    <a:pt x="2358" y="3700"/>
                    <a:pt x="2001" y="3605"/>
                  </a:cubicBezTo>
                  <a:cubicBezTo>
                    <a:pt x="1862" y="3555"/>
                    <a:pt x="1719" y="3531"/>
                    <a:pt x="1575" y="3531"/>
                  </a:cubicBezTo>
                  <a:cubicBezTo>
                    <a:pt x="1374" y="3531"/>
                    <a:pt x="1171" y="3579"/>
                    <a:pt x="977" y="3676"/>
                  </a:cubicBezTo>
                  <a:cubicBezTo>
                    <a:pt x="946" y="3689"/>
                    <a:pt x="912" y="3695"/>
                    <a:pt x="878" y="3695"/>
                  </a:cubicBezTo>
                  <a:cubicBezTo>
                    <a:pt x="780" y="3695"/>
                    <a:pt x="679" y="3646"/>
                    <a:pt x="644" y="3557"/>
                  </a:cubicBezTo>
                  <a:cubicBezTo>
                    <a:pt x="572" y="3438"/>
                    <a:pt x="620" y="3272"/>
                    <a:pt x="763" y="3224"/>
                  </a:cubicBezTo>
                  <a:cubicBezTo>
                    <a:pt x="1018" y="3082"/>
                    <a:pt x="1298" y="3016"/>
                    <a:pt x="1583" y="3016"/>
                  </a:cubicBezTo>
                  <a:close/>
                  <a:moveTo>
                    <a:pt x="4510" y="3987"/>
                  </a:moveTo>
                  <a:cubicBezTo>
                    <a:pt x="4708" y="3987"/>
                    <a:pt x="4907" y="4018"/>
                    <a:pt x="5097" y="4081"/>
                  </a:cubicBezTo>
                  <a:cubicBezTo>
                    <a:pt x="5192" y="4105"/>
                    <a:pt x="5264" y="4200"/>
                    <a:pt x="5264" y="4319"/>
                  </a:cubicBezTo>
                  <a:cubicBezTo>
                    <a:pt x="5264" y="4461"/>
                    <a:pt x="5143" y="4568"/>
                    <a:pt x="5005" y="4568"/>
                  </a:cubicBezTo>
                  <a:cubicBezTo>
                    <a:pt x="4980" y="4568"/>
                    <a:pt x="4955" y="4565"/>
                    <a:pt x="4930" y="4558"/>
                  </a:cubicBezTo>
                  <a:cubicBezTo>
                    <a:pt x="4791" y="4508"/>
                    <a:pt x="4644" y="4483"/>
                    <a:pt x="4497" y="4483"/>
                  </a:cubicBezTo>
                  <a:cubicBezTo>
                    <a:pt x="4292" y="4483"/>
                    <a:pt x="4087" y="4532"/>
                    <a:pt x="3906" y="4629"/>
                  </a:cubicBezTo>
                  <a:cubicBezTo>
                    <a:pt x="3573" y="4796"/>
                    <a:pt x="3335" y="5081"/>
                    <a:pt x="3216" y="5415"/>
                  </a:cubicBezTo>
                  <a:cubicBezTo>
                    <a:pt x="3197" y="5528"/>
                    <a:pt x="3103" y="5596"/>
                    <a:pt x="2994" y="5596"/>
                  </a:cubicBezTo>
                  <a:cubicBezTo>
                    <a:pt x="2966" y="5596"/>
                    <a:pt x="2936" y="5592"/>
                    <a:pt x="2906" y="5582"/>
                  </a:cubicBezTo>
                  <a:cubicBezTo>
                    <a:pt x="2763" y="5534"/>
                    <a:pt x="2692" y="5391"/>
                    <a:pt x="2739" y="5248"/>
                  </a:cubicBezTo>
                  <a:cubicBezTo>
                    <a:pt x="2787" y="5129"/>
                    <a:pt x="2834" y="5010"/>
                    <a:pt x="2906" y="4915"/>
                  </a:cubicBezTo>
                  <a:cubicBezTo>
                    <a:pt x="2947" y="4923"/>
                    <a:pt x="2989" y="4927"/>
                    <a:pt x="3030" y="4927"/>
                  </a:cubicBezTo>
                  <a:cubicBezTo>
                    <a:pt x="3225" y="4927"/>
                    <a:pt x="3411" y="4838"/>
                    <a:pt x="3549" y="4700"/>
                  </a:cubicBezTo>
                  <a:cubicBezTo>
                    <a:pt x="3716" y="4558"/>
                    <a:pt x="3787" y="4343"/>
                    <a:pt x="3787" y="4129"/>
                  </a:cubicBezTo>
                  <a:cubicBezTo>
                    <a:pt x="4013" y="4036"/>
                    <a:pt x="4261" y="3987"/>
                    <a:pt x="4510" y="3987"/>
                  </a:cubicBezTo>
                  <a:close/>
                  <a:moveTo>
                    <a:pt x="2465" y="0"/>
                  </a:moveTo>
                  <a:cubicBezTo>
                    <a:pt x="2391" y="0"/>
                    <a:pt x="2314" y="11"/>
                    <a:pt x="2239" y="33"/>
                  </a:cubicBezTo>
                  <a:cubicBezTo>
                    <a:pt x="1644" y="247"/>
                    <a:pt x="1167" y="652"/>
                    <a:pt x="882" y="1224"/>
                  </a:cubicBezTo>
                  <a:cubicBezTo>
                    <a:pt x="644" y="1676"/>
                    <a:pt x="572" y="2200"/>
                    <a:pt x="667" y="2700"/>
                  </a:cubicBezTo>
                  <a:cubicBezTo>
                    <a:pt x="620" y="2724"/>
                    <a:pt x="572" y="2748"/>
                    <a:pt x="524" y="2772"/>
                  </a:cubicBezTo>
                  <a:cubicBezTo>
                    <a:pt x="143" y="2938"/>
                    <a:pt x="1" y="3414"/>
                    <a:pt x="191" y="3772"/>
                  </a:cubicBezTo>
                  <a:cubicBezTo>
                    <a:pt x="328" y="4045"/>
                    <a:pt x="599" y="4208"/>
                    <a:pt x="882" y="4208"/>
                  </a:cubicBezTo>
                  <a:cubicBezTo>
                    <a:pt x="994" y="4208"/>
                    <a:pt x="1107" y="4183"/>
                    <a:pt x="1215" y="4129"/>
                  </a:cubicBezTo>
                  <a:cubicBezTo>
                    <a:pt x="1330" y="4071"/>
                    <a:pt x="1463" y="4040"/>
                    <a:pt x="1598" y="4040"/>
                  </a:cubicBezTo>
                  <a:cubicBezTo>
                    <a:pt x="1685" y="4040"/>
                    <a:pt x="1774" y="4053"/>
                    <a:pt x="1858" y="4081"/>
                  </a:cubicBezTo>
                  <a:cubicBezTo>
                    <a:pt x="2072" y="4153"/>
                    <a:pt x="2239" y="4296"/>
                    <a:pt x="2334" y="4510"/>
                  </a:cubicBezTo>
                  <a:cubicBezTo>
                    <a:pt x="2358" y="4558"/>
                    <a:pt x="2406" y="4629"/>
                    <a:pt x="2453" y="4677"/>
                  </a:cubicBezTo>
                  <a:cubicBezTo>
                    <a:pt x="2382" y="4796"/>
                    <a:pt x="2311" y="4939"/>
                    <a:pt x="2263" y="5105"/>
                  </a:cubicBezTo>
                  <a:cubicBezTo>
                    <a:pt x="2120" y="5486"/>
                    <a:pt x="2358" y="5915"/>
                    <a:pt x="2739" y="6058"/>
                  </a:cubicBezTo>
                  <a:cubicBezTo>
                    <a:pt x="2824" y="6088"/>
                    <a:pt x="2911" y="6102"/>
                    <a:pt x="2995" y="6102"/>
                  </a:cubicBezTo>
                  <a:cubicBezTo>
                    <a:pt x="3312" y="6102"/>
                    <a:pt x="3603" y="5901"/>
                    <a:pt x="3716" y="5582"/>
                  </a:cubicBezTo>
                  <a:cubicBezTo>
                    <a:pt x="3787" y="5367"/>
                    <a:pt x="3930" y="5201"/>
                    <a:pt x="4120" y="5081"/>
                  </a:cubicBezTo>
                  <a:cubicBezTo>
                    <a:pt x="4250" y="5024"/>
                    <a:pt x="4389" y="4992"/>
                    <a:pt x="4520" y="4992"/>
                  </a:cubicBezTo>
                  <a:cubicBezTo>
                    <a:pt x="4606" y="4992"/>
                    <a:pt x="4688" y="5006"/>
                    <a:pt x="4763" y="5034"/>
                  </a:cubicBezTo>
                  <a:cubicBezTo>
                    <a:pt x="4848" y="5062"/>
                    <a:pt x="4933" y="5075"/>
                    <a:pt x="5016" y="5075"/>
                  </a:cubicBezTo>
                  <a:cubicBezTo>
                    <a:pt x="5426" y="5075"/>
                    <a:pt x="5787" y="4755"/>
                    <a:pt x="5787" y="4319"/>
                  </a:cubicBezTo>
                  <a:cubicBezTo>
                    <a:pt x="5787" y="3986"/>
                    <a:pt x="5573" y="3700"/>
                    <a:pt x="5264" y="3605"/>
                  </a:cubicBezTo>
                  <a:cubicBezTo>
                    <a:pt x="5014" y="3518"/>
                    <a:pt x="4759" y="3476"/>
                    <a:pt x="4506" y="3476"/>
                  </a:cubicBezTo>
                  <a:cubicBezTo>
                    <a:pt x="4204" y="3476"/>
                    <a:pt x="3905" y="3536"/>
                    <a:pt x="3620" y="3653"/>
                  </a:cubicBezTo>
                  <a:cubicBezTo>
                    <a:pt x="3311" y="3176"/>
                    <a:pt x="2882" y="2819"/>
                    <a:pt x="2334" y="2629"/>
                  </a:cubicBezTo>
                  <a:cubicBezTo>
                    <a:pt x="2287" y="2629"/>
                    <a:pt x="2239" y="2605"/>
                    <a:pt x="2215" y="2605"/>
                  </a:cubicBezTo>
                  <a:cubicBezTo>
                    <a:pt x="2215" y="2581"/>
                    <a:pt x="2191" y="2557"/>
                    <a:pt x="2191" y="2557"/>
                  </a:cubicBezTo>
                  <a:cubicBezTo>
                    <a:pt x="2120" y="2343"/>
                    <a:pt x="2144" y="2105"/>
                    <a:pt x="2239" y="1914"/>
                  </a:cubicBezTo>
                  <a:cubicBezTo>
                    <a:pt x="2334" y="1700"/>
                    <a:pt x="2525" y="1557"/>
                    <a:pt x="2739" y="1486"/>
                  </a:cubicBezTo>
                  <a:cubicBezTo>
                    <a:pt x="3120" y="1343"/>
                    <a:pt x="3335" y="914"/>
                    <a:pt x="3216" y="533"/>
                  </a:cubicBezTo>
                  <a:cubicBezTo>
                    <a:pt x="3099" y="203"/>
                    <a:pt x="2794" y="0"/>
                    <a:pt x="2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19"/>
            <p:cNvSpPr/>
            <p:nvPr/>
          </p:nvSpPr>
          <p:spPr>
            <a:xfrm>
              <a:off x="4374700" y="4059825"/>
              <a:ext cx="216725" cy="216725"/>
            </a:xfrm>
            <a:custGeom>
              <a:rect b="b" l="l" r="r" t="t"/>
              <a:pathLst>
                <a:path extrusionOk="0" h="8669" w="8669">
                  <a:moveTo>
                    <a:pt x="4334" y="500"/>
                  </a:moveTo>
                  <a:cubicBezTo>
                    <a:pt x="6454" y="500"/>
                    <a:pt x="8168" y="2215"/>
                    <a:pt x="8168" y="4334"/>
                  </a:cubicBezTo>
                  <a:cubicBezTo>
                    <a:pt x="8168" y="6430"/>
                    <a:pt x="6454" y="8145"/>
                    <a:pt x="4334" y="8145"/>
                  </a:cubicBezTo>
                  <a:cubicBezTo>
                    <a:pt x="2239" y="8145"/>
                    <a:pt x="524" y="6430"/>
                    <a:pt x="524" y="4334"/>
                  </a:cubicBezTo>
                  <a:cubicBezTo>
                    <a:pt x="524" y="2215"/>
                    <a:pt x="2239" y="500"/>
                    <a:pt x="4334" y="500"/>
                  </a:cubicBezTo>
                  <a:close/>
                  <a:moveTo>
                    <a:pt x="4334" y="0"/>
                  </a:moveTo>
                  <a:cubicBezTo>
                    <a:pt x="1953" y="0"/>
                    <a:pt x="0" y="1953"/>
                    <a:pt x="0" y="4334"/>
                  </a:cubicBezTo>
                  <a:cubicBezTo>
                    <a:pt x="0" y="6716"/>
                    <a:pt x="1953" y="8669"/>
                    <a:pt x="4334" y="8669"/>
                  </a:cubicBezTo>
                  <a:cubicBezTo>
                    <a:pt x="6716" y="8669"/>
                    <a:pt x="8669" y="6716"/>
                    <a:pt x="8669" y="4334"/>
                  </a:cubicBezTo>
                  <a:cubicBezTo>
                    <a:pt x="8669" y="1953"/>
                    <a:pt x="6716" y="0"/>
                    <a:pt x="4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19"/>
            <p:cNvSpPr/>
            <p:nvPr/>
          </p:nvSpPr>
          <p:spPr>
            <a:xfrm>
              <a:off x="4502100" y="4161625"/>
              <a:ext cx="12525" cy="13125"/>
            </a:xfrm>
            <a:custGeom>
              <a:rect b="b" l="l" r="r" t="t"/>
              <a:pathLst>
                <a:path extrusionOk="0" h="525" w="501">
                  <a:moveTo>
                    <a:pt x="0" y="0"/>
                  </a:moveTo>
                  <a:lnTo>
                    <a:pt x="0" y="524"/>
                  </a:lnTo>
                  <a:lnTo>
                    <a:pt x="500" y="524"/>
                  </a:lnTo>
                  <a:lnTo>
                    <a:pt x="5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19"/>
            <p:cNvSpPr/>
            <p:nvPr/>
          </p:nvSpPr>
          <p:spPr>
            <a:xfrm>
              <a:off x="4502100" y="4237825"/>
              <a:ext cx="12525" cy="12525"/>
            </a:xfrm>
            <a:custGeom>
              <a:rect b="b" l="l" r="r" t="t"/>
              <a:pathLst>
                <a:path extrusionOk="0" h="501" w="501">
                  <a:moveTo>
                    <a:pt x="0" y="1"/>
                  </a:moveTo>
                  <a:lnTo>
                    <a:pt x="0" y="501"/>
                  </a:lnTo>
                  <a:lnTo>
                    <a:pt x="500" y="501"/>
                  </a:lnTo>
                  <a:lnTo>
                    <a:pt x="5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19"/>
            <p:cNvSpPr/>
            <p:nvPr/>
          </p:nvSpPr>
          <p:spPr>
            <a:xfrm>
              <a:off x="4476500" y="4085425"/>
              <a:ext cx="13125" cy="13125"/>
            </a:xfrm>
            <a:custGeom>
              <a:rect b="b" l="l" r="r" t="t"/>
              <a:pathLst>
                <a:path extrusionOk="0" h="525" w="525">
                  <a:moveTo>
                    <a:pt x="0" y="0"/>
                  </a:moveTo>
                  <a:lnTo>
                    <a:pt x="0" y="524"/>
                  </a:lnTo>
                  <a:lnTo>
                    <a:pt x="524" y="524"/>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19"/>
            <p:cNvSpPr/>
            <p:nvPr/>
          </p:nvSpPr>
          <p:spPr>
            <a:xfrm>
              <a:off x="4464000" y="4149125"/>
              <a:ext cx="12525" cy="12525"/>
            </a:xfrm>
            <a:custGeom>
              <a:rect b="b" l="l" r="r" t="t"/>
              <a:pathLst>
                <a:path extrusionOk="0" h="501" w="501">
                  <a:moveTo>
                    <a:pt x="0" y="0"/>
                  </a:moveTo>
                  <a:lnTo>
                    <a:pt x="0" y="500"/>
                  </a:lnTo>
                  <a:lnTo>
                    <a:pt x="500" y="500"/>
                  </a:lnTo>
                  <a:lnTo>
                    <a:pt x="5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19"/>
            <p:cNvSpPr/>
            <p:nvPr/>
          </p:nvSpPr>
          <p:spPr>
            <a:xfrm>
              <a:off x="4425900" y="4212825"/>
              <a:ext cx="13100" cy="12525"/>
            </a:xfrm>
            <a:custGeom>
              <a:rect b="b" l="l" r="r" t="t"/>
              <a:pathLst>
                <a:path extrusionOk="0" h="501" w="524">
                  <a:moveTo>
                    <a:pt x="0" y="0"/>
                  </a:moveTo>
                  <a:lnTo>
                    <a:pt x="0" y="500"/>
                  </a:lnTo>
                  <a:lnTo>
                    <a:pt x="524" y="500"/>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19"/>
            <p:cNvSpPr/>
            <p:nvPr/>
          </p:nvSpPr>
          <p:spPr>
            <a:xfrm>
              <a:off x="5010525" y="4091975"/>
              <a:ext cx="69100" cy="69075"/>
            </a:xfrm>
            <a:custGeom>
              <a:rect b="b" l="l" r="r" t="t"/>
              <a:pathLst>
                <a:path extrusionOk="0" h="2763" w="2764">
                  <a:moveTo>
                    <a:pt x="1382" y="548"/>
                  </a:moveTo>
                  <a:cubicBezTo>
                    <a:pt x="1835" y="548"/>
                    <a:pt x="2216" y="929"/>
                    <a:pt x="2216" y="1381"/>
                  </a:cubicBezTo>
                  <a:cubicBezTo>
                    <a:pt x="2216" y="1834"/>
                    <a:pt x="1835" y="2215"/>
                    <a:pt x="1382" y="2215"/>
                  </a:cubicBezTo>
                  <a:cubicBezTo>
                    <a:pt x="930" y="2215"/>
                    <a:pt x="549" y="1834"/>
                    <a:pt x="549" y="1381"/>
                  </a:cubicBezTo>
                  <a:cubicBezTo>
                    <a:pt x="549" y="929"/>
                    <a:pt x="930" y="548"/>
                    <a:pt x="1382" y="548"/>
                  </a:cubicBezTo>
                  <a:close/>
                  <a:moveTo>
                    <a:pt x="1382" y="0"/>
                  </a:moveTo>
                  <a:cubicBezTo>
                    <a:pt x="620" y="0"/>
                    <a:pt x="1" y="619"/>
                    <a:pt x="1" y="1381"/>
                  </a:cubicBezTo>
                  <a:cubicBezTo>
                    <a:pt x="1" y="2143"/>
                    <a:pt x="620" y="2763"/>
                    <a:pt x="1382" y="2763"/>
                  </a:cubicBezTo>
                  <a:cubicBezTo>
                    <a:pt x="2144" y="2763"/>
                    <a:pt x="2763" y="2143"/>
                    <a:pt x="2763" y="1381"/>
                  </a:cubicBezTo>
                  <a:cubicBezTo>
                    <a:pt x="2763" y="619"/>
                    <a:pt x="2144" y="0"/>
                    <a:pt x="1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19"/>
            <p:cNvSpPr/>
            <p:nvPr/>
          </p:nvSpPr>
          <p:spPr>
            <a:xfrm>
              <a:off x="4955175" y="4050300"/>
              <a:ext cx="179825" cy="235775"/>
            </a:xfrm>
            <a:custGeom>
              <a:rect b="b" l="l" r="r" t="t"/>
              <a:pathLst>
                <a:path extrusionOk="0" h="9431" w="7193">
                  <a:moveTo>
                    <a:pt x="6644" y="548"/>
                  </a:moveTo>
                  <a:lnTo>
                    <a:pt x="6644" y="4430"/>
                  </a:lnTo>
                  <a:lnTo>
                    <a:pt x="4620" y="4430"/>
                  </a:lnTo>
                  <a:lnTo>
                    <a:pt x="3596" y="5239"/>
                  </a:lnTo>
                  <a:lnTo>
                    <a:pt x="2596" y="4430"/>
                  </a:lnTo>
                  <a:lnTo>
                    <a:pt x="548" y="4430"/>
                  </a:lnTo>
                  <a:lnTo>
                    <a:pt x="548" y="548"/>
                  </a:lnTo>
                  <a:close/>
                  <a:moveTo>
                    <a:pt x="2405" y="5001"/>
                  </a:moveTo>
                  <a:lnTo>
                    <a:pt x="3167" y="5596"/>
                  </a:lnTo>
                  <a:lnTo>
                    <a:pt x="2215" y="6359"/>
                  </a:lnTo>
                  <a:lnTo>
                    <a:pt x="2215" y="6097"/>
                  </a:lnTo>
                  <a:lnTo>
                    <a:pt x="1667" y="6097"/>
                  </a:lnTo>
                  <a:lnTo>
                    <a:pt x="1667" y="8883"/>
                  </a:lnTo>
                  <a:lnTo>
                    <a:pt x="1119" y="8883"/>
                  </a:lnTo>
                  <a:lnTo>
                    <a:pt x="1119" y="5811"/>
                  </a:lnTo>
                  <a:cubicBezTo>
                    <a:pt x="1119" y="5358"/>
                    <a:pt x="1477" y="5001"/>
                    <a:pt x="1929" y="5001"/>
                  </a:cubicBezTo>
                  <a:close/>
                  <a:moveTo>
                    <a:pt x="5263" y="5001"/>
                  </a:moveTo>
                  <a:cubicBezTo>
                    <a:pt x="5716" y="5001"/>
                    <a:pt x="6097" y="5358"/>
                    <a:pt x="6097" y="5811"/>
                  </a:cubicBezTo>
                  <a:lnTo>
                    <a:pt x="6097" y="8883"/>
                  </a:lnTo>
                  <a:lnTo>
                    <a:pt x="5525" y="8883"/>
                  </a:lnTo>
                  <a:lnTo>
                    <a:pt x="5525" y="6097"/>
                  </a:lnTo>
                  <a:lnTo>
                    <a:pt x="4977" y="6097"/>
                  </a:lnTo>
                  <a:lnTo>
                    <a:pt x="4977" y="8883"/>
                  </a:lnTo>
                  <a:lnTo>
                    <a:pt x="2215" y="8883"/>
                  </a:lnTo>
                  <a:lnTo>
                    <a:pt x="2215" y="7073"/>
                  </a:lnTo>
                  <a:lnTo>
                    <a:pt x="4811" y="5001"/>
                  </a:lnTo>
                  <a:close/>
                  <a:moveTo>
                    <a:pt x="0" y="0"/>
                  </a:moveTo>
                  <a:lnTo>
                    <a:pt x="0" y="5001"/>
                  </a:lnTo>
                  <a:lnTo>
                    <a:pt x="834" y="5001"/>
                  </a:lnTo>
                  <a:cubicBezTo>
                    <a:pt x="667" y="5215"/>
                    <a:pt x="548" y="5501"/>
                    <a:pt x="548" y="5811"/>
                  </a:cubicBezTo>
                  <a:lnTo>
                    <a:pt x="548" y="9431"/>
                  </a:lnTo>
                  <a:lnTo>
                    <a:pt x="6644" y="9431"/>
                  </a:lnTo>
                  <a:lnTo>
                    <a:pt x="6644" y="5811"/>
                  </a:lnTo>
                  <a:cubicBezTo>
                    <a:pt x="6644" y="5501"/>
                    <a:pt x="6549" y="5215"/>
                    <a:pt x="6359" y="5001"/>
                  </a:cubicBezTo>
                  <a:lnTo>
                    <a:pt x="7192" y="5001"/>
                  </a:lnTo>
                  <a:lnTo>
                    <a:pt x="71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19"/>
            <p:cNvSpPr/>
            <p:nvPr/>
          </p:nvSpPr>
          <p:spPr>
            <a:xfrm>
              <a:off x="5482050" y="4050300"/>
              <a:ext cx="215550" cy="235775"/>
            </a:xfrm>
            <a:custGeom>
              <a:rect b="b" l="l" r="r" t="t"/>
              <a:pathLst>
                <a:path extrusionOk="0" h="9431" w="8622">
                  <a:moveTo>
                    <a:pt x="6907" y="667"/>
                  </a:moveTo>
                  <a:cubicBezTo>
                    <a:pt x="7026" y="762"/>
                    <a:pt x="7145" y="905"/>
                    <a:pt x="7169" y="1048"/>
                  </a:cubicBezTo>
                  <a:lnTo>
                    <a:pt x="7241" y="1381"/>
                  </a:lnTo>
                  <a:lnTo>
                    <a:pt x="7550" y="1262"/>
                  </a:lnTo>
                  <a:cubicBezTo>
                    <a:pt x="7605" y="1244"/>
                    <a:pt x="7666" y="1236"/>
                    <a:pt x="7729" y="1236"/>
                  </a:cubicBezTo>
                  <a:cubicBezTo>
                    <a:pt x="7832" y="1236"/>
                    <a:pt x="7938" y="1257"/>
                    <a:pt x="8026" y="1286"/>
                  </a:cubicBezTo>
                  <a:cubicBezTo>
                    <a:pt x="8003" y="1477"/>
                    <a:pt x="7907" y="1691"/>
                    <a:pt x="7765" y="1762"/>
                  </a:cubicBezTo>
                  <a:cubicBezTo>
                    <a:pt x="7765" y="1786"/>
                    <a:pt x="7765" y="1786"/>
                    <a:pt x="7312" y="1929"/>
                  </a:cubicBezTo>
                  <a:lnTo>
                    <a:pt x="7598" y="2239"/>
                  </a:lnTo>
                  <a:cubicBezTo>
                    <a:pt x="7693" y="2358"/>
                    <a:pt x="7717" y="2596"/>
                    <a:pt x="7717" y="2763"/>
                  </a:cubicBezTo>
                  <a:cubicBezTo>
                    <a:pt x="7550" y="2763"/>
                    <a:pt x="7312" y="2739"/>
                    <a:pt x="7193" y="2620"/>
                  </a:cubicBezTo>
                  <a:cubicBezTo>
                    <a:pt x="7169" y="2596"/>
                    <a:pt x="7145" y="2572"/>
                    <a:pt x="6907" y="2167"/>
                  </a:cubicBezTo>
                  <a:cubicBezTo>
                    <a:pt x="6669" y="2572"/>
                    <a:pt x="6645" y="2596"/>
                    <a:pt x="6621" y="2620"/>
                  </a:cubicBezTo>
                  <a:cubicBezTo>
                    <a:pt x="6502" y="2739"/>
                    <a:pt x="6288" y="2763"/>
                    <a:pt x="6097" y="2763"/>
                  </a:cubicBezTo>
                  <a:cubicBezTo>
                    <a:pt x="6097" y="2596"/>
                    <a:pt x="6121" y="2358"/>
                    <a:pt x="6240" y="2239"/>
                  </a:cubicBezTo>
                  <a:lnTo>
                    <a:pt x="6526" y="1929"/>
                  </a:lnTo>
                  <a:cubicBezTo>
                    <a:pt x="6050" y="1762"/>
                    <a:pt x="6074" y="1786"/>
                    <a:pt x="6050" y="1762"/>
                  </a:cubicBezTo>
                  <a:cubicBezTo>
                    <a:pt x="5907" y="1691"/>
                    <a:pt x="5836" y="1477"/>
                    <a:pt x="5788" y="1286"/>
                  </a:cubicBezTo>
                  <a:cubicBezTo>
                    <a:pt x="5876" y="1257"/>
                    <a:pt x="5983" y="1236"/>
                    <a:pt x="6091" y="1236"/>
                  </a:cubicBezTo>
                  <a:cubicBezTo>
                    <a:pt x="6157" y="1236"/>
                    <a:pt x="6224" y="1244"/>
                    <a:pt x="6288" y="1262"/>
                  </a:cubicBezTo>
                  <a:lnTo>
                    <a:pt x="6598" y="1381"/>
                  </a:lnTo>
                  <a:lnTo>
                    <a:pt x="6645" y="1048"/>
                  </a:lnTo>
                  <a:cubicBezTo>
                    <a:pt x="6669" y="905"/>
                    <a:pt x="6812" y="762"/>
                    <a:pt x="6907" y="667"/>
                  </a:cubicBezTo>
                  <a:close/>
                  <a:moveTo>
                    <a:pt x="5312" y="1667"/>
                  </a:moveTo>
                  <a:cubicBezTo>
                    <a:pt x="5383" y="1834"/>
                    <a:pt x="5478" y="2024"/>
                    <a:pt x="5645" y="2143"/>
                  </a:cubicBezTo>
                  <a:cubicBezTo>
                    <a:pt x="5478" y="2548"/>
                    <a:pt x="5574" y="3001"/>
                    <a:pt x="5574" y="3072"/>
                  </a:cubicBezTo>
                  <a:lnTo>
                    <a:pt x="5621" y="3239"/>
                  </a:lnTo>
                  <a:lnTo>
                    <a:pt x="5788" y="3286"/>
                  </a:lnTo>
                  <a:cubicBezTo>
                    <a:pt x="5895" y="3308"/>
                    <a:pt x="6016" y="3320"/>
                    <a:pt x="6142" y="3320"/>
                  </a:cubicBezTo>
                  <a:cubicBezTo>
                    <a:pt x="6295" y="3320"/>
                    <a:pt x="6453" y="3302"/>
                    <a:pt x="6598" y="3263"/>
                  </a:cubicBezTo>
                  <a:cubicBezTo>
                    <a:pt x="6621" y="3358"/>
                    <a:pt x="6645" y="3477"/>
                    <a:pt x="6645" y="3596"/>
                  </a:cubicBezTo>
                  <a:lnTo>
                    <a:pt x="6645" y="3882"/>
                  </a:lnTo>
                  <a:lnTo>
                    <a:pt x="5526" y="3882"/>
                  </a:lnTo>
                  <a:lnTo>
                    <a:pt x="5526" y="4430"/>
                  </a:lnTo>
                  <a:lnTo>
                    <a:pt x="6645" y="4430"/>
                  </a:lnTo>
                  <a:lnTo>
                    <a:pt x="6645" y="5263"/>
                  </a:lnTo>
                  <a:cubicBezTo>
                    <a:pt x="6645" y="5358"/>
                    <a:pt x="6621" y="5454"/>
                    <a:pt x="6598" y="5549"/>
                  </a:cubicBezTo>
                  <a:lnTo>
                    <a:pt x="5526" y="5549"/>
                  </a:lnTo>
                  <a:lnTo>
                    <a:pt x="5526" y="6097"/>
                  </a:lnTo>
                  <a:lnTo>
                    <a:pt x="6359" y="6097"/>
                  </a:lnTo>
                  <a:cubicBezTo>
                    <a:pt x="5978" y="6597"/>
                    <a:pt x="5455" y="6620"/>
                    <a:pt x="5383" y="6644"/>
                  </a:cubicBezTo>
                  <a:lnTo>
                    <a:pt x="4692" y="6644"/>
                  </a:lnTo>
                  <a:lnTo>
                    <a:pt x="4692" y="7216"/>
                  </a:lnTo>
                  <a:lnTo>
                    <a:pt x="5097" y="7216"/>
                  </a:lnTo>
                  <a:cubicBezTo>
                    <a:pt x="4645" y="7883"/>
                    <a:pt x="3883" y="8311"/>
                    <a:pt x="3025" y="8311"/>
                  </a:cubicBezTo>
                  <a:lnTo>
                    <a:pt x="2549" y="8311"/>
                  </a:lnTo>
                  <a:cubicBezTo>
                    <a:pt x="1930" y="8311"/>
                    <a:pt x="1263" y="8407"/>
                    <a:pt x="620" y="8621"/>
                  </a:cubicBezTo>
                  <a:cubicBezTo>
                    <a:pt x="787" y="8121"/>
                    <a:pt x="1263" y="7764"/>
                    <a:pt x="1787" y="7764"/>
                  </a:cubicBezTo>
                  <a:lnTo>
                    <a:pt x="2478" y="7764"/>
                  </a:lnTo>
                  <a:cubicBezTo>
                    <a:pt x="3311" y="7764"/>
                    <a:pt x="4026" y="7240"/>
                    <a:pt x="4288" y="6478"/>
                  </a:cubicBezTo>
                  <a:lnTo>
                    <a:pt x="4359" y="6335"/>
                  </a:lnTo>
                  <a:cubicBezTo>
                    <a:pt x="4216" y="6192"/>
                    <a:pt x="4240" y="6192"/>
                    <a:pt x="4097" y="6049"/>
                  </a:cubicBezTo>
                  <a:cubicBezTo>
                    <a:pt x="3907" y="6073"/>
                    <a:pt x="3787" y="6097"/>
                    <a:pt x="3668" y="6097"/>
                  </a:cubicBezTo>
                  <a:cubicBezTo>
                    <a:pt x="3002" y="6097"/>
                    <a:pt x="2359" y="6192"/>
                    <a:pt x="1716" y="6382"/>
                  </a:cubicBezTo>
                  <a:cubicBezTo>
                    <a:pt x="1882" y="5906"/>
                    <a:pt x="2359" y="5549"/>
                    <a:pt x="2906" y="5549"/>
                  </a:cubicBezTo>
                  <a:cubicBezTo>
                    <a:pt x="3454" y="5549"/>
                    <a:pt x="3787" y="5239"/>
                    <a:pt x="3859" y="5215"/>
                  </a:cubicBezTo>
                  <a:lnTo>
                    <a:pt x="3859" y="5001"/>
                  </a:lnTo>
                  <a:lnTo>
                    <a:pt x="4978" y="5001"/>
                  </a:lnTo>
                  <a:lnTo>
                    <a:pt x="4978" y="4430"/>
                  </a:lnTo>
                  <a:lnTo>
                    <a:pt x="3859" y="4430"/>
                  </a:lnTo>
                  <a:lnTo>
                    <a:pt x="3859" y="3596"/>
                  </a:lnTo>
                  <a:cubicBezTo>
                    <a:pt x="3859" y="3167"/>
                    <a:pt x="4073" y="2763"/>
                    <a:pt x="4430" y="2501"/>
                  </a:cubicBezTo>
                  <a:lnTo>
                    <a:pt x="4645" y="2334"/>
                  </a:lnTo>
                  <a:lnTo>
                    <a:pt x="4478" y="2096"/>
                  </a:lnTo>
                  <a:cubicBezTo>
                    <a:pt x="4430" y="2048"/>
                    <a:pt x="4430" y="2000"/>
                    <a:pt x="4430" y="1953"/>
                  </a:cubicBezTo>
                  <a:cubicBezTo>
                    <a:pt x="4430" y="1786"/>
                    <a:pt x="4550" y="1667"/>
                    <a:pt x="4692" y="1667"/>
                  </a:cubicBezTo>
                  <a:close/>
                  <a:moveTo>
                    <a:pt x="6907" y="0"/>
                  </a:moveTo>
                  <a:lnTo>
                    <a:pt x="6764" y="72"/>
                  </a:lnTo>
                  <a:cubicBezTo>
                    <a:pt x="6717" y="119"/>
                    <a:pt x="6359" y="333"/>
                    <a:pt x="6193" y="691"/>
                  </a:cubicBezTo>
                  <a:cubicBezTo>
                    <a:pt x="6166" y="689"/>
                    <a:pt x="6139" y="688"/>
                    <a:pt x="6113" y="688"/>
                  </a:cubicBezTo>
                  <a:cubicBezTo>
                    <a:pt x="5739" y="688"/>
                    <a:pt x="5404" y="835"/>
                    <a:pt x="5359" y="857"/>
                  </a:cubicBezTo>
                  <a:lnTo>
                    <a:pt x="5193" y="953"/>
                  </a:lnTo>
                  <a:lnTo>
                    <a:pt x="5193" y="1119"/>
                  </a:lnTo>
                  <a:lnTo>
                    <a:pt x="4692" y="1119"/>
                  </a:lnTo>
                  <a:cubicBezTo>
                    <a:pt x="4240" y="1119"/>
                    <a:pt x="3859" y="1477"/>
                    <a:pt x="3859" y="1953"/>
                  </a:cubicBezTo>
                  <a:cubicBezTo>
                    <a:pt x="3859" y="2024"/>
                    <a:pt x="3883" y="2120"/>
                    <a:pt x="3907" y="2215"/>
                  </a:cubicBezTo>
                  <a:cubicBezTo>
                    <a:pt x="3526" y="2572"/>
                    <a:pt x="3311" y="3072"/>
                    <a:pt x="3311" y="3596"/>
                  </a:cubicBezTo>
                  <a:lnTo>
                    <a:pt x="3311" y="4906"/>
                  </a:lnTo>
                  <a:cubicBezTo>
                    <a:pt x="3192" y="4953"/>
                    <a:pt x="3049" y="5001"/>
                    <a:pt x="2906" y="5001"/>
                  </a:cubicBezTo>
                  <a:cubicBezTo>
                    <a:pt x="1906" y="5001"/>
                    <a:pt x="1096" y="5811"/>
                    <a:pt x="1096" y="6787"/>
                  </a:cubicBezTo>
                  <a:lnTo>
                    <a:pt x="1096" y="7192"/>
                  </a:lnTo>
                  <a:lnTo>
                    <a:pt x="1477" y="7049"/>
                  </a:lnTo>
                  <a:cubicBezTo>
                    <a:pt x="2144" y="6787"/>
                    <a:pt x="2859" y="6668"/>
                    <a:pt x="3573" y="6644"/>
                  </a:cubicBezTo>
                  <a:lnTo>
                    <a:pt x="3573" y="6644"/>
                  </a:lnTo>
                  <a:cubicBezTo>
                    <a:pt x="3335" y="7001"/>
                    <a:pt x="2930" y="7216"/>
                    <a:pt x="2478" y="7216"/>
                  </a:cubicBezTo>
                  <a:lnTo>
                    <a:pt x="1787" y="7216"/>
                  </a:lnTo>
                  <a:cubicBezTo>
                    <a:pt x="811" y="7216"/>
                    <a:pt x="1" y="8026"/>
                    <a:pt x="1" y="9026"/>
                  </a:cubicBezTo>
                  <a:lnTo>
                    <a:pt x="1" y="9431"/>
                  </a:lnTo>
                  <a:lnTo>
                    <a:pt x="358" y="9288"/>
                  </a:lnTo>
                  <a:cubicBezTo>
                    <a:pt x="1120" y="9002"/>
                    <a:pt x="1859" y="8859"/>
                    <a:pt x="2549" y="8859"/>
                  </a:cubicBezTo>
                  <a:lnTo>
                    <a:pt x="3025" y="8859"/>
                  </a:lnTo>
                  <a:cubicBezTo>
                    <a:pt x="4216" y="8859"/>
                    <a:pt x="5288" y="8192"/>
                    <a:pt x="5788" y="7121"/>
                  </a:cubicBezTo>
                  <a:cubicBezTo>
                    <a:pt x="6598" y="6906"/>
                    <a:pt x="7193" y="6144"/>
                    <a:pt x="7193" y="5263"/>
                  </a:cubicBezTo>
                  <a:lnTo>
                    <a:pt x="7193" y="3596"/>
                  </a:lnTo>
                  <a:cubicBezTo>
                    <a:pt x="7193" y="3477"/>
                    <a:pt x="7169" y="3358"/>
                    <a:pt x="7145" y="3239"/>
                  </a:cubicBezTo>
                  <a:lnTo>
                    <a:pt x="7145" y="3239"/>
                  </a:lnTo>
                  <a:cubicBezTo>
                    <a:pt x="7329" y="3293"/>
                    <a:pt x="7518" y="3308"/>
                    <a:pt x="7674" y="3308"/>
                  </a:cubicBezTo>
                  <a:cubicBezTo>
                    <a:pt x="7861" y="3308"/>
                    <a:pt x="8000" y="3286"/>
                    <a:pt x="8026" y="3286"/>
                  </a:cubicBezTo>
                  <a:lnTo>
                    <a:pt x="8217" y="3239"/>
                  </a:lnTo>
                  <a:lnTo>
                    <a:pt x="8241" y="3072"/>
                  </a:lnTo>
                  <a:cubicBezTo>
                    <a:pt x="8265" y="3001"/>
                    <a:pt x="8336" y="2548"/>
                    <a:pt x="8169" y="2143"/>
                  </a:cubicBezTo>
                  <a:cubicBezTo>
                    <a:pt x="8574" y="1810"/>
                    <a:pt x="8598" y="1191"/>
                    <a:pt x="8622" y="1119"/>
                  </a:cubicBezTo>
                  <a:lnTo>
                    <a:pt x="8622" y="953"/>
                  </a:lnTo>
                  <a:lnTo>
                    <a:pt x="8455" y="857"/>
                  </a:lnTo>
                  <a:cubicBezTo>
                    <a:pt x="8411" y="835"/>
                    <a:pt x="8076" y="688"/>
                    <a:pt x="7721" y="688"/>
                  </a:cubicBezTo>
                  <a:cubicBezTo>
                    <a:pt x="7696" y="688"/>
                    <a:pt x="7671" y="689"/>
                    <a:pt x="7645" y="691"/>
                  </a:cubicBezTo>
                  <a:cubicBezTo>
                    <a:pt x="7455" y="333"/>
                    <a:pt x="7098" y="119"/>
                    <a:pt x="7050" y="72"/>
                  </a:cubicBezTo>
                  <a:lnTo>
                    <a:pt x="69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19"/>
            <p:cNvSpPr/>
            <p:nvPr/>
          </p:nvSpPr>
          <p:spPr>
            <a:xfrm>
              <a:off x="6077425" y="4050875"/>
              <a:ext cx="150650" cy="234600"/>
            </a:xfrm>
            <a:custGeom>
              <a:rect b="b" l="l" r="r" t="t"/>
              <a:pathLst>
                <a:path extrusionOk="0" h="9384" w="6026">
                  <a:moveTo>
                    <a:pt x="3835" y="3311"/>
                  </a:moveTo>
                  <a:lnTo>
                    <a:pt x="3835" y="3859"/>
                  </a:lnTo>
                  <a:lnTo>
                    <a:pt x="2191" y="3859"/>
                  </a:lnTo>
                  <a:lnTo>
                    <a:pt x="2191" y="3311"/>
                  </a:lnTo>
                  <a:close/>
                  <a:moveTo>
                    <a:pt x="4073" y="4407"/>
                  </a:moveTo>
                  <a:cubicBezTo>
                    <a:pt x="4859" y="4407"/>
                    <a:pt x="5478" y="5050"/>
                    <a:pt x="5478" y="5835"/>
                  </a:cubicBezTo>
                  <a:cubicBezTo>
                    <a:pt x="5478" y="6097"/>
                    <a:pt x="5406" y="6383"/>
                    <a:pt x="5240" y="6621"/>
                  </a:cubicBezTo>
                  <a:lnTo>
                    <a:pt x="4501" y="7717"/>
                  </a:lnTo>
                  <a:lnTo>
                    <a:pt x="1501" y="7717"/>
                  </a:lnTo>
                  <a:lnTo>
                    <a:pt x="786" y="6621"/>
                  </a:lnTo>
                  <a:cubicBezTo>
                    <a:pt x="620" y="6383"/>
                    <a:pt x="548" y="6097"/>
                    <a:pt x="548" y="5835"/>
                  </a:cubicBezTo>
                  <a:cubicBezTo>
                    <a:pt x="548" y="5050"/>
                    <a:pt x="1167" y="4407"/>
                    <a:pt x="1953" y="4407"/>
                  </a:cubicBezTo>
                  <a:close/>
                  <a:moveTo>
                    <a:pt x="4382" y="8264"/>
                  </a:moveTo>
                  <a:lnTo>
                    <a:pt x="4382" y="8836"/>
                  </a:lnTo>
                  <a:lnTo>
                    <a:pt x="1644" y="8836"/>
                  </a:lnTo>
                  <a:lnTo>
                    <a:pt x="1644" y="8264"/>
                  </a:lnTo>
                  <a:close/>
                  <a:moveTo>
                    <a:pt x="2739" y="1"/>
                  </a:moveTo>
                  <a:lnTo>
                    <a:pt x="2739" y="2763"/>
                  </a:lnTo>
                  <a:lnTo>
                    <a:pt x="2644" y="2763"/>
                  </a:lnTo>
                  <a:lnTo>
                    <a:pt x="1620" y="715"/>
                  </a:lnTo>
                  <a:lnTo>
                    <a:pt x="1120" y="977"/>
                  </a:lnTo>
                  <a:lnTo>
                    <a:pt x="2025" y="2763"/>
                  </a:lnTo>
                  <a:lnTo>
                    <a:pt x="1096" y="2763"/>
                  </a:lnTo>
                  <a:lnTo>
                    <a:pt x="1096" y="3311"/>
                  </a:lnTo>
                  <a:lnTo>
                    <a:pt x="1644" y="3311"/>
                  </a:lnTo>
                  <a:lnTo>
                    <a:pt x="1644" y="3883"/>
                  </a:lnTo>
                  <a:cubicBezTo>
                    <a:pt x="715" y="4049"/>
                    <a:pt x="0" y="4859"/>
                    <a:pt x="0" y="5835"/>
                  </a:cubicBezTo>
                  <a:cubicBezTo>
                    <a:pt x="0" y="6216"/>
                    <a:pt x="96" y="6597"/>
                    <a:pt x="334" y="6907"/>
                  </a:cubicBezTo>
                  <a:lnTo>
                    <a:pt x="1096" y="8074"/>
                  </a:lnTo>
                  <a:lnTo>
                    <a:pt x="1096" y="9384"/>
                  </a:lnTo>
                  <a:lnTo>
                    <a:pt x="4930" y="9384"/>
                  </a:lnTo>
                  <a:lnTo>
                    <a:pt x="4930" y="8074"/>
                  </a:lnTo>
                  <a:lnTo>
                    <a:pt x="5692" y="6907"/>
                  </a:lnTo>
                  <a:cubicBezTo>
                    <a:pt x="5930" y="6597"/>
                    <a:pt x="6026" y="6216"/>
                    <a:pt x="6026" y="5835"/>
                  </a:cubicBezTo>
                  <a:cubicBezTo>
                    <a:pt x="6026" y="4859"/>
                    <a:pt x="5311" y="4049"/>
                    <a:pt x="4382" y="3883"/>
                  </a:cubicBezTo>
                  <a:lnTo>
                    <a:pt x="4382" y="3311"/>
                  </a:lnTo>
                  <a:lnTo>
                    <a:pt x="4930" y="3311"/>
                  </a:lnTo>
                  <a:lnTo>
                    <a:pt x="4930" y="2763"/>
                  </a:lnTo>
                  <a:lnTo>
                    <a:pt x="4001" y="2763"/>
                  </a:lnTo>
                  <a:lnTo>
                    <a:pt x="4906" y="977"/>
                  </a:lnTo>
                  <a:lnTo>
                    <a:pt x="4406" y="715"/>
                  </a:lnTo>
                  <a:lnTo>
                    <a:pt x="3382" y="2763"/>
                  </a:lnTo>
                  <a:lnTo>
                    <a:pt x="3287" y="2763"/>
                  </a:lnTo>
                  <a:lnTo>
                    <a:pt x="3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1" name="Shape 1851"/>
        <p:cNvGrpSpPr/>
        <p:nvPr/>
      </p:nvGrpSpPr>
      <p:grpSpPr>
        <a:xfrm>
          <a:off x="0" y="0"/>
          <a:ext cx="0" cy="0"/>
          <a:chOff x="0" y="0"/>
          <a:chExt cx="0" cy="0"/>
        </a:xfrm>
      </p:grpSpPr>
      <p:sp>
        <p:nvSpPr>
          <p:cNvPr id="1852" name="Google Shape;1852;p120"/>
          <p:cNvSpPr txBox="1"/>
          <p:nvPr>
            <p:ph idx="4294967295" type="body"/>
          </p:nvPr>
        </p:nvSpPr>
        <p:spPr>
          <a:xfrm>
            <a:off x="2139775" y="1315575"/>
            <a:ext cx="4864500" cy="7644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t>Here’s an assortment of alternative resources whose style fits that of this template:</a:t>
            </a:r>
            <a:endParaRPr>
              <a:solidFill>
                <a:schemeClr val="accent1"/>
              </a:solidFill>
            </a:endParaRPr>
          </a:p>
        </p:txBody>
      </p:sp>
      <p:sp>
        <p:nvSpPr>
          <p:cNvPr id="1853" name="Google Shape;1853;p12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854" name="Google Shape;1854;p120"/>
          <p:cNvGrpSpPr/>
          <p:nvPr/>
        </p:nvGrpSpPr>
        <p:grpSpPr>
          <a:xfrm>
            <a:off x="1155660" y="1966751"/>
            <a:ext cx="2535236" cy="2617993"/>
            <a:chOff x="1358848" y="2127088"/>
            <a:chExt cx="2224867" cy="2297493"/>
          </a:xfrm>
        </p:grpSpPr>
        <p:sp>
          <p:nvSpPr>
            <p:cNvPr id="1855" name="Google Shape;1855;p120"/>
            <p:cNvSpPr/>
            <p:nvPr/>
          </p:nvSpPr>
          <p:spPr>
            <a:xfrm rot="2886579">
              <a:off x="1433165" y="2712969"/>
              <a:ext cx="2076551" cy="1125731"/>
            </a:xfrm>
            <a:custGeom>
              <a:rect b="b" l="l" r="r" t="t"/>
              <a:pathLst>
                <a:path extrusionOk="0" h="13638" w="25157">
                  <a:moveTo>
                    <a:pt x="14708" y="1"/>
                  </a:moveTo>
                  <a:cubicBezTo>
                    <a:pt x="14585" y="1"/>
                    <a:pt x="14464" y="4"/>
                    <a:pt x="14348" y="12"/>
                  </a:cubicBezTo>
                  <a:lnTo>
                    <a:pt x="13928" y="38"/>
                  </a:lnTo>
                  <a:cubicBezTo>
                    <a:pt x="12367" y="135"/>
                    <a:pt x="10753" y="236"/>
                    <a:pt x="9273" y="741"/>
                  </a:cubicBezTo>
                  <a:cubicBezTo>
                    <a:pt x="8186" y="1108"/>
                    <a:pt x="6787" y="1674"/>
                    <a:pt x="5635" y="2768"/>
                  </a:cubicBezTo>
                  <a:lnTo>
                    <a:pt x="5476" y="2920"/>
                  </a:lnTo>
                  <a:cubicBezTo>
                    <a:pt x="4815" y="3552"/>
                    <a:pt x="4129" y="4199"/>
                    <a:pt x="3420" y="4765"/>
                  </a:cubicBezTo>
                  <a:cubicBezTo>
                    <a:pt x="3299" y="4863"/>
                    <a:pt x="3172" y="4957"/>
                    <a:pt x="3049" y="5051"/>
                  </a:cubicBezTo>
                  <a:cubicBezTo>
                    <a:pt x="2619" y="5380"/>
                    <a:pt x="2177" y="5715"/>
                    <a:pt x="1829" y="6148"/>
                  </a:cubicBezTo>
                  <a:cubicBezTo>
                    <a:pt x="3" y="8403"/>
                    <a:pt x="0" y="12053"/>
                    <a:pt x="39" y="13120"/>
                  </a:cubicBezTo>
                  <a:lnTo>
                    <a:pt x="205" y="13114"/>
                  </a:lnTo>
                  <a:cubicBezTo>
                    <a:pt x="166" y="12063"/>
                    <a:pt x="169" y="8461"/>
                    <a:pt x="1959" y="6252"/>
                  </a:cubicBezTo>
                  <a:cubicBezTo>
                    <a:pt x="2294" y="5836"/>
                    <a:pt x="2730" y="5504"/>
                    <a:pt x="3150" y="5185"/>
                  </a:cubicBezTo>
                  <a:cubicBezTo>
                    <a:pt x="3276" y="5087"/>
                    <a:pt x="3400" y="4993"/>
                    <a:pt x="3524" y="4895"/>
                  </a:cubicBezTo>
                  <a:cubicBezTo>
                    <a:pt x="4239" y="4326"/>
                    <a:pt x="4926" y="3672"/>
                    <a:pt x="5590" y="3041"/>
                  </a:cubicBezTo>
                  <a:lnTo>
                    <a:pt x="5752" y="2888"/>
                  </a:lnTo>
                  <a:cubicBezTo>
                    <a:pt x="6878" y="1817"/>
                    <a:pt x="8254" y="1261"/>
                    <a:pt x="9328" y="897"/>
                  </a:cubicBezTo>
                  <a:cubicBezTo>
                    <a:pt x="10786" y="402"/>
                    <a:pt x="12390" y="301"/>
                    <a:pt x="13941" y="204"/>
                  </a:cubicBezTo>
                  <a:lnTo>
                    <a:pt x="14358" y="178"/>
                  </a:lnTo>
                  <a:cubicBezTo>
                    <a:pt x="14471" y="170"/>
                    <a:pt x="14588" y="167"/>
                    <a:pt x="14708" y="167"/>
                  </a:cubicBezTo>
                  <a:cubicBezTo>
                    <a:pt x="16365" y="167"/>
                    <a:pt x="18619" y="842"/>
                    <a:pt x="19915" y="1749"/>
                  </a:cubicBezTo>
                  <a:cubicBezTo>
                    <a:pt x="20273" y="2003"/>
                    <a:pt x="20621" y="2358"/>
                    <a:pt x="20956" y="2702"/>
                  </a:cubicBezTo>
                  <a:cubicBezTo>
                    <a:pt x="21102" y="2852"/>
                    <a:pt x="21246" y="2995"/>
                    <a:pt x="21385" y="3129"/>
                  </a:cubicBezTo>
                  <a:cubicBezTo>
                    <a:pt x="21909" y="3630"/>
                    <a:pt x="22342" y="4202"/>
                    <a:pt x="22677" y="4837"/>
                  </a:cubicBezTo>
                  <a:cubicBezTo>
                    <a:pt x="23029" y="5500"/>
                    <a:pt x="23286" y="6233"/>
                    <a:pt x="23533" y="6939"/>
                  </a:cubicBezTo>
                  <a:cubicBezTo>
                    <a:pt x="23708" y="7446"/>
                    <a:pt x="23891" y="7967"/>
                    <a:pt x="24109" y="8468"/>
                  </a:cubicBezTo>
                  <a:cubicBezTo>
                    <a:pt x="24528" y="9424"/>
                    <a:pt x="24860" y="10690"/>
                    <a:pt x="24974" y="11767"/>
                  </a:cubicBezTo>
                  <a:cubicBezTo>
                    <a:pt x="24987" y="11900"/>
                    <a:pt x="24964" y="12167"/>
                    <a:pt x="24935" y="12447"/>
                  </a:cubicBezTo>
                  <a:cubicBezTo>
                    <a:pt x="24873" y="13117"/>
                    <a:pt x="24844" y="13530"/>
                    <a:pt x="25007" y="13637"/>
                  </a:cubicBezTo>
                  <a:lnTo>
                    <a:pt x="25098" y="13498"/>
                  </a:lnTo>
                  <a:cubicBezTo>
                    <a:pt x="25010" y="13426"/>
                    <a:pt x="25068" y="12798"/>
                    <a:pt x="25101" y="12463"/>
                  </a:cubicBezTo>
                  <a:cubicBezTo>
                    <a:pt x="25130" y="12173"/>
                    <a:pt x="25156" y="11900"/>
                    <a:pt x="25140" y="11750"/>
                  </a:cubicBezTo>
                  <a:cubicBezTo>
                    <a:pt x="25023" y="10657"/>
                    <a:pt x="24685" y="9372"/>
                    <a:pt x="24262" y="8399"/>
                  </a:cubicBezTo>
                  <a:cubicBezTo>
                    <a:pt x="24047" y="7908"/>
                    <a:pt x="23865" y="7387"/>
                    <a:pt x="23689" y="6883"/>
                  </a:cubicBezTo>
                  <a:cubicBezTo>
                    <a:pt x="23438" y="6171"/>
                    <a:pt x="23181" y="5432"/>
                    <a:pt x="22824" y="4759"/>
                  </a:cubicBezTo>
                  <a:cubicBezTo>
                    <a:pt x="22482" y="4108"/>
                    <a:pt x="22036" y="3519"/>
                    <a:pt x="21499" y="3008"/>
                  </a:cubicBezTo>
                  <a:cubicBezTo>
                    <a:pt x="21363" y="2878"/>
                    <a:pt x="21220" y="2732"/>
                    <a:pt x="21076" y="2585"/>
                  </a:cubicBezTo>
                  <a:cubicBezTo>
                    <a:pt x="20735" y="2237"/>
                    <a:pt x="20380" y="1876"/>
                    <a:pt x="20009" y="1616"/>
                  </a:cubicBezTo>
                  <a:cubicBezTo>
                    <a:pt x="18691" y="688"/>
                    <a:pt x="16394" y="1"/>
                    <a:pt x="147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20"/>
            <p:cNvSpPr/>
            <p:nvPr/>
          </p:nvSpPr>
          <p:spPr>
            <a:xfrm rot="2886579">
              <a:off x="2073311" y="3489537"/>
              <a:ext cx="238799" cy="137188"/>
            </a:xfrm>
            <a:custGeom>
              <a:rect b="b" l="l" r="r" t="t"/>
              <a:pathLst>
                <a:path extrusionOk="0" h="1662" w="2893">
                  <a:moveTo>
                    <a:pt x="1608" y="0"/>
                  </a:moveTo>
                  <a:cubicBezTo>
                    <a:pt x="1581" y="0"/>
                    <a:pt x="1554" y="1"/>
                    <a:pt x="1526" y="2"/>
                  </a:cubicBezTo>
                  <a:cubicBezTo>
                    <a:pt x="1048" y="28"/>
                    <a:pt x="381" y="328"/>
                    <a:pt x="134" y="764"/>
                  </a:cubicBezTo>
                  <a:cubicBezTo>
                    <a:pt x="0" y="1008"/>
                    <a:pt x="0" y="1271"/>
                    <a:pt x="137" y="1528"/>
                  </a:cubicBezTo>
                  <a:lnTo>
                    <a:pt x="283" y="1450"/>
                  </a:lnTo>
                  <a:cubicBezTo>
                    <a:pt x="173" y="1242"/>
                    <a:pt x="173" y="1040"/>
                    <a:pt x="280" y="845"/>
                  </a:cubicBezTo>
                  <a:cubicBezTo>
                    <a:pt x="491" y="471"/>
                    <a:pt x="1100" y="194"/>
                    <a:pt x="1533" y="168"/>
                  </a:cubicBezTo>
                  <a:cubicBezTo>
                    <a:pt x="1556" y="167"/>
                    <a:pt x="1580" y="166"/>
                    <a:pt x="1603" y="166"/>
                  </a:cubicBezTo>
                  <a:cubicBezTo>
                    <a:pt x="1884" y="166"/>
                    <a:pt x="2117" y="258"/>
                    <a:pt x="2304" y="438"/>
                  </a:cubicBezTo>
                  <a:cubicBezTo>
                    <a:pt x="2570" y="699"/>
                    <a:pt x="2723" y="1154"/>
                    <a:pt x="2710" y="1655"/>
                  </a:cubicBezTo>
                  <a:lnTo>
                    <a:pt x="2876" y="1662"/>
                  </a:lnTo>
                  <a:cubicBezTo>
                    <a:pt x="2893" y="1105"/>
                    <a:pt x="2723" y="617"/>
                    <a:pt x="2418" y="318"/>
                  </a:cubicBezTo>
                  <a:cubicBezTo>
                    <a:pt x="2201" y="108"/>
                    <a:pt x="1930"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20"/>
            <p:cNvSpPr/>
            <p:nvPr/>
          </p:nvSpPr>
          <p:spPr>
            <a:xfrm rot="2886579">
              <a:off x="2005482" y="3438648"/>
              <a:ext cx="441856" cy="198022"/>
            </a:xfrm>
            <a:custGeom>
              <a:rect b="b" l="l" r="r" t="t"/>
              <a:pathLst>
                <a:path extrusionOk="0" h="2399" w="5353">
                  <a:moveTo>
                    <a:pt x="3207" y="0"/>
                  </a:moveTo>
                  <a:cubicBezTo>
                    <a:pt x="2969" y="0"/>
                    <a:pt x="2706" y="39"/>
                    <a:pt x="2405" y="102"/>
                  </a:cubicBezTo>
                  <a:cubicBezTo>
                    <a:pt x="1799" y="225"/>
                    <a:pt x="443" y="873"/>
                    <a:pt x="117" y="1615"/>
                  </a:cubicBezTo>
                  <a:cubicBezTo>
                    <a:pt x="0" y="1875"/>
                    <a:pt x="13" y="2132"/>
                    <a:pt x="160" y="2370"/>
                  </a:cubicBezTo>
                  <a:lnTo>
                    <a:pt x="300" y="2285"/>
                  </a:lnTo>
                  <a:cubicBezTo>
                    <a:pt x="186" y="2093"/>
                    <a:pt x="176" y="1895"/>
                    <a:pt x="267" y="1680"/>
                  </a:cubicBezTo>
                  <a:cubicBezTo>
                    <a:pt x="579" y="977"/>
                    <a:pt x="1930" y="369"/>
                    <a:pt x="2440" y="265"/>
                  </a:cubicBezTo>
                  <a:cubicBezTo>
                    <a:pt x="2732" y="204"/>
                    <a:pt x="2983" y="167"/>
                    <a:pt x="3205" y="167"/>
                  </a:cubicBezTo>
                  <a:cubicBezTo>
                    <a:pt x="3658" y="167"/>
                    <a:pt x="3995" y="322"/>
                    <a:pt x="4324" y="756"/>
                  </a:cubicBezTo>
                  <a:cubicBezTo>
                    <a:pt x="4363" y="808"/>
                    <a:pt x="4409" y="863"/>
                    <a:pt x="4451" y="922"/>
                  </a:cubicBezTo>
                  <a:cubicBezTo>
                    <a:pt x="4776" y="1332"/>
                    <a:pt x="5177" y="1846"/>
                    <a:pt x="5089" y="2370"/>
                  </a:cubicBezTo>
                  <a:lnTo>
                    <a:pt x="5251" y="2399"/>
                  </a:lnTo>
                  <a:cubicBezTo>
                    <a:pt x="5352" y="1800"/>
                    <a:pt x="4926" y="1257"/>
                    <a:pt x="4584" y="818"/>
                  </a:cubicBezTo>
                  <a:cubicBezTo>
                    <a:pt x="4539" y="762"/>
                    <a:pt x="4497" y="707"/>
                    <a:pt x="4458" y="655"/>
                  </a:cubicBezTo>
                  <a:cubicBezTo>
                    <a:pt x="4089" y="172"/>
                    <a:pt x="3706" y="0"/>
                    <a:pt x="3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20"/>
            <p:cNvSpPr/>
            <p:nvPr/>
          </p:nvSpPr>
          <p:spPr>
            <a:xfrm rot="2886579">
              <a:off x="1938642" y="3360674"/>
              <a:ext cx="606779" cy="317958"/>
            </a:xfrm>
            <a:custGeom>
              <a:rect b="b" l="l" r="r" t="t"/>
              <a:pathLst>
                <a:path extrusionOk="0" h="3852" w="7351">
                  <a:moveTo>
                    <a:pt x="4496" y="0"/>
                  </a:moveTo>
                  <a:cubicBezTo>
                    <a:pt x="4451" y="0"/>
                    <a:pt x="4404" y="1"/>
                    <a:pt x="4357" y="2"/>
                  </a:cubicBezTo>
                  <a:cubicBezTo>
                    <a:pt x="1601" y="87"/>
                    <a:pt x="17" y="1404"/>
                    <a:pt x="1" y="3620"/>
                  </a:cubicBezTo>
                  <a:lnTo>
                    <a:pt x="170" y="3623"/>
                  </a:lnTo>
                  <a:cubicBezTo>
                    <a:pt x="186" y="620"/>
                    <a:pt x="3108" y="207"/>
                    <a:pt x="4360" y="168"/>
                  </a:cubicBezTo>
                  <a:cubicBezTo>
                    <a:pt x="4413" y="166"/>
                    <a:pt x="4464" y="165"/>
                    <a:pt x="4514" y="165"/>
                  </a:cubicBezTo>
                  <a:cubicBezTo>
                    <a:pt x="5662" y="165"/>
                    <a:pt x="6117" y="632"/>
                    <a:pt x="6628" y="1577"/>
                  </a:cubicBezTo>
                  <a:cubicBezTo>
                    <a:pt x="6989" y="2241"/>
                    <a:pt x="7181" y="3106"/>
                    <a:pt x="7132" y="3841"/>
                  </a:cubicBezTo>
                  <a:lnTo>
                    <a:pt x="7298" y="3851"/>
                  </a:lnTo>
                  <a:cubicBezTo>
                    <a:pt x="7350" y="3090"/>
                    <a:pt x="7149" y="2189"/>
                    <a:pt x="6774" y="1499"/>
                  </a:cubicBezTo>
                  <a:cubicBezTo>
                    <a:pt x="6241" y="510"/>
                    <a:pt x="5729" y="0"/>
                    <a:pt x="44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20"/>
            <p:cNvSpPr/>
            <p:nvPr/>
          </p:nvSpPr>
          <p:spPr>
            <a:xfrm rot="2886579">
              <a:off x="1823678" y="3322492"/>
              <a:ext cx="839799" cy="390101"/>
            </a:xfrm>
            <a:custGeom>
              <a:rect b="b" l="l" r="r" t="t"/>
              <a:pathLst>
                <a:path extrusionOk="0" h="4726" w="10174">
                  <a:moveTo>
                    <a:pt x="5931" y="1"/>
                  </a:moveTo>
                  <a:cubicBezTo>
                    <a:pt x="5631" y="1"/>
                    <a:pt x="5312" y="36"/>
                    <a:pt x="4968" y="106"/>
                  </a:cubicBezTo>
                  <a:cubicBezTo>
                    <a:pt x="4786" y="142"/>
                    <a:pt x="4588" y="177"/>
                    <a:pt x="4379" y="216"/>
                  </a:cubicBezTo>
                  <a:cubicBezTo>
                    <a:pt x="3400" y="389"/>
                    <a:pt x="2183" y="607"/>
                    <a:pt x="1451" y="1202"/>
                  </a:cubicBezTo>
                  <a:cubicBezTo>
                    <a:pt x="537" y="1947"/>
                    <a:pt x="0" y="3151"/>
                    <a:pt x="16" y="4426"/>
                  </a:cubicBezTo>
                  <a:lnTo>
                    <a:pt x="182" y="4426"/>
                  </a:lnTo>
                  <a:cubicBezTo>
                    <a:pt x="169" y="3200"/>
                    <a:pt x="683" y="2045"/>
                    <a:pt x="1559" y="1329"/>
                  </a:cubicBezTo>
                  <a:cubicBezTo>
                    <a:pt x="2255" y="763"/>
                    <a:pt x="3449" y="548"/>
                    <a:pt x="4409" y="379"/>
                  </a:cubicBezTo>
                  <a:cubicBezTo>
                    <a:pt x="4617" y="340"/>
                    <a:pt x="4819" y="307"/>
                    <a:pt x="5001" y="268"/>
                  </a:cubicBezTo>
                  <a:cubicBezTo>
                    <a:pt x="5329" y="203"/>
                    <a:pt x="5634" y="169"/>
                    <a:pt x="5921" y="169"/>
                  </a:cubicBezTo>
                  <a:cubicBezTo>
                    <a:pt x="6868" y="169"/>
                    <a:pt x="7615" y="538"/>
                    <a:pt x="8365" y="1345"/>
                  </a:cubicBezTo>
                  <a:cubicBezTo>
                    <a:pt x="9100" y="2136"/>
                    <a:pt x="9715" y="3398"/>
                    <a:pt x="10011" y="4726"/>
                  </a:cubicBezTo>
                  <a:lnTo>
                    <a:pt x="10174" y="4690"/>
                  </a:lnTo>
                  <a:cubicBezTo>
                    <a:pt x="9871" y="3337"/>
                    <a:pt x="9240" y="2042"/>
                    <a:pt x="8485" y="1231"/>
                  </a:cubicBezTo>
                  <a:cubicBezTo>
                    <a:pt x="7703" y="390"/>
                    <a:pt x="6922"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20"/>
            <p:cNvSpPr/>
            <p:nvPr/>
          </p:nvSpPr>
          <p:spPr>
            <a:xfrm rot="2886579">
              <a:off x="1780007" y="3229132"/>
              <a:ext cx="998036" cy="498481"/>
            </a:xfrm>
            <a:custGeom>
              <a:rect b="b" l="l" r="r" t="t"/>
              <a:pathLst>
                <a:path extrusionOk="0" h="6039" w="12091">
                  <a:moveTo>
                    <a:pt x="6742" y="1"/>
                  </a:moveTo>
                  <a:cubicBezTo>
                    <a:pt x="6174" y="1"/>
                    <a:pt x="5550" y="116"/>
                    <a:pt x="4916" y="348"/>
                  </a:cubicBezTo>
                  <a:cubicBezTo>
                    <a:pt x="4783" y="397"/>
                    <a:pt x="4649" y="445"/>
                    <a:pt x="4513" y="494"/>
                  </a:cubicBezTo>
                  <a:cubicBezTo>
                    <a:pt x="3329" y="914"/>
                    <a:pt x="2108" y="1350"/>
                    <a:pt x="1422" y="2450"/>
                  </a:cubicBezTo>
                  <a:lnTo>
                    <a:pt x="1341" y="2577"/>
                  </a:lnTo>
                  <a:cubicBezTo>
                    <a:pt x="713" y="3582"/>
                    <a:pt x="0" y="4724"/>
                    <a:pt x="29" y="5947"/>
                  </a:cubicBezTo>
                  <a:lnTo>
                    <a:pt x="199" y="5941"/>
                  </a:lnTo>
                  <a:cubicBezTo>
                    <a:pt x="166" y="4769"/>
                    <a:pt x="866" y="3650"/>
                    <a:pt x="1484" y="2664"/>
                  </a:cubicBezTo>
                  <a:lnTo>
                    <a:pt x="1562" y="2538"/>
                  </a:lnTo>
                  <a:cubicBezTo>
                    <a:pt x="2219" y="1487"/>
                    <a:pt x="3413" y="1064"/>
                    <a:pt x="4568" y="650"/>
                  </a:cubicBezTo>
                  <a:cubicBezTo>
                    <a:pt x="4705" y="602"/>
                    <a:pt x="4838" y="553"/>
                    <a:pt x="4972" y="507"/>
                  </a:cubicBezTo>
                  <a:cubicBezTo>
                    <a:pt x="5590" y="281"/>
                    <a:pt x="6196" y="168"/>
                    <a:pt x="6744" y="168"/>
                  </a:cubicBezTo>
                  <a:cubicBezTo>
                    <a:pt x="7316" y="168"/>
                    <a:pt x="7823" y="291"/>
                    <a:pt x="8215" y="537"/>
                  </a:cubicBezTo>
                  <a:cubicBezTo>
                    <a:pt x="9419" y="1288"/>
                    <a:pt x="10298" y="2547"/>
                    <a:pt x="10821" y="3471"/>
                  </a:cubicBezTo>
                  <a:cubicBezTo>
                    <a:pt x="10913" y="3631"/>
                    <a:pt x="11017" y="3793"/>
                    <a:pt x="11114" y="3953"/>
                  </a:cubicBezTo>
                  <a:cubicBezTo>
                    <a:pt x="11280" y="4220"/>
                    <a:pt x="11453" y="4493"/>
                    <a:pt x="11579" y="4763"/>
                  </a:cubicBezTo>
                  <a:cubicBezTo>
                    <a:pt x="11661" y="4939"/>
                    <a:pt x="11706" y="5163"/>
                    <a:pt x="11749" y="5375"/>
                  </a:cubicBezTo>
                  <a:cubicBezTo>
                    <a:pt x="11797" y="5612"/>
                    <a:pt x="11846" y="5853"/>
                    <a:pt x="11944" y="6038"/>
                  </a:cubicBezTo>
                  <a:lnTo>
                    <a:pt x="12090" y="5960"/>
                  </a:lnTo>
                  <a:cubicBezTo>
                    <a:pt x="12002" y="5798"/>
                    <a:pt x="11960" y="5576"/>
                    <a:pt x="11911" y="5342"/>
                  </a:cubicBezTo>
                  <a:cubicBezTo>
                    <a:pt x="11866" y="5121"/>
                    <a:pt x="11820" y="4887"/>
                    <a:pt x="11729" y="4695"/>
                  </a:cubicBezTo>
                  <a:cubicBezTo>
                    <a:pt x="11602" y="4415"/>
                    <a:pt x="11427" y="4135"/>
                    <a:pt x="11254" y="3865"/>
                  </a:cubicBezTo>
                  <a:cubicBezTo>
                    <a:pt x="11157" y="3706"/>
                    <a:pt x="11056" y="3546"/>
                    <a:pt x="10968" y="3390"/>
                  </a:cubicBezTo>
                  <a:cubicBezTo>
                    <a:pt x="10431" y="2446"/>
                    <a:pt x="9536" y="1165"/>
                    <a:pt x="8306" y="393"/>
                  </a:cubicBezTo>
                  <a:cubicBezTo>
                    <a:pt x="7887" y="132"/>
                    <a:pt x="7346"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20"/>
            <p:cNvSpPr/>
            <p:nvPr/>
          </p:nvSpPr>
          <p:spPr>
            <a:xfrm rot="2886579">
              <a:off x="1704892" y="3154809"/>
              <a:ext cx="1173936" cy="622214"/>
            </a:xfrm>
            <a:custGeom>
              <a:rect b="b" l="l" r="r" t="t"/>
              <a:pathLst>
                <a:path extrusionOk="0" h="7538" w="14222">
                  <a:moveTo>
                    <a:pt x="8255" y="1"/>
                  </a:moveTo>
                  <a:cubicBezTo>
                    <a:pt x="7349" y="1"/>
                    <a:pt x="6343" y="179"/>
                    <a:pt x="5587" y="429"/>
                  </a:cubicBezTo>
                  <a:cubicBezTo>
                    <a:pt x="3941" y="972"/>
                    <a:pt x="2239" y="1626"/>
                    <a:pt x="1143" y="3090"/>
                  </a:cubicBezTo>
                  <a:cubicBezTo>
                    <a:pt x="755" y="3608"/>
                    <a:pt x="567" y="4223"/>
                    <a:pt x="407" y="4808"/>
                  </a:cubicBezTo>
                  <a:cubicBezTo>
                    <a:pt x="254" y="5365"/>
                    <a:pt x="1" y="6412"/>
                    <a:pt x="40" y="7138"/>
                  </a:cubicBezTo>
                  <a:lnTo>
                    <a:pt x="206" y="7131"/>
                  </a:lnTo>
                  <a:cubicBezTo>
                    <a:pt x="170" y="6425"/>
                    <a:pt x="417" y="5400"/>
                    <a:pt x="567" y="4850"/>
                  </a:cubicBezTo>
                  <a:cubicBezTo>
                    <a:pt x="723" y="4281"/>
                    <a:pt x="905" y="3686"/>
                    <a:pt x="1276" y="3191"/>
                  </a:cubicBezTo>
                  <a:cubicBezTo>
                    <a:pt x="2346" y="1763"/>
                    <a:pt x="3950" y="1145"/>
                    <a:pt x="5639" y="588"/>
                  </a:cubicBezTo>
                  <a:cubicBezTo>
                    <a:pt x="6383" y="342"/>
                    <a:pt x="7369" y="166"/>
                    <a:pt x="8253" y="166"/>
                  </a:cubicBezTo>
                  <a:cubicBezTo>
                    <a:pt x="8710" y="166"/>
                    <a:pt x="9139" y="213"/>
                    <a:pt x="9494" y="322"/>
                  </a:cubicBezTo>
                  <a:cubicBezTo>
                    <a:pt x="10548" y="647"/>
                    <a:pt x="11684" y="1792"/>
                    <a:pt x="12963" y="3832"/>
                  </a:cubicBezTo>
                  <a:cubicBezTo>
                    <a:pt x="13288" y="4353"/>
                    <a:pt x="13408" y="4883"/>
                    <a:pt x="13538" y="5446"/>
                  </a:cubicBezTo>
                  <a:cubicBezTo>
                    <a:pt x="13597" y="5703"/>
                    <a:pt x="13659" y="5970"/>
                    <a:pt x="13743" y="6240"/>
                  </a:cubicBezTo>
                  <a:cubicBezTo>
                    <a:pt x="13773" y="6344"/>
                    <a:pt x="13821" y="6542"/>
                    <a:pt x="13870" y="6751"/>
                  </a:cubicBezTo>
                  <a:cubicBezTo>
                    <a:pt x="14017" y="7372"/>
                    <a:pt x="14056" y="7496"/>
                    <a:pt x="14105" y="7538"/>
                  </a:cubicBezTo>
                  <a:lnTo>
                    <a:pt x="14222" y="7417"/>
                  </a:lnTo>
                  <a:cubicBezTo>
                    <a:pt x="14186" y="7362"/>
                    <a:pt x="14095" y="6972"/>
                    <a:pt x="14033" y="6711"/>
                  </a:cubicBezTo>
                  <a:cubicBezTo>
                    <a:pt x="13981" y="6500"/>
                    <a:pt x="13935" y="6298"/>
                    <a:pt x="13903" y="6191"/>
                  </a:cubicBezTo>
                  <a:cubicBezTo>
                    <a:pt x="13821" y="5927"/>
                    <a:pt x="13760" y="5664"/>
                    <a:pt x="13701" y="5407"/>
                  </a:cubicBezTo>
                  <a:cubicBezTo>
                    <a:pt x="13568" y="4831"/>
                    <a:pt x="13444" y="4288"/>
                    <a:pt x="13102" y="3744"/>
                  </a:cubicBezTo>
                  <a:cubicBezTo>
                    <a:pt x="11801" y="1669"/>
                    <a:pt x="10636" y="497"/>
                    <a:pt x="9543" y="162"/>
                  </a:cubicBezTo>
                  <a:cubicBezTo>
                    <a:pt x="9174" y="49"/>
                    <a:pt x="8728" y="1"/>
                    <a:pt x="8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20"/>
            <p:cNvSpPr/>
            <p:nvPr/>
          </p:nvSpPr>
          <p:spPr>
            <a:xfrm rot="2886579">
              <a:off x="1666664" y="3042146"/>
              <a:ext cx="1334566" cy="734556"/>
            </a:xfrm>
            <a:custGeom>
              <a:rect b="b" l="l" r="r" t="t"/>
              <a:pathLst>
                <a:path extrusionOk="0" h="8899" w="16168">
                  <a:moveTo>
                    <a:pt x="10128" y="1"/>
                  </a:moveTo>
                  <a:cubicBezTo>
                    <a:pt x="8739" y="1"/>
                    <a:pt x="7144" y="695"/>
                    <a:pt x="5912" y="1230"/>
                  </a:cubicBezTo>
                  <a:cubicBezTo>
                    <a:pt x="5779" y="1289"/>
                    <a:pt x="5652" y="1344"/>
                    <a:pt x="5532" y="1396"/>
                  </a:cubicBezTo>
                  <a:cubicBezTo>
                    <a:pt x="5405" y="1451"/>
                    <a:pt x="5275" y="1507"/>
                    <a:pt x="5138" y="1562"/>
                  </a:cubicBezTo>
                  <a:cubicBezTo>
                    <a:pt x="3817" y="2118"/>
                    <a:pt x="2005" y="2876"/>
                    <a:pt x="1396" y="4139"/>
                  </a:cubicBezTo>
                  <a:cubicBezTo>
                    <a:pt x="814" y="5349"/>
                    <a:pt x="127" y="7347"/>
                    <a:pt x="1" y="8869"/>
                  </a:cubicBezTo>
                  <a:lnTo>
                    <a:pt x="166" y="8882"/>
                  </a:lnTo>
                  <a:cubicBezTo>
                    <a:pt x="290" y="7383"/>
                    <a:pt x="970" y="5408"/>
                    <a:pt x="1546" y="4210"/>
                  </a:cubicBezTo>
                  <a:cubicBezTo>
                    <a:pt x="2128" y="3007"/>
                    <a:pt x="3905" y="2262"/>
                    <a:pt x="5200" y="1715"/>
                  </a:cubicBezTo>
                  <a:cubicBezTo>
                    <a:pt x="5340" y="1660"/>
                    <a:pt x="5470" y="1604"/>
                    <a:pt x="5597" y="1549"/>
                  </a:cubicBezTo>
                  <a:cubicBezTo>
                    <a:pt x="5717" y="1497"/>
                    <a:pt x="5847" y="1442"/>
                    <a:pt x="5977" y="1383"/>
                  </a:cubicBezTo>
                  <a:cubicBezTo>
                    <a:pt x="7197" y="853"/>
                    <a:pt x="8776" y="166"/>
                    <a:pt x="10130" y="166"/>
                  </a:cubicBezTo>
                  <a:cubicBezTo>
                    <a:pt x="10470" y="166"/>
                    <a:pt x="10796" y="210"/>
                    <a:pt x="11098" y="309"/>
                  </a:cubicBezTo>
                  <a:cubicBezTo>
                    <a:pt x="12950" y="924"/>
                    <a:pt x="14284" y="2476"/>
                    <a:pt x="15058" y="4916"/>
                  </a:cubicBezTo>
                  <a:cubicBezTo>
                    <a:pt x="15276" y="5606"/>
                    <a:pt x="15435" y="6371"/>
                    <a:pt x="15591" y="7113"/>
                  </a:cubicBezTo>
                  <a:cubicBezTo>
                    <a:pt x="15722" y="7747"/>
                    <a:pt x="15848" y="8342"/>
                    <a:pt x="16005" y="8899"/>
                  </a:cubicBezTo>
                  <a:lnTo>
                    <a:pt x="16167" y="8853"/>
                  </a:lnTo>
                  <a:cubicBezTo>
                    <a:pt x="16008" y="8303"/>
                    <a:pt x="15884" y="7708"/>
                    <a:pt x="15754" y="7077"/>
                  </a:cubicBezTo>
                  <a:cubicBezTo>
                    <a:pt x="15598" y="6335"/>
                    <a:pt x="15439" y="5564"/>
                    <a:pt x="15217" y="4864"/>
                  </a:cubicBezTo>
                  <a:cubicBezTo>
                    <a:pt x="14423" y="2372"/>
                    <a:pt x="13057" y="784"/>
                    <a:pt x="11150" y="153"/>
                  </a:cubicBezTo>
                  <a:cubicBezTo>
                    <a:pt x="10830" y="47"/>
                    <a:pt x="10486" y="1"/>
                    <a:pt x="101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20"/>
            <p:cNvSpPr/>
            <p:nvPr/>
          </p:nvSpPr>
          <p:spPr>
            <a:xfrm rot="2886579">
              <a:off x="1572435" y="2955074"/>
              <a:ext cx="1513934" cy="838231"/>
            </a:xfrm>
            <a:custGeom>
              <a:rect b="b" l="l" r="r" t="t"/>
              <a:pathLst>
                <a:path extrusionOk="0" h="10155" w="18341">
                  <a:moveTo>
                    <a:pt x="11725" y="1"/>
                  </a:moveTo>
                  <a:cubicBezTo>
                    <a:pt x="10806" y="1"/>
                    <a:pt x="9912" y="223"/>
                    <a:pt x="9048" y="440"/>
                  </a:cubicBezTo>
                  <a:lnTo>
                    <a:pt x="8739" y="514"/>
                  </a:lnTo>
                  <a:cubicBezTo>
                    <a:pt x="6699" y="1015"/>
                    <a:pt x="3908" y="1702"/>
                    <a:pt x="2248" y="3602"/>
                  </a:cubicBezTo>
                  <a:cubicBezTo>
                    <a:pt x="2161" y="3703"/>
                    <a:pt x="2063" y="3804"/>
                    <a:pt x="1965" y="3911"/>
                  </a:cubicBezTo>
                  <a:cubicBezTo>
                    <a:pt x="1643" y="4256"/>
                    <a:pt x="1311" y="4614"/>
                    <a:pt x="1123" y="5011"/>
                  </a:cubicBezTo>
                  <a:cubicBezTo>
                    <a:pt x="1002" y="5274"/>
                    <a:pt x="960" y="5574"/>
                    <a:pt x="921" y="5863"/>
                  </a:cubicBezTo>
                  <a:cubicBezTo>
                    <a:pt x="892" y="6065"/>
                    <a:pt x="866" y="6254"/>
                    <a:pt x="817" y="6429"/>
                  </a:cubicBezTo>
                  <a:cubicBezTo>
                    <a:pt x="752" y="6664"/>
                    <a:pt x="670" y="6914"/>
                    <a:pt x="586" y="7178"/>
                  </a:cubicBezTo>
                  <a:cubicBezTo>
                    <a:pt x="309" y="8033"/>
                    <a:pt x="0" y="9006"/>
                    <a:pt x="39" y="9810"/>
                  </a:cubicBezTo>
                  <a:lnTo>
                    <a:pt x="205" y="9800"/>
                  </a:lnTo>
                  <a:cubicBezTo>
                    <a:pt x="166" y="9026"/>
                    <a:pt x="472" y="8072"/>
                    <a:pt x="742" y="7230"/>
                  </a:cubicBezTo>
                  <a:cubicBezTo>
                    <a:pt x="830" y="6963"/>
                    <a:pt x="908" y="6709"/>
                    <a:pt x="976" y="6475"/>
                  </a:cubicBezTo>
                  <a:cubicBezTo>
                    <a:pt x="1028" y="6286"/>
                    <a:pt x="1058" y="6084"/>
                    <a:pt x="1084" y="5886"/>
                  </a:cubicBezTo>
                  <a:cubicBezTo>
                    <a:pt x="1123" y="5609"/>
                    <a:pt x="1162" y="5323"/>
                    <a:pt x="1276" y="5082"/>
                  </a:cubicBezTo>
                  <a:cubicBezTo>
                    <a:pt x="1451" y="4708"/>
                    <a:pt x="1773" y="4360"/>
                    <a:pt x="2086" y="4025"/>
                  </a:cubicBezTo>
                  <a:cubicBezTo>
                    <a:pt x="2187" y="3918"/>
                    <a:pt x="2284" y="3814"/>
                    <a:pt x="2372" y="3709"/>
                  </a:cubicBezTo>
                  <a:cubicBezTo>
                    <a:pt x="3999" y="1852"/>
                    <a:pt x="6761" y="1172"/>
                    <a:pt x="8778" y="677"/>
                  </a:cubicBezTo>
                  <a:lnTo>
                    <a:pt x="9087" y="599"/>
                  </a:lnTo>
                  <a:cubicBezTo>
                    <a:pt x="9943" y="388"/>
                    <a:pt x="10825" y="167"/>
                    <a:pt x="11722" y="167"/>
                  </a:cubicBezTo>
                  <a:cubicBezTo>
                    <a:pt x="11808" y="167"/>
                    <a:pt x="11894" y="169"/>
                    <a:pt x="11980" y="173"/>
                  </a:cubicBezTo>
                  <a:cubicBezTo>
                    <a:pt x="12835" y="215"/>
                    <a:pt x="13310" y="580"/>
                    <a:pt x="13971" y="1081"/>
                  </a:cubicBezTo>
                  <a:lnTo>
                    <a:pt x="14003" y="1107"/>
                  </a:lnTo>
                  <a:cubicBezTo>
                    <a:pt x="14690" y="1630"/>
                    <a:pt x="15305" y="2118"/>
                    <a:pt x="15887" y="2808"/>
                  </a:cubicBezTo>
                  <a:cubicBezTo>
                    <a:pt x="16453" y="3475"/>
                    <a:pt x="16730" y="4230"/>
                    <a:pt x="17019" y="5034"/>
                  </a:cubicBezTo>
                  <a:lnTo>
                    <a:pt x="17111" y="5287"/>
                  </a:lnTo>
                  <a:cubicBezTo>
                    <a:pt x="17693" y="6865"/>
                    <a:pt x="17917" y="8388"/>
                    <a:pt x="18152" y="9998"/>
                  </a:cubicBezTo>
                  <a:lnTo>
                    <a:pt x="18174" y="10155"/>
                  </a:lnTo>
                  <a:lnTo>
                    <a:pt x="18340" y="10129"/>
                  </a:lnTo>
                  <a:lnTo>
                    <a:pt x="18318" y="9976"/>
                  </a:lnTo>
                  <a:cubicBezTo>
                    <a:pt x="18080" y="8355"/>
                    <a:pt x="17856" y="6826"/>
                    <a:pt x="17267" y="5229"/>
                  </a:cubicBezTo>
                  <a:lnTo>
                    <a:pt x="17176" y="4978"/>
                  </a:lnTo>
                  <a:cubicBezTo>
                    <a:pt x="16880" y="4162"/>
                    <a:pt x="16600" y="3391"/>
                    <a:pt x="16014" y="2698"/>
                  </a:cubicBezTo>
                  <a:cubicBezTo>
                    <a:pt x="15422" y="1998"/>
                    <a:pt x="14797" y="1504"/>
                    <a:pt x="14104" y="973"/>
                  </a:cubicBezTo>
                  <a:lnTo>
                    <a:pt x="14072" y="950"/>
                  </a:lnTo>
                  <a:cubicBezTo>
                    <a:pt x="13388" y="430"/>
                    <a:pt x="12894" y="52"/>
                    <a:pt x="11989" y="7"/>
                  </a:cubicBezTo>
                  <a:cubicBezTo>
                    <a:pt x="11901" y="3"/>
                    <a:pt x="11813" y="1"/>
                    <a:pt x="11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20"/>
            <p:cNvSpPr/>
            <p:nvPr/>
          </p:nvSpPr>
          <p:spPr>
            <a:xfrm rot="2886579">
              <a:off x="1490221" y="2876232"/>
              <a:ext cx="1742249" cy="942154"/>
            </a:xfrm>
            <a:custGeom>
              <a:rect b="b" l="l" r="r" t="t"/>
              <a:pathLst>
                <a:path extrusionOk="0" h="11414" w="21107">
                  <a:moveTo>
                    <a:pt x="11386" y="0"/>
                  </a:moveTo>
                  <a:cubicBezTo>
                    <a:pt x="10209" y="0"/>
                    <a:pt x="9074" y="222"/>
                    <a:pt x="7874" y="667"/>
                  </a:cubicBezTo>
                  <a:cubicBezTo>
                    <a:pt x="5909" y="1396"/>
                    <a:pt x="3830" y="2720"/>
                    <a:pt x="2021" y="4395"/>
                  </a:cubicBezTo>
                  <a:cubicBezTo>
                    <a:pt x="255" y="6032"/>
                    <a:pt x="59" y="8397"/>
                    <a:pt x="1" y="10880"/>
                  </a:cubicBezTo>
                  <a:lnTo>
                    <a:pt x="167" y="10886"/>
                  </a:lnTo>
                  <a:cubicBezTo>
                    <a:pt x="225" y="8440"/>
                    <a:pt x="417" y="6110"/>
                    <a:pt x="2135" y="4516"/>
                  </a:cubicBezTo>
                  <a:cubicBezTo>
                    <a:pt x="3928" y="2857"/>
                    <a:pt x="5987" y="1545"/>
                    <a:pt x="7933" y="823"/>
                  </a:cubicBezTo>
                  <a:cubicBezTo>
                    <a:pt x="9112" y="385"/>
                    <a:pt x="10229" y="168"/>
                    <a:pt x="11385" y="168"/>
                  </a:cubicBezTo>
                  <a:cubicBezTo>
                    <a:pt x="12421" y="168"/>
                    <a:pt x="13488" y="342"/>
                    <a:pt x="14661" y="690"/>
                  </a:cubicBezTo>
                  <a:cubicBezTo>
                    <a:pt x="16509" y="1236"/>
                    <a:pt x="18380" y="2957"/>
                    <a:pt x="19018" y="4691"/>
                  </a:cubicBezTo>
                  <a:cubicBezTo>
                    <a:pt x="19476" y="5938"/>
                    <a:pt x="19818" y="7262"/>
                    <a:pt x="20150" y="8544"/>
                  </a:cubicBezTo>
                  <a:cubicBezTo>
                    <a:pt x="20397" y="9497"/>
                    <a:pt x="20651" y="10483"/>
                    <a:pt x="20947" y="11413"/>
                  </a:cubicBezTo>
                  <a:lnTo>
                    <a:pt x="21106" y="11364"/>
                  </a:lnTo>
                  <a:cubicBezTo>
                    <a:pt x="20810" y="10437"/>
                    <a:pt x="20557" y="9451"/>
                    <a:pt x="20309" y="8501"/>
                  </a:cubicBezTo>
                  <a:cubicBezTo>
                    <a:pt x="19977" y="7216"/>
                    <a:pt x="19633" y="5886"/>
                    <a:pt x="19174" y="4633"/>
                  </a:cubicBezTo>
                  <a:cubicBezTo>
                    <a:pt x="18520" y="2857"/>
                    <a:pt x="16600" y="1093"/>
                    <a:pt x="14710" y="530"/>
                  </a:cubicBezTo>
                  <a:cubicBezTo>
                    <a:pt x="13520" y="177"/>
                    <a:pt x="12437" y="0"/>
                    <a:pt x="1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20"/>
            <p:cNvSpPr/>
            <p:nvPr/>
          </p:nvSpPr>
          <p:spPr>
            <a:xfrm rot="2886579">
              <a:off x="1450047" y="2767420"/>
              <a:ext cx="1898505" cy="1092466"/>
            </a:xfrm>
            <a:custGeom>
              <a:rect b="b" l="l" r="r" t="t"/>
              <a:pathLst>
                <a:path extrusionOk="0" h="13235" w="23000">
                  <a:moveTo>
                    <a:pt x="13788" y="1"/>
                  </a:moveTo>
                  <a:cubicBezTo>
                    <a:pt x="13285" y="1"/>
                    <a:pt x="12787" y="66"/>
                    <a:pt x="12302" y="129"/>
                  </a:cubicBezTo>
                  <a:cubicBezTo>
                    <a:pt x="12152" y="149"/>
                    <a:pt x="12002" y="168"/>
                    <a:pt x="11856" y="188"/>
                  </a:cubicBezTo>
                  <a:cubicBezTo>
                    <a:pt x="11544" y="224"/>
                    <a:pt x="11222" y="237"/>
                    <a:pt x="10913" y="250"/>
                  </a:cubicBezTo>
                  <a:cubicBezTo>
                    <a:pt x="10405" y="272"/>
                    <a:pt x="9881" y="295"/>
                    <a:pt x="9377" y="419"/>
                  </a:cubicBezTo>
                  <a:cubicBezTo>
                    <a:pt x="7919" y="783"/>
                    <a:pt x="6768" y="1629"/>
                    <a:pt x="5928" y="2329"/>
                  </a:cubicBezTo>
                  <a:cubicBezTo>
                    <a:pt x="5473" y="2709"/>
                    <a:pt x="5063" y="3145"/>
                    <a:pt x="4669" y="3568"/>
                  </a:cubicBezTo>
                  <a:cubicBezTo>
                    <a:pt x="4152" y="4121"/>
                    <a:pt x="3615" y="4691"/>
                    <a:pt x="2974" y="5133"/>
                  </a:cubicBezTo>
                  <a:cubicBezTo>
                    <a:pt x="2304" y="5592"/>
                    <a:pt x="1757" y="6034"/>
                    <a:pt x="1266" y="6708"/>
                  </a:cubicBezTo>
                  <a:cubicBezTo>
                    <a:pt x="862" y="7264"/>
                    <a:pt x="755" y="7902"/>
                    <a:pt x="654" y="8517"/>
                  </a:cubicBezTo>
                  <a:cubicBezTo>
                    <a:pt x="612" y="8761"/>
                    <a:pt x="570" y="9014"/>
                    <a:pt x="511" y="9262"/>
                  </a:cubicBezTo>
                  <a:cubicBezTo>
                    <a:pt x="413" y="9662"/>
                    <a:pt x="378" y="10124"/>
                    <a:pt x="342" y="10573"/>
                  </a:cubicBezTo>
                  <a:cubicBezTo>
                    <a:pt x="290" y="11220"/>
                    <a:pt x="238" y="11887"/>
                    <a:pt x="0" y="12372"/>
                  </a:cubicBezTo>
                  <a:lnTo>
                    <a:pt x="147" y="12444"/>
                  </a:lnTo>
                  <a:cubicBezTo>
                    <a:pt x="400" y="11933"/>
                    <a:pt x="456" y="11246"/>
                    <a:pt x="508" y="10586"/>
                  </a:cubicBezTo>
                  <a:cubicBezTo>
                    <a:pt x="540" y="10143"/>
                    <a:pt x="576" y="9688"/>
                    <a:pt x="670" y="9301"/>
                  </a:cubicBezTo>
                  <a:cubicBezTo>
                    <a:pt x="732" y="9050"/>
                    <a:pt x="775" y="8793"/>
                    <a:pt x="817" y="8546"/>
                  </a:cubicBezTo>
                  <a:cubicBezTo>
                    <a:pt x="921" y="7921"/>
                    <a:pt x="1019" y="7329"/>
                    <a:pt x="1399" y="6805"/>
                  </a:cubicBezTo>
                  <a:cubicBezTo>
                    <a:pt x="1878" y="6151"/>
                    <a:pt x="2392" y="5732"/>
                    <a:pt x="3068" y="5270"/>
                  </a:cubicBezTo>
                  <a:cubicBezTo>
                    <a:pt x="3726" y="4817"/>
                    <a:pt x="4266" y="4238"/>
                    <a:pt x="4789" y="3682"/>
                  </a:cubicBezTo>
                  <a:cubicBezTo>
                    <a:pt x="5183" y="3262"/>
                    <a:pt x="5587" y="2830"/>
                    <a:pt x="6036" y="2455"/>
                  </a:cubicBezTo>
                  <a:cubicBezTo>
                    <a:pt x="6862" y="1769"/>
                    <a:pt x="7991" y="936"/>
                    <a:pt x="9416" y="581"/>
                  </a:cubicBezTo>
                  <a:cubicBezTo>
                    <a:pt x="9904" y="461"/>
                    <a:pt x="10421" y="438"/>
                    <a:pt x="10919" y="415"/>
                  </a:cubicBezTo>
                  <a:cubicBezTo>
                    <a:pt x="11235" y="402"/>
                    <a:pt x="11557" y="389"/>
                    <a:pt x="11876" y="350"/>
                  </a:cubicBezTo>
                  <a:cubicBezTo>
                    <a:pt x="12025" y="334"/>
                    <a:pt x="12175" y="315"/>
                    <a:pt x="12325" y="295"/>
                  </a:cubicBezTo>
                  <a:cubicBezTo>
                    <a:pt x="12802" y="232"/>
                    <a:pt x="13293" y="167"/>
                    <a:pt x="13785" y="167"/>
                  </a:cubicBezTo>
                  <a:cubicBezTo>
                    <a:pt x="13950" y="167"/>
                    <a:pt x="14115" y="174"/>
                    <a:pt x="14280" y="191"/>
                  </a:cubicBezTo>
                  <a:cubicBezTo>
                    <a:pt x="15178" y="285"/>
                    <a:pt x="17420" y="656"/>
                    <a:pt x="18773" y="2062"/>
                  </a:cubicBezTo>
                  <a:cubicBezTo>
                    <a:pt x="19102" y="2400"/>
                    <a:pt x="19691" y="3054"/>
                    <a:pt x="19957" y="3627"/>
                  </a:cubicBezTo>
                  <a:cubicBezTo>
                    <a:pt x="20045" y="3812"/>
                    <a:pt x="20120" y="4004"/>
                    <a:pt x="20192" y="4186"/>
                  </a:cubicBezTo>
                  <a:cubicBezTo>
                    <a:pt x="20328" y="4538"/>
                    <a:pt x="20468" y="4899"/>
                    <a:pt x="20702" y="5244"/>
                  </a:cubicBezTo>
                  <a:cubicBezTo>
                    <a:pt x="21382" y="6246"/>
                    <a:pt x="21685" y="7472"/>
                    <a:pt x="21978" y="8653"/>
                  </a:cubicBezTo>
                  <a:cubicBezTo>
                    <a:pt x="22020" y="8839"/>
                    <a:pt x="22066" y="9021"/>
                    <a:pt x="22114" y="9200"/>
                  </a:cubicBezTo>
                  <a:cubicBezTo>
                    <a:pt x="22147" y="9337"/>
                    <a:pt x="22183" y="9470"/>
                    <a:pt x="22219" y="9607"/>
                  </a:cubicBezTo>
                  <a:cubicBezTo>
                    <a:pt x="22388" y="10251"/>
                    <a:pt x="22563" y="10915"/>
                    <a:pt x="22632" y="11575"/>
                  </a:cubicBezTo>
                  <a:cubicBezTo>
                    <a:pt x="22648" y="11731"/>
                    <a:pt x="22651" y="11894"/>
                    <a:pt x="22658" y="12070"/>
                  </a:cubicBezTo>
                  <a:cubicBezTo>
                    <a:pt x="22668" y="12483"/>
                    <a:pt x="22677" y="12909"/>
                    <a:pt x="22853" y="13234"/>
                  </a:cubicBezTo>
                  <a:lnTo>
                    <a:pt x="22999" y="13156"/>
                  </a:lnTo>
                  <a:cubicBezTo>
                    <a:pt x="22843" y="12863"/>
                    <a:pt x="22833" y="12457"/>
                    <a:pt x="22824" y="12066"/>
                  </a:cubicBezTo>
                  <a:cubicBezTo>
                    <a:pt x="22817" y="11894"/>
                    <a:pt x="22814" y="11718"/>
                    <a:pt x="22798" y="11559"/>
                  </a:cubicBezTo>
                  <a:cubicBezTo>
                    <a:pt x="22726" y="10885"/>
                    <a:pt x="22550" y="10215"/>
                    <a:pt x="22378" y="9564"/>
                  </a:cubicBezTo>
                  <a:cubicBezTo>
                    <a:pt x="22345" y="9428"/>
                    <a:pt x="22310" y="9294"/>
                    <a:pt x="22274" y="9161"/>
                  </a:cubicBezTo>
                  <a:cubicBezTo>
                    <a:pt x="22228" y="8979"/>
                    <a:pt x="22183" y="8797"/>
                    <a:pt x="22137" y="8614"/>
                  </a:cubicBezTo>
                  <a:cubicBezTo>
                    <a:pt x="21841" y="7417"/>
                    <a:pt x="21535" y="6177"/>
                    <a:pt x="20842" y="5149"/>
                  </a:cubicBezTo>
                  <a:cubicBezTo>
                    <a:pt x="20618" y="4821"/>
                    <a:pt x="20484" y="4482"/>
                    <a:pt x="20348" y="4128"/>
                  </a:cubicBezTo>
                  <a:cubicBezTo>
                    <a:pt x="20273" y="3939"/>
                    <a:pt x="20198" y="3747"/>
                    <a:pt x="20110" y="3555"/>
                  </a:cubicBezTo>
                  <a:cubicBezTo>
                    <a:pt x="19830" y="2963"/>
                    <a:pt x="19229" y="2293"/>
                    <a:pt x="18893" y="1948"/>
                  </a:cubicBezTo>
                  <a:cubicBezTo>
                    <a:pt x="17501" y="503"/>
                    <a:pt x="15214" y="123"/>
                    <a:pt x="14296" y="25"/>
                  </a:cubicBezTo>
                  <a:cubicBezTo>
                    <a:pt x="14126" y="8"/>
                    <a:pt x="13957"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6" name="Google Shape;1866;p120"/>
          <p:cNvSpPr/>
          <p:nvPr/>
        </p:nvSpPr>
        <p:spPr>
          <a:xfrm rot="-9485847">
            <a:off x="3481222" y="2700330"/>
            <a:ext cx="1530411" cy="1623363"/>
          </a:xfrm>
          <a:custGeom>
            <a:rect b="b" l="l" r="r" t="t"/>
            <a:pathLst>
              <a:path extrusionOk="0" h="19473" w="18358">
                <a:moveTo>
                  <a:pt x="8261" y="191"/>
                </a:moveTo>
                <a:cubicBezTo>
                  <a:pt x="8488" y="191"/>
                  <a:pt x="8711" y="204"/>
                  <a:pt x="8915" y="244"/>
                </a:cubicBezTo>
                <a:cubicBezTo>
                  <a:pt x="8996" y="264"/>
                  <a:pt x="9185" y="228"/>
                  <a:pt x="9094" y="394"/>
                </a:cubicBezTo>
                <a:cubicBezTo>
                  <a:pt x="9068" y="446"/>
                  <a:pt x="8671" y="446"/>
                  <a:pt x="8616" y="452"/>
                </a:cubicBezTo>
                <a:cubicBezTo>
                  <a:pt x="8329" y="492"/>
                  <a:pt x="8043" y="527"/>
                  <a:pt x="7757" y="566"/>
                </a:cubicBezTo>
                <a:cubicBezTo>
                  <a:pt x="7184" y="638"/>
                  <a:pt x="6611" y="713"/>
                  <a:pt x="6039" y="781"/>
                </a:cubicBezTo>
                <a:cubicBezTo>
                  <a:pt x="5460" y="849"/>
                  <a:pt x="4877" y="927"/>
                  <a:pt x="4295" y="941"/>
                </a:cubicBezTo>
                <a:cubicBezTo>
                  <a:pt x="4037" y="946"/>
                  <a:pt x="3708" y="979"/>
                  <a:pt x="3396" y="979"/>
                </a:cubicBezTo>
                <a:cubicBezTo>
                  <a:pt x="3208" y="979"/>
                  <a:pt x="3025" y="967"/>
                  <a:pt x="2867" y="930"/>
                </a:cubicBezTo>
                <a:lnTo>
                  <a:pt x="2867" y="930"/>
                </a:lnTo>
                <a:cubicBezTo>
                  <a:pt x="3737" y="486"/>
                  <a:pt x="4796" y="374"/>
                  <a:pt x="5759" y="293"/>
                </a:cubicBezTo>
                <a:cubicBezTo>
                  <a:pt x="6263" y="251"/>
                  <a:pt x="6764" y="231"/>
                  <a:pt x="7269" y="225"/>
                </a:cubicBezTo>
                <a:cubicBezTo>
                  <a:pt x="7578" y="219"/>
                  <a:pt x="7924" y="191"/>
                  <a:pt x="8261" y="191"/>
                </a:cubicBezTo>
                <a:close/>
                <a:moveTo>
                  <a:pt x="6138" y="2642"/>
                </a:moveTo>
                <a:cubicBezTo>
                  <a:pt x="8181" y="2642"/>
                  <a:pt x="10207" y="3074"/>
                  <a:pt x="12194" y="3192"/>
                </a:cubicBezTo>
                <a:cubicBezTo>
                  <a:pt x="11813" y="3278"/>
                  <a:pt x="11423" y="3309"/>
                  <a:pt x="11030" y="3309"/>
                </a:cubicBezTo>
                <a:cubicBezTo>
                  <a:pt x="10246" y="3309"/>
                  <a:pt x="9449" y="3184"/>
                  <a:pt x="8677" y="3117"/>
                </a:cubicBezTo>
                <a:cubicBezTo>
                  <a:pt x="7435" y="3010"/>
                  <a:pt x="6198" y="2919"/>
                  <a:pt x="4972" y="2694"/>
                </a:cubicBezTo>
                <a:cubicBezTo>
                  <a:pt x="5361" y="2658"/>
                  <a:pt x="5750" y="2642"/>
                  <a:pt x="6138" y="2642"/>
                </a:cubicBezTo>
                <a:close/>
                <a:moveTo>
                  <a:pt x="7997" y="4278"/>
                </a:moveTo>
                <a:cubicBezTo>
                  <a:pt x="8724" y="4278"/>
                  <a:pt x="9471" y="4460"/>
                  <a:pt x="10128" y="4708"/>
                </a:cubicBezTo>
                <a:cubicBezTo>
                  <a:pt x="10587" y="4880"/>
                  <a:pt x="11030" y="5098"/>
                  <a:pt x="11449" y="5349"/>
                </a:cubicBezTo>
                <a:cubicBezTo>
                  <a:pt x="11710" y="5505"/>
                  <a:pt x="11957" y="5678"/>
                  <a:pt x="12204" y="5860"/>
                </a:cubicBezTo>
                <a:cubicBezTo>
                  <a:pt x="12326" y="5947"/>
                  <a:pt x="12535" y="6155"/>
                  <a:pt x="12669" y="6171"/>
                </a:cubicBezTo>
                <a:lnTo>
                  <a:pt x="12669" y="6171"/>
                </a:lnTo>
                <a:cubicBezTo>
                  <a:pt x="12266" y="6143"/>
                  <a:pt x="11769" y="5900"/>
                  <a:pt x="11371" y="5775"/>
                </a:cubicBezTo>
                <a:cubicBezTo>
                  <a:pt x="10844" y="5606"/>
                  <a:pt x="10317" y="5440"/>
                  <a:pt x="9793" y="5271"/>
                </a:cubicBezTo>
                <a:cubicBezTo>
                  <a:pt x="9296" y="5115"/>
                  <a:pt x="8801" y="4955"/>
                  <a:pt x="8306" y="4799"/>
                </a:cubicBezTo>
                <a:cubicBezTo>
                  <a:pt x="8072" y="4721"/>
                  <a:pt x="7825" y="4659"/>
                  <a:pt x="7597" y="4565"/>
                </a:cubicBezTo>
                <a:cubicBezTo>
                  <a:pt x="7462" y="4509"/>
                  <a:pt x="7336" y="4408"/>
                  <a:pt x="7197" y="4360"/>
                </a:cubicBezTo>
                <a:lnTo>
                  <a:pt x="7197" y="4360"/>
                </a:lnTo>
                <a:cubicBezTo>
                  <a:pt x="7457" y="4303"/>
                  <a:pt x="7725" y="4278"/>
                  <a:pt x="7997" y="4278"/>
                </a:cubicBezTo>
                <a:close/>
                <a:moveTo>
                  <a:pt x="1438" y="1796"/>
                </a:moveTo>
                <a:lnTo>
                  <a:pt x="1438" y="1796"/>
                </a:lnTo>
                <a:cubicBezTo>
                  <a:pt x="3208" y="3455"/>
                  <a:pt x="3999" y="5411"/>
                  <a:pt x="4223" y="7636"/>
                </a:cubicBezTo>
                <a:cubicBezTo>
                  <a:pt x="3101" y="5831"/>
                  <a:pt x="2206" y="3924"/>
                  <a:pt x="1438" y="1796"/>
                </a:cubicBezTo>
                <a:close/>
                <a:moveTo>
                  <a:pt x="4657" y="4488"/>
                </a:moveTo>
                <a:cubicBezTo>
                  <a:pt x="4804" y="4684"/>
                  <a:pt x="5011" y="4904"/>
                  <a:pt x="5099" y="5030"/>
                </a:cubicBezTo>
                <a:cubicBezTo>
                  <a:pt x="5375" y="5427"/>
                  <a:pt x="5652" y="5824"/>
                  <a:pt x="5918" y="6224"/>
                </a:cubicBezTo>
                <a:cubicBezTo>
                  <a:pt x="6393" y="6930"/>
                  <a:pt x="6894" y="7656"/>
                  <a:pt x="7021" y="8518"/>
                </a:cubicBezTo>
                <a:cubicBezTo>
                  <a:pt x="6543" y="7835"/>
                  <a:pt x="6078" y="7145"/>
                  <a:pt x="5642" y="6436"/>
                </a:cubicBezTo>
                <a:cubicBezTo>
                  <a:pt x="5249" y="5803"/>
                  <a:pt x="4957" y="5158"/>
                  <a:pt x="4657" y="4488"/>
                </a:cubicBezTo>
                <a:close/>
                <a:moveTo>
                  <a:pt x="9416" y="6676"/>
                </a:moveTo>
                <a:lnTo>
                  <a:pt x="9416" y="6676"/>
                </a:lnTo>
                <a:cubicBezTo>
                  <a:pt x="10499" y="6969"/>
                  <a:pt x="11583" y="7269"/>
                  <a:pt x="12624" y="7692"/>
                </a:cubicBezTo>
                <a:cubicBezTo>
                  <a:pt x="13161" y="7910"/>
                  <a:pt x="13681" y="8154"/>
                  <a:pt x="14186" y="8437"/>
                </a:cubicBezTo>
                <a:cubicBezTo>
                  <a:pt x="14534" y="8632"/>
                  <a:pt x="14970" y="9019"/>
                  <a:pt x="15214" y="9169"/>
                </a:cubicBezTo>
                <a:cubicBezTo>
                  <a:pt x="13232" y="8531"/>
                  <a:pt x="11043" y="8046"/>
                  <a:pt x="9416" y="6676"/>
                </a:cubicBezTo>
                <a:close/>
                <a:moveTo>
                  <a:pt x="7184" y="5707"/>
                </a:moveTo>
                <a:lnTo>
                  <a:pt x="7184" y="5707"/>
                </a:lnTo>
                <a:cubicBezTo>
                  <a:pt x="8648" y="7438"/>
                  <a:pt x="9679" y="9370"/>
                  <a:pt x="9709" y="10451"/>
                </a:cubicBezTo>
                <a:cubicBezTo>
                  <a:pt x="8817" y="8847"/>
                  <a:pt x="7799" y="7386"/>
                  <a:pt x="7184" y="5707"/>
                </a:cubicBezTo>
                <a:close/>
                <a:moveTo>
                  <a:pt x="12887" y="10812"/>
                </a:moveTo>
                <a:lnTo>
                  <a:pt x="12887" y="10812"/>
                </a:lnTo>
                <a:cubicBezTo>
                  <a:pt x="14921" y="11088"/>
                  <a:pt x="16606" y="12178"/>
                  <a:pt x="17810" y="13824"/>
                </a:cubicBezTo>
                <a:cubicBezTo>
                  <a:pt x="16928" y="13333"/>
                  <a:pt x="16043" y="12845"/>
                  <a:pt x="15165" y="12351"/>
                </a:cubicBezTo>
                <a:cubicBezTo>
                  <a:pt x="14449" y="11950"/>
                  <a:pt x="13317" y="11550"/>
                  <a:pt x="12887" y="10812"/>
                </a:cubicBezTo>
                <a:close/>
                <a:moveTo>
                  <a:pt x="13532" y="12438"/>
                </a:moveTo>
                <a:cubicBezTo>
                  <a:pt x="13782" y="13606"/>
                  <a:pt x="13629" y="14784"/>
                  <a:pt x="13636" y="15959"/>
                </a:cubicBezTo>
                <a:cubicBezTo>
                  <a:pt x="13128" y="14807"/>
                  <a:pt x="12848" y="13645"/>
                  <a:pt x="13532" y="12438"/>
                </a:cubicBezTo>
                <a:close/>
                <a:moveTo>
                  <a:pt x="14931" y="14817"/>
                </a:moveTo>
                <a:lnTo>
                  <a:pt x="14931" y="14817"/>
                </a:lnTo>
                <a:cubicBezTo>
                  <a:pt x="15406" y="15279"/>
                  <a:pt x="15861" y="15786"/>
                  <a:pt x="16095" y="16414"/>
                </a:cubicBezTo>
                <a:cubicBezTo>
                  <a:pt x="16353" y="17101"/>
                  <a:pt x="16388" y="17883"/>
                  <a:pt x="16496" y="18606"/>
                </a:cubicBezTo>
                <a:lnTo>
                  <a:pt x="16496" y="18606"/>
                </a:lnTo>
                <a:cubicBezTo>
                  <a:pt x="16034" y="18243"/>
                  <a:pt x="15814" y="17295"/>
                  <a:pt x="15581" y="16756"/>
                </a:cubicBezTo>
                <a:cubicBezTo>
                  <a:pt x="15305" y="16108"/>
                  <a:pt x="15019" y="15516"/>
                  <a:pt x="14931" y="14817"/>
                </a:cubicBezTo>
                <a:close/>
                <a:moveTo>
                  <a:pt x="16498" y="18619"/>
                </a:moveTo>
                <a:cubicBezTo>
                  <a:pt x="16498" y="18622"/>
                  <a:pt x="16498" y="18624"/>
                  <a:pt x="16499" y="18627"/>
                </a:cubicBezTo>
                <a:cubicBezTo>
                  <a:pt x="16480" y="18632"/>
                  <a:pt x="16472" y="18635"/>
                  <a:pt x="16470" y="18635"/>
                </a:cubicBezTo>
                <a:cubicBezTo>
                  <a:pt x="16468" y="18635"/>
                  <a:pt x="16486" y="18627"/>
                  <a:pt x="16498" y="18619"/>
                </a:cubicBezTo>
                <a:close/>
                <a:moveTo>
                  <a:pt x="7620" y="1"/>
                </a:moveTo>
                <a:cubicBezTo>
                  <a:pt x="6436" y="1"/>
                  <a:pt x="5253" y="81"/>
                  <a:pt x="4093" y="329"/>
                </a:cubicBezTo>
                <a:cubicBezTo>
                  <a:pt x="3400" y="479"/>
                  <a:pt x="2717" y="804"/>
                  <a:pt x="2008" y="866"/>
                </a:cubicBezTo>
                <a:cubicBezTo>
                  <a:pt x="1939" y="871"/>
                  <a:pt x="1870" y="874"/>
                  <a:pt x="1801" y="874"/>
                </a:cubicBezTo>
                <a:cubicBezTo>
                  <a:pt x="1555" y="874"/>
                  <a:pt x="1311" y="837"/>
                  <a:pt x="1077" y="758"/>
                </a:cubicBezTo>
                <a:cubicBezTo>
                  <a:pt x="797" y="664"/>
                  <a:pt x="409" y="459"/>
                  <a:pt x="116" y="459"/>
                </a:cubicBezTo>
                <a:cubicBezTo>
                  <a:pt x="76" y="459"/>
                  <a:pt x="37" y="463"/>
                  <a:pt x="0" y="472"/>
                </a:cubicBezTo>
                <a:cubicBezTo>
                  <a:pt x="283" y="599"/>
                  <a:pt x="781" y="716"/>
                  <a:pt x="996" y="954"/>
                </a:cubicBezTo>
                <a:cubicBezTo>
                  <a:pt x="1224" y="1204"/>
                  <a:pt x="1243" y="1747"/>
                  <a:pt x="1337" y="2060"/>
                </a:cubicBezTo>
                <a:cubicBezTo>
                  <a:pt x="1562" y="2798"/>
                  <a:pt x="1861" y="3508"/>
                  <a:pt x="2180" y="4207"/>
                </a:cubicBezTo>
                <a:cubicBezTo>
                  <a:pt x="2502" y="4913"/>
                  <a:pt x="2818" y="5626"/>
                  <a:pt x="3172" y="6312"/>
                </a:cubicBezTo>
                <a:cubicBezTo>
                  <a:pt x="3446" y="6839"/>
                  <a:pt x="3784" y="7870"/>
                  <a:pt x="4415" y="8056"/>
                </a:cubicBezTo>
                <a:cubicBezTo>
                  <a:pt x="4568" y="6696"/>
                  <a:pt x="3963" y="5033"/>
                  <a:pt x="3309" y="3852"/>
                </a:cubicBezTo>
                <a:cubicBezTo>
                  <a:pt x="2948" y="3195"/>
                  <a:pt x="2470" y="2658"/>
                  <a:pt x="2004" y="2082"/>
                </a:cubicBezTo>
                <a:cubicBezTo>
                  <a:pt x="1897" y="1952"/>
                  <a:pt x="1311" y="1367"/>
                  <a:pt x="1341" y="1230"/>
                </a:cubicBezTo>
                <a:cubicBezTo>
                  <a:pt x="1350" y="1190"/>
                  <a:pt x="1381" y="1172"/>
                  <a:pt x="1427" y="1172"/>
                </a:cubicBezTo>
                <a:cubicBezTo>
                  <a:pt x="1654" y="1172"/>
                  <a:pt x="2247" y="1591"/>
                  <a:pt x="2385" y="1669"/>
                </a:cubicBezTo>
                <a:cubicBezTo>
                  <a:pt x="3081" y="2073"/>
                  <a:pt x="3677" y="2349"/>
                  <a:pt x="3947" y="3163"/>
                </a:cubicBezTo>
                <a:cubicBezTo>
                  <a:pt x="4188" y="3885"/>
                  <a:pt x="4396" y="4591"/>
                  <a:pt x="4737" y="5281"/>
                </a:cubicBezTo>
                <a:cubicBezTo>
                  <a:pt x="5072" y="5954"/>
                  <a:pt x="5466" y="6595"/>
                  <a:pt x="5870" y="7230"/>
                </a:cubicBezTo>
                <a:cubicBezTo>
                  <a:pt x="6286" y="7880"/>
                  <a:pt x="6748" y="8905"/>
                  <a:pt x="7418" y="9296"/>
                </a:cubicBezTo>
                <a:cubicBezTo>
                  <a:pt x="7545" y="8765"/>
                  <a:pt x="7200" y="8199"/>
                  <a:pt x="6992" y="7698"/>
                </a:cubicBezTo>
                <a:cubicBezTo>
                  <a:pt x="6745" y="7106"/>
                  <a:pt x="6445" y="6553"/>
                  <a:pt x="6078" y="6029"/>
                </a:cubicBezTo>
                <a:cubicBezTo>
                  <a:pt x="5343" y="4975"/>
                  <a:pt x="4620" y="3979"/>
                  <a:pt x="4135" y="2775"/>
                </a:cubicBezTo>
                <a:lnTo>
                  <a:pt x="4135" y="2775"/>
                </a:lnTo>
                <a:cubicBezTo>
                  <a:pt x="4900" y="3332"/>
                  <a:pt x="5700" y="3865"/>
                  <a:pt x="6416" y="4487"/>
                </a:cubicBezTo>
                <a:cubicBezTo>
                  <a:pt x="6784" y="4806"/>
                  <a:pt x="6774" y="5115"/>
                  <a:pt x="6891" y="5564"/>
                </a:cubicBezTo>
                <a:cubicBezTo>
                  <a:pt x="7012" y="6029"/>
                  <a:pt x="7200" y="6471"/>
                  <a:pt x="7415" y="6898"/>
                </a:cubicBezTo>
                <a:cubicBezTo>
                  <a:pt x="7841" y="7757"/>
                  <a:pt x="8323" y="8589"/>
                  <a:pt x="8801" y="9419"/>
                </a:cubicBezTo>
                <a:cubicBezTo>
                  <a:pt x="9270" y="10233"/>
                  <a:pt x="9699" y="11088"/>
                  <a:pt x="10304" y="11807"/>
                </a:cubicBezTo>
                <a:cubicBezTo>
                  <a:pt x="10301" y="10685"/>
                  <a:pt x="9855" y="9559"/>
                  <a:pt x="9377" y="8547"/>
                </a:cubicBezTo>
                <a:cubicBezTo>
                  <a:pt x="8847" y="7425"/>
                  <a:pt x="7926" y="6504"/>
                  <a:pt x="7480" y="5352"/>
                </a:cubicBezTo>
                <a:lnTo>
                  <a:pt x="7480" y="5352"/>
                </a:lnTo>
                <a:cubicBezTo>
                  <a:pt x="8173" y="5987"/>
                  <a:pt x="8856" y="6624"/>
                  <a:pt x="9514" y="7298"/>
                </a:cubicBezTo>
                <a:cubicBezTo>
                  <a:pt x="9800" y="7594"/>
                  <a:pt x="10168" y="7874"/>
                  <a:pt x="10385" y="8225"/>
                </a:cubicBezTo>
                <a:cubicBezTo>
                  <a:pt x="10473" y="8362"/>
                  <a:pt x="10480" y="8547"/>
                  <a:pt x="10564" y="8677"/>
                </a:cubicBezTo>
                <a:cubicBezTo>
                  <a:pt x="10678" y="8860"/>
                  <a:pt x="10870" y="8990"/>
                  <a:pt x="10984" y="9191"/>
                </a:cubicBezTo>
                <a:cubicBezTo>
                  <a:pt x="11352" y="9836"/>
                  <a:pt x="11680" y="10506"/>
                  <a:pt x="11889" y="11218"/>
                </a:cubicBezTo>
                <a:cubicBezTo>
                  <a:pt x="12126" y="12028"/>
                  <a:pt x="12142" y="12858"/>
                  <a:pt x="12194" y="13694"/>
                </a:cubicBezTo>
                <a:cubicBezTo>
                  <a:pt x="11609" y="13125"/>
                  <a:pt x="11378" y="12022"/>
                  <a:pt x="11163" y="11261"/>
                </a:cubicBezTo>
                <a:cubicBezTo>
                  <a:pt x="10926" y="10411"/>
                  <a:pt x="10867" y="9491"/>
                  <a:pt x="10558" y="8668"/>
                </a:cubicBezTo>
                <a:lnTo>
                  <a:pt x="10558" y="8668"/>
                </a:lnTo>
                <a:cubicBezTo>
                  <a:pt x="10490" y="9650"/>
                  <a:pt x="10747" y="10688"/>
                  <a:pt x="11026" y="11632"/>
                </a:cubicBezTo>
                <a:cubicBezTo>
                  <a:pt x="11163" y="12094"/>
                  <a:pt x="11329" y="12546"/>
                  <a:pt x="11521" y="12988"/>
                </a:cubicBezTo>
                <a:cubicBezTo>
                  <a:pt x="11732" y="13480"/>
                  <a:pt x="11866" y="13974"/>
                  <a:pt x="12279" y="14319"/>
                </a:cubicBezTo>
                <a:cubicBezTo>
                  <a:pt x="12582" y="13678"/>
                  <a:pt x="12383" y="12627"/>
                  <a:pt x="12282" y="11924"/>
                </a:cubicBezTo>
                <a:cubicBezTo>
                  <a:pt x="12165" y="11108"/>
                  <a:pt x="11889" y="10324"/>
                  <a:pt x="11576" y="9566"/>
                </a:cubicBezTo>
                <a:lnTo>
                  <a:pt x="11576" y="9566"/>
                </a:lnTo>
                <a:cubicBezTo>
                  <a:pt x="12090" y="10288"/>
                  <a:pt x="12621" y="10997"/>
                  <a:pt x="13118" y="11729"/>
                </a:cubicBezTo>
                <a:cubicBezTo>
                  <a:pt x="13297" y="11993"/>
                  <a:pt x="13362" y="12139"/>
                  <a:pt x="13252" y="12445"/>
                </a:cubicBezTo>
                <a:cubicBezTo>
                  <a:pt x="13131" y="12770"/>
                  <a:pt x="13005" y="13070"/>
                  <a:pt x="12949" y="13414"/>
                </a:cubicBezTo>
                <a:cubicBezTo>
                  <a:pt x="12861" y="14000"/>
                  <a:pt x="12930" y="14592"/>
                  <a:pt x="13083" y="15158"/>
                </a:cubicBezTo>
                <a:cubicBezTo>
                  <a:pt x="13239" y="15728"/>
                  <a:pt x="13428" y="16417"/>
                  <a:pt x="13870" y="16818"/>
                </a:cubicBezTo>
                <a:cubicBezTo>
                  <a:pt x="13984" y="16222"/>
                  <a:pt x="13867" y="15627"/>
                  <a:pt x="13877" y="15028"/>
                </a:cubicBezTo>
                <a:cubicBezTo>
                  <a:pt x="13886" y="14404"/>
                  <a:pt x="13890" y="13759"/>
                  <a:pt x="13994" y="13144"/>
                </a:cubicBezTo>
                <a:cubicBezTo>
                  <a:pt x="14293" y="13662"/>
                  <a:pt x="14644" y="14114"/>
                  <a:pt x="14680" y="14722"/>
                </a:cubicBezTo>
                <a:cubicBezTo>
                  <a:pt x="14709" y="15272"/>
                  <a:pt x="14862" y="15806"/>
                  <a:pt x="15061" y="16317"/>
                </a:cubicBezTo>
                <a:cubicBezTo>
                  <a:pt x="15263" y="16847"/>
                  <a:pt x="15513" y="17358"/>
                  <a:pt x="15760" y="17865"/>
                </a:cubicBezTo>
                <a:cubicBezTo>
                  <a:pt x="16030" y="18415"/>
                  <a:pt x="16268" y="19004"/>
                  <a:pt x="16665" y="19472"/>
                </a:cubicBezTo>
                <a:cubicBezTo>
                  <a:pt x="16860" y="18864"/>
                  <a:pt x="16632" y="18047"/>
                  <a:pt x="16541" y="17420"/>
                </a:cubicBezTo>
                <a:cubicBezTo>
                  <a:pt x="16440" y="16707"/>
                  <a:pt x="16291" y="16053"/>
                  <a:pt x="15864" y="15458"/>
                </a:cubicBezTo>
                <a:cubicBezTo>
                  <a:pt x="15441" y="14869"/>
                  <a:pt x="14905" y="14420"/>
                  <a:pt x="14550" y="13769"/>
                </a:cubicBezTo>
                <a:cubicBezTo>
                  <a:pt x="14186" y="13096"/>
                  <a:pt x="13837" y="12412"/>
                  <a:pt x="13476" y="11736"/>
                </a:cubicBezTo>
                <a:lnTo>
                  <a:pt x="13476" y="11736"/>
                </a:lnTo>
                <a:cubicBezTo>
                  <a:pt x="14124" y="11986"/>
                  <a:pt x="14719" y="12380"/>
                  <a:pt x="15321" y="12721"/>
                </a:cubicBezTo>
                <a:cubicBezTo>
                  <a:pt x="15995" y="13102"/>
                  <a:pt x="16665" y="13483"/>
                  <a:pt x="17338" y="13863"/>
                </a:cubicBezTo>
                <a:cubicBezTo>
                  <a:pt x="17487" y="13947"/>
                  <a:pt x="17990" y="14216"/>
                  <a:pt x="18206" y="14216"/>
                </a:cubicBezTo>
                <a:cubicBezTo>
                  <a:pt x="18327" y="14216"/>
                  <a:pt x="18358" y="14132"/>
                  <a:pt x="18187" y="13886"/>
                </a:cubicBezTo>
                <a:cubicBezTo>
                  <a:pt x="17771" y="13288"/>
                  <a:pt x="17250" y="12725"/>
                  <a:pt x="16701" y="12243"/>
                </a:cubicBezTo>
                <a:cubicBezTo>
                  <a:pt x="16164" y="11771"/>
                  <a:pt x="15562" y="11384"/>
                  <a:pt x="14901" y="11114"/>
                </a:cubicBezTo>
                <a:cubicBezTo>
                  <a:pt x="14267" y="10860"/>
                  <a:pt x="13603" y="10786"/>
                  <a:pt x="12959" y="10581"/>
                </a:cubicBezTo>
                <a:cubicBezTo>
                  <a:pt x="12341" y="10382"/>
                  <a:pt x="11970" y="9728"/>
                  <a:pt x="11576" y="9247"/>
                </a:cubicBezTo>
                <a:cubicBezTo>
                  <a:pt x="11088" y="8645"/>
                  <a:pt x="10600" y="8046"/>
                  <a:pt x="10109" y="7444"/>
                </a:cubicBezTo>
                <a:lnTo>
                  <a:pt x="10109" y="7444"/>
                </a:lnTo>
                <a:cubicBezTo>
                  <a:pt x="11365" y="8199"/>
                  <a:pt x="12764" y="8651"/>
                  <a:pt x="14153" y="9094"/>
                </a:cubicBezTo>
                <a:cubicBezTo>
                  <a:pt x="14501" y="9204"/>
                  <a:pt x="14849" y="9315"/>
                  <a:pt x="15197" y="9432"/>
                </a:cubicBezTo>
                <a:cubicBezTo>
                  <a:pt x="15386" y="9496"/>
                  <a:pt x="15770" y="9720"/>
                  <a:pt x="15997" y="9720"/>
                </a:cubicBezTo>
                <a:cubicBezTo>
                  <a:pt x="16025" y="9720"/>
                  <a:pt x="16050" y="9716"/>
                  <a:pt x="16073" y="9709"/>
                </a:cubicBezTo>
                <a:cubicBezTo>
                  <a:pt x="16424" y="9595"/>
                  <a:pt x="15903" y="9227"/>
                  <a:pt x="15796" y="9146"/>
                </a:cubicBezTo>
                <a:cubicBezTo>
                  <a:pt x="15481" y="8912"/>
                  <a:pt x="15162" y="8690"/>
                  <a:pt x="14827" y="8489"/>
                </a:cubicBezTo>
                <a:cubicBezTo>
                  <a:pt x="13509" y="7685"/>
                  <a:pt x="12064" y="7184"/>
                  <a:pt x="10594" y="6748"/>
                </a:cubicBezTo>
                <a:cubicBezTo>
                  <a:pt x="9884" y="6537"/>
                  <a:pt x="9091" y="6406"/>
                  <a:pt x="8489" y="5948"/>
                </a:cubicBezTo>
                <a:cubicBezTo>
                  <a:pt x="7945" y="5534"/>
                  <a:pt x="7444" y="5024"/>
                  <a:pt x="6930" y="4571"/>
                </a:cubicBezTo>
                <a:lnTo>
                  <a:pt x="6930" y="4571"/>
                </a:lnTo>
                <a:cubicBezTo>
                  <a:pt x="8388" y="5037"/>
                  <a:pt x="9852" y="5482"/>
                  <a:pt x="11296" y="5987"/>
                </a:cubicBezTo>
                <a:cubicBezTo>
                  <a:pt x="11667" y="6117"/>
                  <a:pt x="12042" y="6250"/>
                  <a:pt x="12412" y="6384"/>
                </a:cubicBezTo>
                <a:cubicBezTo>
                  <a:pt x="12689" y="6481"/>
                  <a:pt x="13001" y="6660"/>
                  <a:pt x="13288" y="6696"/>
                </a:cubicBezTo>
                <a:cubicBezTo>
                  <a:pt x="13329" y="6701"/>
                  <a:pt x="13369" y="6704"/>
                  <a:pt x="13406" y="6704"/>
                </a:cubicBezTo>
                <a:cubicBezTo>
                  <a:pt x="13659" y="6704"/>
                  <a:pt x="13771" y="6577"/>
                  <a:pt x="13515" y="6338"/>
                </a:cubicBezTo>
                <a:cubicBezTo>
                  <a:pt x="13245" y="6084"/>
                  <a:pt x="12839" y="5899"/>
                  <a:pt x="12520" y="5707"/>
                </a:cubicBezTo>
                <a:cubicBezTo>
                  <a:pt x="11303" y="4959"/>
                  <a:pt x="10154" y="4256"/>
                  <a:pt x="8707" y="4087"/>
                </a:cubicBezTo>
                <a:cubicBezTo>
                  <a:pt x="8445" y="4056"/>
                  <a:pt x="8184" y="4050"/>
                  <a:pt x="7922" y="4050"/>
                </a:cubicBezTo>
                <a:cubicBezTo>
                  <a:pt x="7709" y="4050"/>
                  <a:pt x="7496" y="4054"/>
                  <a:pt x="7284" y="4054"/>
                </a:cubicBezTo>
                <a:cubicBezTo>
                  <a:pt x="7083" y="4054"/>
                  <a:pt x="6883" y="4050"/>
                  <a:pt x="6683" y="4035"/>
                </a:cubicBezTo>
                <a:cubicBezTo>
                  <a:pt x="5970" y="3979"/>
                  <a:pt x="5447" y="3439"/>
                  <a:pt x="4907" y="3023"/>
                </a:cubicBezTo>
                <a:lnTo>
                  <a:pt x="4907" y="3023"/>
                </a:lnTo>
                <a:cubicBezTo>
                  <a:pt x="6410" y="3156"/>
                  <a:pt x="7913" y="3293"/>
                  <a:pt x="9416" y="3410"/>
                </a:cubicBezTo>
                <a:cubicBezTo>
                  <a:pt x="10141" y="3466"/>
                  <a:pt x="10927" y="3590"/>
                  <a:pt x="11691" y="3590"/>
                </a:cubicBezTo>
                <a:cubicBezTo>
                  <a:pt x="12305" y="3590"/>
                  <a:pt x="12905" y="3510"/>
                  <a:pt x="13450" y="3250"/>
                </a:cubicBezTo>
                <a:cubicBezTo>
                  <a:pt x="12591" y="2847"/>
                  <a:pt x="11466" y="2880"/>
                  <a:pt x="10525" y="2769"/>
                </a:cubicBezTo>
                <a:cubicBezTo>
                  <a:pt x="9445" y="2642"/>
                  <a:pt x="8362" y="2502"/>
                  <a:pt x="7275" y="2444"/>
                </a:cubicBezTo>
                <a:cubicBezTo>
                  <a:pt x="7038" y="2431"/>
                  <a:pt x="6798" y="2427"/>
                  <a:pt x="6557" y="2427"/>
                </a:cubicBezTo>
                <a:cubicBezTo>
                  <a:pt x="6284" y="2427"/>
                  <a:pt x="6010" y="2432"/>
                  <a:pt x="5737" y="2432"/>
                </a:cubicBezTo>
                <a:cubicBezTo>
                  <a:pt x="5287" y="2432"/>
                  <a:pt x="4838" y="2420"/>
                  <a:pt x="4399" y="2356"/>
                </a:cubicBezTo>
                <a:cubicBezTo>
                  <a:pt x="3482" y="2226"/>
                  <a:pt x="2730" y="1614"/>
                  <a:pt x="1956" y="1145"/>
                </a:cubicBezTo>
                <a:lnTo>
                  <a:pt x="1956" y="1145"/>
                </a:lnTo>
                <a:cubicBezTo>
                  <a:pt x="2406" y="1171"/>
                  <a:pt x="2858" y="1184"/>
                  <a:pt x="3309" y="1184"/>
                </a:cubicBezTo>
                <a:cubicBezTo>
                  <a:pt x="4519" y="1184"/>
                  <a:pt x="5728" y="1094"/>
                  <a:pt x="6927" y="931"/>
                </a:cubicBezTo>
                <a:cubicBezTo>
                  <a:pt x="7714" y="823"/>
                  <a:pt x="8498" y="683"/>
                  <a:pt x="9276" y="518"/>
                </a:cubicBezTo>
                <a:cubicBezTo>
                  <a:pt x="9468" y="475"/>
                  <a:pt x="10350" y="339"/>
                  <a:pt x="9774" y="95"/>
                </a:cubicBezTo>
                <a:cubicBezTo>
                  <a:pt x="9614" y="27"/>
                  <a:pt x="9406" y="13"/>
                  <a:pt x="9198" y="13"/>
                </a:cubicBezTo>
                <a:cubicBezTo>
                  <a:pt x="9046" y="13"/>
                  <a:pt x="8893" y="21"/>
                  <a:pt x="8760" y="21"/>
                </a:cubicBezTo>
                <a:cubicBezTo>
                  <a:pt x="8732" y="21"/>
                  <a:pt x="8706" y="21"/>
                  <a:pt x="8681" y="20"/>
                </a:cubicBezTo>
                <a:cubicBezTo>
                  <a:pt x="8327" y="8"/>
                  <a:pt x="7974" y="1"/>
                  <a:pt x="7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 name="Google Shape;1867;p120"/>
          <p:cNvGrpSpPr/>
          <p:nvPr/>
        </p:nvGrpSpPr>
        <p:grpSpPr>
          <a:xfrm>
            <a:off x="5131372" y="2473472"/>
            <a:ext cx="704980" cy="2041081"/>
            <a:chOff x="5070075" y="2571775"/>
            <a:chExt cx="618675" cy="1791207"/>
          </a:xfrm>
        </p:grpSpPr>
        <p:sp>
          <p:nvSpPr>
            <p:cNvPr id="1868" name="Google Shape;1868;p120"/>
            <p:cNvSpPr/>
            <p:nvPr/>
          </p:nvSpPr>
          <p:spPr>
            <a:xfrm>
              <a:off x="5070075" y="2788511"/>
              <a:ext cx="132022" cy="224769"/>
            </a:xfrm>
            <a:custGeom>
              <a:rect b="b" l="l" r="r" t="t"/>
              <a:pathLst>
                <a:path extrusionOk="0" h="3863" w="2269">
                  <a:moveTo>
                    <a:pt x="462" y="1"/>
                  </a:moveTo>
                  <a:cubicBezTo>
                    <a:pt x="439" y="1"/>
                    <a:pt x="415" y="3"/>
                    <a:pt x="391" y="7"/>
                  </a:cubicBezTo>
                  <a:cubicBezTo>
                    <a:pt x="199" y="43"/>
                    <a:pt x="65" y="232"/>
                    <a:pt x="33" y="424"/>
                  </a:cubicBezTo>
                  <a:cubicBezTo>
                    <a:pt x="0" y="616"/>
                    <a:pt x="49" y="811"/>
                    <a:pt x="104" y="1000"/>
                  </a:cubicBezTo>
                  <a:cubicBezTo>
                    <a:pt x="365" y="1859"/>
                    <a:pt x="794" y="2919"/>
                    <a:pt x="1448" y="3557"/>
                  </a:cubicBezTo>
                  <a:cubicBezTo>
                    <a:pt x="1669" y="3773"/>
                    <a:pt x="1814" y="3862"/>
                    <a:pt x="1902" y="3862"/>
                  </a:cubicBezTo>
                  <a:cubicBezTo>
                    <a:pt x="2269" y="3862"/>
                    <a:pt x="1681" y="2340"/>
                    <a:pt x="1552" y="1895"/>
                  </a:cubicBezTo>
                  <a:cubicBezTo>
                    <a:pt x="1412" y="1403"/>
                    <a:pt x="1269" y="905"/>
                    <a:pt x="1025" y="456"/>
                  </a:cubicBezTo>
                  <a:cubicBezTo>
                    <a:pt x="904" y="234"/>
                    <a:pt x="704" y="1"/>
                    <a:pt x="4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20"/>
            <p:cNvSpPr/>
            <p:nvPr/>
          </p:nvSpPr>
          <p:spPr>
            <a:xfrm>
              <a:off x="5137103" y="2571775"/>
              <a:ext cx="76921" cy="288365"/>
            </a:xfrm>
            <a:custGeom>
              <a:rect b="b" l="l" r="r" t="t"/>
              <a:pathLst>
                <a:path extrusionOk="0" h="4956" w="1322">
                  <a:moveTo>
                    <a:pt x="731" y="0"/>
                  </a:moveTo>
                  <a:cubicBezTo>
                    <a:pt x="726" y="0"/>
                    <a:pt x="721" y="0"/>
                    <a:pt x="716" y="1"/>
                  </a:cubicBezTo>
                  <a:cubicBezTo>
                    <a:pt x="576" y="7"/>
                    <a:pt x="462" y="108"/>
                    <a:pt x="378" y="219"/>
                  </a:cubicBezTo>
                  <a:cubicBezTo>
                    <a:pt x="0" y="723"/>
                    <a:pt x="42" y="1416"/>
                    <a:pt x="101" y="2044"/>
                  </a:cubicBezTo>
                  <a:cubicBezTo>
                    <a:pt x="192" y="2994"/>
                    <a:pt x="228" y="4071"/>
                    <a:pt x="605" y="4956"/>
                  </a:cubicBezTo>
                  <a:cubicBezTo>
                    <a:pt x="1236" y="4029"/>
                    <a:pt x="1321" y="1667"/>
                    <a:pt x="1155" y="567"/>
                  </a:cubicBezTo>
                  <a:cubicBezTo>
                    <a:pt x="1117" y="312"/>
                    <a:pt x="982" y="0"/>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20"/>
            <p:cNvSpPr/>
            <p:nvPr/>
          </p:nvSpPr>
          <p:spPr>
            <a:xfrm>
              <a:off x="5201455" y="2653058"/>
              <a:ext cx="100020" cy="320658"/>
            </a:xfrm>
            <a:custGeom>
              <a:rect b="b" l="l" r="r" t="t"/>
              <a:pathLst>
                <a:path extrusionOk="0" h="5511" w="1719">
                  <a:moveTo>
                    <a:pt x="1362" y="0"/>
                  </a:moveTo>
                  <a:cubicBezTo>
                    <a:pt x="1259" y="0"/>
                    <a:pt x="1148" y="99"/>
                    <a:pt x="1080" y="195"/>
                  </a:cubicBezTo>
                  <a:cubicBezTo>
                    <a:pt x="576" y="914"/>
                    <a:pt x="407" y="1805"/>
                    <a:pt x="283" y="2674"/>
                  </a:cubicBezTo>
                  <a:cubicBezTo>
                    <a:pt x="153" y="3601"/>
                    <a:pt x="0" y="4574"/>
                    <a:pt x="26" y="5511"/>
                  </a:cubicBezTo>
                  <a:cubicBezTo>
                    <a:pt x="710" y="4346"/>
                    <a:pt x="1071" y="2807"/>
                    <a:pt x="1461" y="1509"/>
                  </a:cubicBezTo>
                  <a:cubicBezTo>
                    <a:pt x="1595" y="1063"/>
                    <a:pt x="1718" y="575"/>
                    <a:pt x="1536" y="149"/>
                  </a:cubicBezTo>
                  <a:cubicBezTo>
                    <a:pt x="1516" y="104"/>
                    <a:pt x="1490" y="58"/>
                    <a:pt x="1451" y="29"/>
                  </a:cubicBezTo>
                  <a:cubicBezTo>
                    <a:pt x="1423" y="9"/>
                    <a:pt x="1393"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20"/>
            <p:cNvSpPr/>
            <p:nvPr/>
          </p:nvSpPr>
          <p:spPr>
            <a:xfrm>
              <a:off x="5242882" y="3025961"/>
              <a:ext cx="79946" cy="308962"/>
            </a:xfrm>
            <a:custGeom>
              <a:rect b="b" l="l" r="r" t="t"/>
              <a:pathLst>
                <a:path extrusionOk="0" h="5310" w="1374">
                  <a:moveTo>
                    <a:pt x="1058" y="0"/>
                  </a:moveTo>
                  <a:cubicBezTo>
                    <a:pt x="982" y="0"/>
                    <a:pt x="906" y="45"/>
                    <a:pt x="843" y="94"/>
                  </a:cubicBezTo>
                  <a:cubicBezTo>
                    <a:pt x="264" y="537"/>
                    <a:pt x="186" y="1363"/>
                    <a:pt x="157" y="2089"/>
                  </a:cubicBezTo>
                  <a:cubicBezTo>
                    <a:pt x="157" y="3159"/>
                    <a:pt x="1" y="4249"/>
                    <a:pt x="37" y="5310"/>
                  </a:cubicBezTo>
                  <a:cubicBezTo>
                    <a:pt x="398" y="4119"/>
                    <a:pt x="743" y="2925"/>
                    <a:pt x="1097" y="1731"/>
                  </a:cubicBezTo>
                  <a:cubicBezTo>
                    <a:pt x="1234" y="1262"/>
                    <a:pt x="1374" y="777"/>
                    <a:pt x="1299" y="296"/>
                  </a:cubicBezTo>
                  <a:cubicBezTo>
                    <a:pt x="1279" y="179"/>
                    <a:pt x="1231" y="45"/>
                    <a:pt x="1117" y="10"/>
                  </a:cubicBezTo>
                  <a:cubicBezTo>
                    <a:pt x="1097" y="3"/>
                    <a:pt x="1078" y="0"/>
                    <a:pt x="1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20"/>
            <p:cNvSpPr/>
            <p:nvPr/>
          </p:nvSpPr>
          <p:spPr>
            <a:xfrm>
              <a:off x="5118717" y="3247933"/>
              <a:ext cx="118581" cy="188461"/>
            </a:xfrm>
            <a:custGeom>
              <a:rect b="b" l="l" r="r" t="t"/>
              <a:pathLst>
                <a:path extrusionOk="0" h="3239" w="2038">
                  <a:moveTo>
                    <a:pt x="665" y="0"/>
                  </a:moveTo>
                  <a:cubicBezTo>
                    <a:pt x="597" y="0"/>
                    <a:pt x="530" y="14"/>
                    <a:pt x="466" y="44"/>
                  </a:cubicBezTo>
                  <a:cubicBezTo>
                    <a:pt x="1" y="258"/>
                    <a:pt x="1897" y="2959"/>
                    <a:pt x="2037" y="3238"/>
                  </a:cubicBezTo>
                  <a:cubicBezTo>
                    <a:pt x="1767" y="2588"/>
                    <a:pt x="1604" y="1888"/>
                    <a:pt x="1491" y="1195"/>
                  </a:cubicBezTo>
                  <a:cubicBezTo>
                    <a:pt x="1445" y="899"/>
                    <a:pt x="1403" y="587"/>
                    <a:pt x="1240" y="336"/>
                  </a:cubicBezTo>
                  <a:cubicBezTo>
                    <a:pt x="1113" y="145"/>
                    <a:pt x="887" y="0"/>
                    <a:pt x="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20"/>
            <p:cNvSpPr/>
            <p:nvPr/>
          </p:nvSpPr>
          <p:spPr>
            <a:xfrm>
              <a:off x="5262199" y="3464495"/>
              <a:ext cx="125214" cy="434002"/>
            </a:xfrm>
            <a:custGeom>
              <a:rect b="b" l="l" r="r" t="t"/>
              <a:pathLst>
                <a:path extrusionOk="0" h="7459" w="2152">
                  <a:moveTo>
                    <a:pt x="1638" y="1"/>
                  </a:moveTo>
                  <a:cubicBezTo>
                    <a:pt x="1474" y="1"/>
                    <a:pt x="1305" y="151"/>
                    <a:pt x="1204" y="304"/>
                  </a:cubicBezTo>
                  <a:cubicBezTo>
                    <a:pt x="749" y="990"/>
                    <a:pt x="658" y="1846"/>
                    <a:pt x="583" y="2666"/>
                  </a:cubicBezTo>
                  <a:cubicBezTo>
                    <a:pt x="502" y="3531"/>
                    <a:pt x="420" y="4397"/>
                    <a:pt x="339" y="5265"/>
                  </a:cubicBezTo>
                  <a:cubicBezTo>
                    <a:pt x="280" y="5897"/>
                    <a:pt x="1" y="6873"/>
                    <a:pt x="248" y="7458"/>
                  </a:cubicBezTo>
                  <a:cubicBezTo>
                    <a:pt x="703" y="5936"/>
                    <a:pt x="1032" y="4384"/>
                    <a:pt x="1549" y="2877"/>
                  </a:cubicBezTo>
                  <a:cubicBezTo>
                    <a:pt x="1832" y="2057"/>
                    <a:pt x="2151" y="1189"/>
                    <a:pt x="1950" y="343"/>
                  </a:cubicBezTo>
                  <a:cubicBezTo>
                    <a:pt x="1920" y="222"/>
                    <a:pt x="1871" y="96"/>
                    <a:pt x="1764" y="34"/>
                  </a:cubicBezTo>
                  <a:cubicBezTo>
                    <a:pt x="1723" y="11"/>
                    <a:pt x="1681" y="1"/>
                    <a:pt x="1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20"/>
            <p:cNvSpPr/>
            <p:nvPr/>
          </p:nvSpPr>
          <p:spPr>
            <a:xfrm>
              <a:off x="5133496" y="3599599"/>
              <a:ext cx="126320" cy="321821"/>
            </a:xfrm>
            <a:custGeom>
              <a:rect b="b" l="l" r="r" t="t"/>
              <a:pathLst>
                <a:path extrusionOk="0" h="5531" w="2171">
                  <a:moveTo>
                    <a:pt x="591" y="1"/>
                  </a:moveTo>
                  <a:cubicBezTo>
                    <a:pt x="389" y="1"/>
                    <a:pt x="189" y="153"/>
                    <a:pt x="104" y="347"/>
                  </a:cubicBezTo>
                  <a:cubicBezTo>
                    <a:pt x="0" y="581"/>
                    <a:pt x="26" y="855"/>
                    <a:pt x="65" y="1108"/>
                  </a:cubicBezTo>
                  <a:cubicBezTo>
                    <a:pt x="248" y="2224"/>
                    <a:pt x="680" y="3288"/>
                    <a:pt x="1217" y="4284"/>
                  </a:cubicBezTo>
                  <a:cubicBezTo>
                    <a:pt x="1404" y="4632"/>
                    <a:pt x="1743" y="5530"/>
                    <a:pt x="2157" y="5530"/>
                  </a:cubicBezTo>
                  <a:cubicBezTo>
                    <a:pt x="2162" y="5530"/>
                    <a:pt x="2166" y="5530"/>
                    <a:pt x="2170" y="5530"/>
                  </a:cubicBezTo>
                  <a:cubicBezTo>
                    <a:pt x="1812" y="3887"/>
                    <a:pt x="1734" y="2032"/>
                    <a:pt x="1087" y="471"/>
                  </a:cubicBezTo>
                  <a:cubicBezTo>
                    <a:pt x="1012" y="289"/>
                    <a:pt x="911" y="93"/>
                    <a:pt x="726" y="25"/>
                  </a:cubicBezTo>
                  <a:cubicBezTo>
                    <a:pt x="682" y="8"/>
                    <a:pt x="636" y="1"/>
                    <a:pt x="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20"/>
            <p:cNvSpPr/>
            <p:nvPr/>
          </p:nvSpPr>
          <p:spPr>
            <a:xfrm>
              <a:off x="5386771" y="2670863"/>
              <a:ext cx="135396" cy="416255"/>
            </a:xfrm>
            <a:custGeom>
              <a:rect b="b" l="l" r="r" t="t"/>
              <a:pathLst>
                <a:path extrusionOk="0" h="7154" w="2327">
                  <a:moveTo>
                    <a:pt x="902" y="1"/>
                  </a:moveTo>
                  <a:cubicBezTo>
                    <a:pt x="587" y="1"/>
                    <a:pt x="295" y="239"/>
                    <a:pt x="157" y="526"/>
                  </a:cubicBezTo>
                  <a:cubicBezTo>
                    <a:pt x="7" y="842"/>
                    <a:pt x="0" y="1203"/>
                    <a:pt x="13" y="1551"/>
                  </a:cubicBezTo>
                  <a:cubicBezTo>
                    <a:pt x="27" y="1958"/>
                    <a:pt x="66" y="2365"/>
                    <a:pt x="176" y="2755"/>
                  </a:cubicBezTo>
                  <a:cubicBezTo>
                    <a:pt x="401" y="3555"/>
                    <a:pt x="908" y="4242"/>
                    <a:pt x="1328" y="4961"/>
                  </a:cubicBezTo>
                  <a:cubicBezTo>
                    <a:pt x="1715" y="5621"/>
                    <a:pt x="2044" y="6373"/>
                    <a:pt x="1966" y="7154"/>
                  </a:cubicBezTo>
                  <a:cubicBezTo>
                    <a:pt x="2327" y="5208"/>
                    <a:pt x="2079" y="3246"/>
                    <a:pt x="1809" y="1307"/>
                  </a:cubicBezTo>
                  <a:cubicBezTo>
                    <a:pt x="1770" y="1031"/>
                    <a:pt x="1731" y="751"/>
                    <a:pt x="1608" y="504"/>
                  </a:cubicBezTo>
                  <a:cubicBezTo>
                    <a:pt x="1484" y="253"/>
                    <a:pt x="1256" y="42"/>
                    <a:pt x="983" y="6"/>
                  </a:cubicBezTo>
                  <a:cubicBezTo>
                    <a:pt x="956" y="2"/>
                    <a:pt x="929"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20"/>
            <p:cNvSpPr/>
            <p:nvPr/>
          </p:nvSpPr>
          <p:spPr>
            <a:xfrm>
              <a:off x="5520246" y="2904298"/>
              <a:ext cx="153376" cy="314606"/>
            </a:xfrm>
            <a:custGeom>
              <a:rect b="b" l="l" r="r" t="t"/>
              <a:pathLst>
                <a:path extrusionOk="0" h="5407" w="2636">
                  <a:moveTo>
                    <a:pt x="2206" y="0"/>
                  </a:moveTo>
                  <a:cubicBezTo>
                    <a:pt x="2047" y="0"/>
                    <a:pt x="1913" y="128"/>
                    <a:pt x="1809" y="249"/>
                  </a:cubicBezTo>
                  <a:cubicBezTo>
                    <a:pt x="1110" y="1082"/>
                    <a:pt x="820" y="2172"/>
                    <a:pt x="547" y="3223"/>
                  </a:cubicBezTo>
                  <a:cubicBezTo>
                    <a:pt x="361" y="3936"/>
                    <a:pt x="98" y="4677"/>
                    <a:pt x="0" y="5406"/>
                  </a:cubicBezTo>
                  <a:cubicBezTo>
                    <a:pt x="1015" y="4551"/>
                    <a:pt x="1633" y="3012"/>
                    <a:pt x="2206" y="1837"/>
                  </a:cubicBezTo>
                  <a:cubicBezTo>
                    <a:pt x="2418" y="1401"/>
                    <a:pt x="2636" y="936"/>
                    <a:pt x="2577" y="454"/>
                  </a:cubicBezTo>
                  <a:cubicBezTo>
                    <a:pt x="2551" y="253"/>
                    <a:pt x="2440" y="28"/>
                    <a:pt x="2239" y="2"/>
                  </a:cubicBezTo>
                  <a:cubicBezTo>
                    <a:pt x="2227" y="1"/>
                    <a:pt x="2216"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20"/>
            <p:cNvSpPr/>
            <p:nvPr/>
          </p:nvSpPr>
          <p:spPr>
            <a:xfrm>
              <a:off x="5386190" y="3237344"/>
              <a:ext cx="108340" cy="304308"/>
            </a:xfrm>
            <a:custGeom>
              <a:rect b="b" l="l" r="r" t="t"/>
              <a:pathLst>
                <a:path extrusionOk="0" h="5230" w="1862">
                  <a:moveTo>
                    <a:pt x="227" y="0"/>
                  </a:moveTo>
                  <a:cubicBezTo>
                    <a:pt x="189" y="0"/>
                    <a:pt x="151" y="11"/>
                    <a:pt x="115" y="37"/>
                  </a:cubicBezTo>
                  <a:cubicBezTo>
                    <a:pt x="7" y="115"/>
                    <a:pt x="1" y="268"/>
                    <a:pt x="10" y="401"/>
                  </a:cubicBezTo>
                  <a:cubicBezTo>
                    <a:pt x="76" y="1276"/>
                    <a:pt x="303" y="2139"/>
                    <a:pt x="684" y="2929"/>
                  </a:cubicBezTo>
                  <a:cubicBezTo>
                    <a:pt x="1052" y="3700"/>
                    <a:pt x="1540" y="4406"/>
                    <a:pt x="1793" y="5229"/>
                  </a:cubicBezTo>
                  <a:cubicBezTo>
                    <a:pt x="1862" y="3658"/>
                    <a:pt x="1426" y="1673"/>
                    <a:pt x="606" y="294"/>
                  </a:cubicBezTo>
                  <a:cubicBezTo>
                    <a:pt x="521" y="153"/>
                    <a:pt x="370"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20"/>
            <p:cNvSpPr/>
            <p:nvPr/>
          </p:nvSpPr>
          <p:spPr>
            <a:xfrm>
              <a:off x="5517570" y="3454313"/>
              <a:ext cx="171180" cy="341022"/>
            </a:xfrm>
            <a:custGeom>
              <a:rect b="b" l="l" r="r" t="t"/>
              <a:pathLst>
                <a:path extrusionOk="0" h="5861" w="2942">
                  <a:moveTo>
                    <a:pt x="2584" y="1"/>
                  </a:moveTo>
                  <a:cubicBezTo>
                    <a:pt x="2462" y="1"/>
                    <a:pt x="2324" y="94"/>
                    <a:pt x="2229" y="189"/>
                  </a:cubicBezTo>
                  <a:cubicBezTo>
                    <a:pt x="1230" y="1201"/>
                    <a:pt x="843" y="2652"/>
                    <a:pt x="492" y="4032"/>
                  </a:cubicBezTo>
                  <a:cubicBezTo>
                    <a:pt x="362" y="4552"/>
                    <a:pt x="1" y="5333"/>
                    <a:pt x="134" y="5860"/>
                  </a:cubicBezTo>
                  <a:cubicBezTo>
                    <a:pt x="674" y="4900"/>
                    <a:pt x="1146" y="3921"/>
                    <a:pt x="1784" y="3017"/>
                  </a:cubicBezTo>
                  <a:cubicBezTo>
                    <a:pt x="2076" y="2597"/>
                    <a:pt x="2392" y="2187"/>
                    <a:pt x="2610" y="1722"/>
                  </a:cubicBezTo>
                  <a:cubicBezTo>
                    <a:pt x="2828" y="1260"/>
                    <a:pt x="2942" y="726"/>
                    <a:pt x="2812" y="232"/>
                  </a:cubicBezTo>
                  <a:cubicBezTo>
                    <a:pt x="2795" y="166"/>
                    <a:pt x="2773" y="98"/>
                    <a:pt x="2721" y="53"/>
                  </a:cubicBezTo>
                  <a:cubicBezTo>
                    <a:pt x="2680" y="16"/>
                    <a:pt x="2634"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20"/>
            <p:cNvSpPr/>
            <p:nvPr/>
          </p:nvSpPr>
          <p:spPr>
            <a:xfrm>
              <a:off x="5393404" y="3806152"/>
              <a:ext cx="97169" cy="304133"/>
            </a:xfrm>
            <a:custGeom>
              <a:rect b="b" l="l" r="r" t="t"/>
              <a:pathLst>
                <a:path extrusionOk="0" h="5227" w="1670">
                  <a:moveTo>
                    <a:pt x="481" y="0"/>
                  </a:moveTo>
                  <a:cubicBezTo>
                    <a:pt x="409" y="0"/>
                    <a:pt x="338" y="17"/>
                    <a:pt x="274" y="54"/>
                  </a:cubicBezTo>
                  <a:cubicBezTo>
                    <a:pt x="36" y="187"/>
                    <a:pt x="0" y="509"/>
                    <a:pt x="7" y="783"/>
                  </a:cubicBezTo>
                  <a:cubicBezTo>
                    <a:pt x="36" y="1882"/>
                    <a:pt x="361" y="2972"/>
                    <a:pt x="934" y="3913"/>
                  </a:cubicBezTo>
                  <a:cubicBezTo>
                    <a:pt x="1156" y="4275"/>
                    <a:pt x="1411" y="4618"/>
                    <a:pt x="1583" y="5006"/>
                  </a:cubicBezTo>
                  <a:lnTo>
                    <a:pt x="1583" y="5006"/>
                  </a:lnTo>
                  <a:cubicBezTo>
                    <a:pt x="1115" y="3667"/>
                    <a:pt x="1548" y="2132"/>
                    <a:pt x="1181" y="760"/>
                  </a:cubicBezTo>
                  <a:cubicBezTo>
                    <a:pt x="1123" y="542"/>
                    <a:pt x="1045" y="324"/>
                    <a:pt x="882" y="171"/>
                  </a:cubicBezTo>
                  <a:cubicBezTo>
                    <a:pt x="776" y="67"/>
                    <a:pt x="626" y="0"/>
                    <a:pt x="481" y="0"/>
                  </a:cubicBezTo>
                  <a:close/>
                  <a:moveTo>
                    <a:pt x="1583" y="5006"/>
                  </a:moveTo>
                  <a:cubicBezTo>
                    <a:pt x="1609" y="5080"/>
                    <a:pt x="1638" y="5154"/>
                    <a:pt x="1669" y="5227"/>
                  </a:cubicBezTo>
                  <a:cubicBezTo>
                    <a:pt x="1644" y="5152"/>
                    <a:pt x="1615" y="5078"/>
                    <a:pt x="1583" y="50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20"/>
            <p:cNvSpPr/>
            <p:nvPr/>
          </p:nvSpPr>
          <p:spPr>
            <a:xfrm>
              <a:off x="5486557" y="3058835"/>
              <a:ext cx="34504" cy="1284259"/>
            </a:xfrm>
            <a:custGeom>
              <a:rect b="b" l="l" r="r" t="t"/>
              <a:pathLst>
                <a:path extrusionOk="0" h="22072" w="593">
                  <a:moveTo>
                    <a:pt x="342" y="0"/>
                  </a:moveTo>
                  <a:cubicBezTo>
                    <a:pt x="322" y="0"/>
                    <a:pt x="303" y="12"/>
                    <a:pt x="296" y="40"/>
                  </a:cubicBezTo>
                  <a:cubicBezTo>
                    <a:pt x="94" y="873"/>
                    <a:pt x="137" y="1810"/>
                    <a:pt x="101" y="2666"/>
                  </a:cubicBezTo>
                  <a:cubicBezTo>
                    <a:pt x="59" y="3603"/>
                    <a:pt x="33" y="4540"/>
                    <a:pt x="23" y="5480"/>
                  </a:cubicBezTo>
                  <a:cubicBezTo>
                    <a:pt x="0" y="7344"/>
                    <a:pt x="16" y="9212"/>
                    <a:pt x="33" y="11076"/>
                  </a:cubicBezTo>
                  <a:cubicBezTo>
                    <a:pt x="46" y="12921"/>
                    <a:pt x="55" y="14765"/>
                    <a:pt x="72" y="16610"/>
                  </a:cubicBezTo>
                  <a:cubicBezTo>
                    <a:pt x="81" y="17534"/>
                    <a:pt x="120" y="18455"/>
                    <a:pt x="137" y="19379"/>
                  </a:cubicBezTo>
                  <a:cubicBezTo>
                    <a:pt x="153" y="20241"/>
                    <a:pt x="107" y="21133"/>
                    <a:pt x="238" y="21985"/>
                  </a:cubicBezTo>
                  <a:cubicBezTo>
                    <a:pt x="247" y="22046"/>
                    <a:pt x="287" y="22072"/>
                    <a:pt x="331" y="22072"/>
                  </a:cubicBezTo>
                  <a:cubicBezTo>
                    <a:pt x="392" y="22072"/>
                    <a:pt x="462" y="22022"/>
                    <a:pt x="472" y="21952"/>
                  </a:cubicBezTo>
                  <a:cubicBezTo>
                    <a:pt x="592" y="21048"/>
                    <a:pt x="517" y="20095"/>
                    <a:pt x="514" y="19184"/>
                  </a:cubicBezTo>
                  <a:cubicBezTo>
                    <a:pt x="514" y="18256"/>
                    <a:pt x="534" y="17336"/>
                    <a:pt x="524" y="16412"/>
                  </a:cubicBezTo>
                  <a:cubicBezTo>
                    <a:pt x="501" y="14632"/>
                    <a:pt x="475" y="12852"/>
                    <a:pt x="456" y="11076"/>
                  </a:cubicBezTo>
                  <a:cubicBezTo>
                    <a:pt x="433" y="9277"/>
                    <a:pt x="397" y="7481"/>
                    <a:pt x="381" y="5682"/>
                  </a:cubicBezTo>
                  <a:cubicBezTo>
                    <a:pt x="371" y="4741"/>
                    <a:pt x="364" y="3804"/>
                    <a:pt x="371" y="2864"/>
                  </a:cubicBezTo>
                  <a:cubicBezTo>
                    <a:pt x="374" y="1943"/>
                    <a:pt x="508" y="967"/>
                    <a:pt x="400" y="53"/>
                  </a:cubicBezTo>
                  <a:cubicBezTo>
                    <a:pt x="397" y="21"/>
                    <a:pt x="368" y="0"/>
                    <a:pt x="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20"/>
            <p:cNvSpPr/>
            <p:nvPr/>
          </p:nvSpPr>
          <p:spPr>
            <a:xfrm>
              <a:off x="5499591" y="3190796"/>
              <a:ext cx="41777" cy="108515"/>
            </a:xfrm>
            <a:custGeom>
              <a:rect b="b" l="l" r="r" t="t"/>
              <a:pathLst>
                <a:path extrusionOk="0" h="1865" w="718">
                  <a:moveTo>
                    <a:pt x="624" y="1"/>
                  </a:moveTo>
                  <a:cubicBezTo>
                    <a:pt x="607" y="1"/>
                    <a:pt x="589" y="8"/>
                    <a:pt x="573" y="27"/>
                  </a:cubicBezTo>
                  <a:cubicBezTo>
                    <a:pt x="180" y="502"/>
                    <a:pt x="1" y="1218"/>
                    <a:pt x="36" y="1826"/>
                  </a:cubicBezTo>
                  <a:cubicBezTo>
                    <a:pt x="38" y="1850"/>
                    <a:pt x="61" y="1864"/>
                    <a:pt x="81" y="1864"/>
                  </a:cubicBezTo>
                  <a:cubicBezTo>
                    <a:pt x="97" y="1864"/>
                    <a:pt x="112" y="1856"/>
                    <a:pt x="114" y="1836"/>
                  </a:cubicBezTo>
                  <a:cubicBezTo>
                    <a:pt x="163" y="1553"/>
                    <a:pt x="215" y="1270"/>
                    <a:pt x="306" y="996"/>
                  </a:cubicBezTo>
                  <a:cubicBezTo>
                    <a:pt x="407" y="687"/>
                    <a:pt x="563" y="414"/>
                    <a:pt x="694" y="118"/>
                  </a:cubicBezTo>
                  <a:cubicBezTo>
                    <a:pt x="718" y="65"/>
                    <a:pt x="674" y="1"/>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20"/>
            <p:cNvSpPr/>
            <p:nvPr/>
          </p:nvSpPr>
          <p:spPr>
            <a:xfrm>
              <a:off x="5493132" y="3757743"/>
              <a:ext cx="49225" cy="102056"/>
            </a:xfrm>
            <a:custGeom>
              <a:rect b="b" l="l" r="r" t="t"/>
              <a:pathLst>
                <a:path extrusionOk="0" h="1754" w="846">
                  <a:moveTo>
                    <a:pt x="727" y="1"/>
                  </a:moveTo>
                  <a:cubicBezTo>
                    <a:pt x="711" y="1"/>
                    <a:pt x="694" y="6"/>
                    <a:pt x="678" y="17"/>
                  </a:cubicBezTo>
                  <a:cubicBezTo>
                    <a:pt x="203" y="339"/>
                    <a:pt x="1" y="1140"/>
                    <a:pt x="99" y="1680"/>
                  </a:cubicBezTo>
                  <a:cubicBezTo>
                    <a:pt x="108" y="1731"/>
                    <a:pt x="148" y="1753"/>
                    <a:pt x="189" y="1753"/>
                  </a:cubicBezTo>
                  <a:cubicBezTo>
                    <a:pt x="244" y="1753"/>
                    <a:pt x="302" y="1715"/>
                    <a:pt x="304" y="1650"/>
                  </a:cubicBezTo>
                  <a:cubicBezTo>
                    <a:pt x="313" y="1374"/>
                    <a:pt x="320" y="1114"/>
                    <a:pt x="414" y="850"/>
                  </a:cubicBezTo>
                  <a:cubicBezTo>
                    <a:pt x="505" y="587"/>
                    <a:pt x="681" y="391"/>
                    <a:pt x="811" y="151"/>
                  </a:cubicBezTo>
                  <a:cubicBezTo>
                    <a:pt x="845" y="85"/>
                    <a:pt x="793" y="1"/>
                    <a:pt x="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20"/>
            <p:cNvSpPr/>
            <p:nvPr/>
          </p:nvSpPr>
          <p:spPr>
            <a:xfrm>
              <a:off x="5461015" y="4044475"/>
              <a:ext cx="49050" cy="123061"/>
            </a:xfrm>
            <a:custGeom>
              <a:rect b="b" l="l" r="r" t="t"/>
              <a:pathLst>
                <a:path extrusionOk="0" h="2115" w="843">
                  <a:moveTo>
                    <a:pt x="119" y="1"/>
                  </a:moveTo>
                  <a:cubicBezTo>
                    <a:pt x="57" y="1"/>
                    <a:pt x="0" y="49"/>
                    <a:pt x="19" y="129"/>
                  </a:cubicBezTo>
                  <a:cubicBezTo>
                    <a:pt x="110" y="477"/>
                    <a:pt x="286" y="806"/>
                    <a:pt x="387" y="1154"/>
                  </a:cubicBezTo>
                  <a:cubicBezTo>
                    <a:pt x="478" y="1460"/>
                    <a:pt x="501" y="1804"/>
                    <a:pt x="657" y="2084"/>
                  </a:cubicBezTo>
                  <a:cubicBezTo>
                    <a:pt x="669" y="2104"/>
                    <a:pt x="690" y="2114"/>
                    <a:pt x="712" y="2114"/>
                  </a:cubicBezTo>
                  <a:cubicBezTo>
                    <a:pt x="739" y="2114"/>
                    <a:pt x="766" y="2099"/>
                    <a:pt x="771" y="2068"/>
                  </a:cubicBezTo>
                  <a:cubicBezTo>
                    <a:pt x="843" y="1749"/>
                    <a:pt x="729" y="1391"/>
                    <a:pt x="641" y="1082"/>
                  </a:cubicBezTo>
                  <a:cubicBezTo>
                    <a:pt x="540" y="737"/>
                    <a:pt x="426" y="340"/>
                    <a:pt x="211" y="48"/>
                  </a:cubicBezTo>
                  <a:cubicBezTo>
                    <a:pt x="187" y="15"/>
                    <a:pt x="152"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20"/>
            <p:cNvSpPr/>
            <p:nvPr/>
          </p:nvSpPr>
          <p:spPr>
            <a:xfrm>
              <a:off x="5389797" y="4249574"/>
              <a:ext cx="1222" cy="815"/>
            </a:xfrm>
            <a:custGeom>
              <a:rect b="b" l="l" r="r" t="t"/>
              <a:pathLst>
                <a:path extrusionOk="0" h="14" w="21">
                  <a:moveTo>
                    <a:pt x="10" y="1"/>
                  </a:moveTo>
                  <a:cubicBezTo>
                    <a:pt x="1" y="1"/>
                    <a:pt x="1" y="14"/>
                    <a:pt x="10" y="14"/>
                  </a:cubicBezTo>
                  <a:cubicBezTo>
                    <a:pt x="20" y="14"/>
                    <a:pt x="2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20"/>
            <p:cNvSpPr/>
            <p:nvPr/>
          </p:nvSpPr>
          <p:spPr>
            <a:xfrm>
              <a:off x="5372749" y="4181673"/>
              <a:ext cx="16117" cy="37937"/>
            </a:xfrm>
            <a:custGeom>
              <a:rect b="b" l="l" r="r" t="t"/>
              <a:pathLst>
                <a:path extrusionOk="0" h="652" w="277">
                  <a:moveTo>
                    <a:pt x="32" y="1"/>
                  </a:moveTo>
                  <a:cubicBezTo>
                    <a:pt x="18" y="1"/>
                    <a:pt x="4" y="13"/>
                    <a:pt x="4" y="29"/>
                  </a:cubicBezTo>
                  <a:cubicBezTo>
                    <a:pt x="1" y="117"/>
                    <a:pt x="59" y="198"/>
                    <a:pt x="92" y="279"/>
                  </a:cubicBezTo>
                  <a:cubicBezTo>
                    <a:pt x="144" y="396"/>
                    <a:pt x="183" y="517"/>
                    <a:pt x="225" y="637"/>
                  </a:cubicBezTo>
                  <a:cubicBezTo>
                    <a:pt x="229" y="647"/>
                    <a:pt x="238" y="651"/>
                    <a:pt x="247" y="651"/>
                  </a:cubicBezTo>
                  <a:cubicBezTo>
                    <a:pt x="262" y="651"/>
                    <a:pt x="277" y="640"/>
                    <a:pt x="271" y="624"/>
                  </a:cubicBezTo>
                  <a:cubicBezTo>
                    <a:pt x="228" y="510"/>
                    <a:pt x="183" y="396"/>
                    <a:pt x="147" y="279"/>
                  </a:cubicBezTo>
                  <a:cubicBezTo>
                    <a:pt x="121" y="188"/>
                    <a:pt x="115" y="81"/>
                    <a:pt x="50" y="9"/>
                  </a:cubicBezTo>
                  <a:cubicBezTo>
                    <a:pt x="44" y="3"/>
                    <a:pt x="38" y="1"/>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20"/>
            <p:cNvSpPr/>
            <p:nvPr/>
          </p:nvSpPr>
          <p:spPr>
            <a:xfrm>
              <a:off x="5245733" y="3845427"/>
              <a:ext cx="157216" cy="517556"/>
            </a:xfrm>
            <a:custGeom>
              <a:rect b="b" l="l" r="r" t="t"/>
              <a:pathLst>
                <a:path extrusionOk="0" h="8895" w="2702">
                  <a:moveTo>
                    <a:pt x="384" y="1"/>
                  </a:moveTo>
                  <a:cubicBezTo>
                    <a:pt x="352" y="1"/>
                    <a:pt x="321" y="19"/>
                    <a:pt x="313" y="56"/>
                  </a:cubicBezTo>
                  <a:cubicBezTo>
                    <a:pt x="1" y="1429"/>
                    <a:pt x="739" y="2974"/>
                    <a:pt x="1370" y="4152"/>
                  </a:cubicBezTo>
                  <a:cubicBezTo>
                    <a:pt x="1758" y="4874"/>
                    <a:pt x="2089" y="5596"/>
                    <a:pt x="2259" y="6406"/>
                  </a:cubicBezTo>
                  <a:cubicBezTo>
                    <a:pt x="2343" y="6797"/>
                    <a:pt x="2392" y="7200"/>
                    <a:pt x="2379" y="7604"/>
                  </a:cubicBezTo>
                  <a:cubicBezTo>
                    <a:pt x="2369" y="8010"/>
                    <a:pt x="2259" y="8420"/>
                    <a:pt x="2291" y="8827"/>
                  </a:cubicBezTo>
                  <a:cubicBezTo>
                    <a:pt x="2293" y="8864"/>
                    <a:pt x="2331" y="8895"/>
                    <a:pt x="2365" y="8895"/>
                  </a:cubicBezTo>
                  <a:cubicBezTo>
                    <a:pt x="2385" y="8895"/>
                    <a:pt x="2404" y="8885"/>
                    <a:pt x="2415" y="8860"/>
                  </a:cubicBezTo>
                  <a:cubicBezTo>
                    <a:pt x="2701" y="8232"/>
                    <a:pt x="2587" y="7392"/>
                    <a:pt x="2512" y="6725"/>
                  </a:cubicBezTo>
                  <a:cubicBezTo>
                    <a:pt x="2441" y="6058"/>
                    <a:pt x="2268" y="5421"/>
                    <a:pt x="2002" y="4802"/>
                  </a:cubicBezTo>
                  <a:cubicBezTo>
                    <a:pt x="1679" y="4051"/>
                    <a:pt x="1269" y="3338"/>
                    <a:pt x="993" y="2567"/>
                  </a:cubicBezTo>
                  <a:cubicBezTo>
                    <a:pt x="697" y="1744"/>
                    <a:pt x="677" y="892"/>
                    <a:pt x="459" y="56"/>
                  </a:cubicBezTo>
                  <a:cubicBezTo>
                    <a:pt x="449" y="19"/>
                    <a:pt x="416" y="1"/>
                    <a:pt x="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20"/>
            <p:cNvSpPr/>
            <p:nvPr/>
          </p:nvSpPr>
          <p:spPr>
            <a:xfrm>
              <a:off x="5174167" y="2885271"/>
              <a:ext cx="8960" cy="18968"/>
            </a:xfrm>
            <a:custGeom>
              <a:rect b="b" l="l" r="r" t="t"/>
              <a:pathLst>
                <a:path extrusionOk="0" h="326" w="154">
                  <a:moveTo>
                    <a:pt x="77" y="1"/>
                  </a:moveTo>
                  <a:cubicBezTo>
                    <a:pt x="42" y="1"/>
                    <a:pt x="7" y="23"/>
                    <a:pt x="7" y="69"/>
                  </a:cubicBezTo>
                  <a:cubicBezTo>
                    <a:pt x="7" y="140"/>
                    <a:pt x="1" y="215"/>
                    <a:pt x="24" y="284"/>
                  </a:cubicBezTo>
                  <a:cubicBezTo>
                    <a:pt x="32" y="311"/>
                    <a:pt x="54" y="325"/>
                    <a:pt x="77" y="325"/>
                  </a:cubicBezTo>
                  <a:cubicBezTo>
                    <a:pt x="100" y="325"/>
                    <a:pt x="123" y="311"/>
                    <a:pt x="131" y="284"/>
                  </a:cubicBezTo>
                  <a:cubicBezTo>
                    <a:pt x="154" y="215"/>
                    <a:pt x="144" y="140"/>
                    <a:pt x="144" y="69"/>
                  </a:cubicBezTo>
                  <a:cubicBezTo>
                    <a:pt x="146" y="23"/>
                    <a:pt x="111" y="1"/>
                    <a:pt x="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20"/>
            <p:cNvSpPr/>
            <p:nvPr/>
          </p:nvSpPr>
          <p:spPr>
            <a:xfrm>
              <a:off x="5151824" y="2831626"/>
              <a:ext cx="120676" cy="1061760"/>
            </a:xfrm>
            <a:custGeom>
              <a:rect b="b" l="l" r="r" t="t"/>
              <a:pathLst>
                <a:path extrusionOk="0" h="18248" w="2074">
                  <a:moveTo>
                    <a:pt x="561" y="0"/>
                  </a:moveTo>
                  <a:cubicBezTo>
                    <a:pt x="544" y="0"/>
                    <a:pt x="528" y="10"/>
                    <a:pt x="525" y="31"/>
                  </a:cubicBezTo>
                  <a:cubicBezTo>
                    <a:pt x="1" y="3041"/>
                    <a:pt x="1247" y="5930"/>
                    <a:pt x="1387" y="8923"/>
                  </a:cubicBezTo>
                  <a:cubicBezTo>
                    <a:pt x="1462" y="10491"/>
                    <a:pt x="1507" y="12059"/>
                    <a:pt x="1579" y="13624"/>
                  </a:cubicBezTo>
                  <a:cubicBezTo>
                    <a:pt x="1650" y="15150"/>
                    <a:pt x="1647" y="16735"/>
                    <a:pt x="1911" y="18244"/>
                  </a:cubicBezTo>
                  <a:cubicBezTo>
                    <a:pt x="1912" y="18247"/>
                    <a:pt x="1914" y="18248"/>
                    <a:pt x="1916" y="18248"/>
                  </a:cubicBezTo>
                  <a:cubicBezTo>
                    <a:pt x="1920" y="18248"/>
                    <a:pt x="1924" y="18245"/>
                    <a:pt x="1924" y="18241"/>
                  </a:cubicBezTo>
                  <a:cubicBezTo>
                    <a:pt x="2073" y="16725"/>
                    <a:pt x="1946" y="15147"/>
                    <a:pt x="1901" y="13624"/>
                  </a:cubicBezTo>
                  <a:cubicBezTo>
                    <a:pt x="1852" y="12059"/>
                    <a:pt x="1836" y="10485"/>
                    <a:pt x="1702" y="8923"/>
                  </a:cubicBezTo>
                  <a:cubicBezTo>
                    <a:pt x="1449" y="5969"/>
                    <a:pt x="440" y="3021"/>
                    <a:pt x="606" y="41"/>
                  </a:cubicBezTo>
                  <a:cubicBezTo>
                    <a:pt x="606" y="15"/>
                    <a:pt x="583" y="0"/>
                    <a:pt x="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120"/>
          <p:cNvGrpSpPr/>
          <p:nvPr/>
        </p:nvGrpSpPr>
        <p:grpSpPr>
          <a:xfrm>
            <a:off x="6306109" y="2473448"/>
            <a:ext cx="1682045" cy="2018449"/>
            <a:chOff x="6207126" y="2571754"/>
            <a:chExt cx="1476125" cy="1771346"/>
          </a:xfrm>
        </p:grpSpPr>
        <p:sp>
          <p:nvSpPr>
            <p:cNvPr id="1890" name="Google Shape;1890;p120"/>
            <p:cNvSpPr/>
            <p:nvPr/>
          </p:nvSpPr>
          <p:spPr>
            <a:xfrm rot="-3078484">
              <a:off x="6452238" y="3695137"/>
              <a:ext cx="1471380" cy="90756"/>
            </a:xfrm>
            <a:custGeom>
              <a:rect b="b" l="l" r="r" t="t"/>
              <a:pathLst>
                <a:path extrusionOk="0" h="1570" w="25453">
                  <a:moveTo>
                    <a:pt x="301" y="0"/>
                  </a:moveTo>
                  <a:cubicBezTo>
                    <a:pt x="0" y="0"/>
                    <a:pt x="1" y="484"/>
                    <a:pt x="247" y="602"/>
                  </a:cubicBezTo>
                  <a:cubicBezTo>
                    <a:pt x="2063" y="1487"/>
                    <a:pt x="4087" y="1178"/>
                    <a:pt x="6026" y="1305"/>
                  </a:cubicBezTo>
                  <a:cubicBezTo>
                    <a:pt x="6661" y="1346"/>
                    <a:pt x="7303" y="1373"/>
                    <a:pt x="7944" y="1373"/>
                  </a:cubicBezTo>
                  <a:cubicBezTo>
                    <a:pt x="8426" y="1373"/>
                    <a:pt x="8907" y="1358"/>
                    <a:pt x="9383" y="1321"/>
                  </a:cubicBezTo>
                  <a:cubicBezTo>
                    <a:pt x="9685" y="1298"/>
                    <a:pt x="9981" y="1287"/>
                    <a:pt x="10275" y="1287"/>
                  </a:cubicBezTo>
                  <a:cubicBezTo>
                    <a:pt x="11101" y="1287"/>
                    <a:pt x="11905" y="1373"/>
                    <a:pt x="12747" y="1500"/>
                  </a:cubicBezTo>
                  <a:cubicBezTo>
                    <a:pt x="13074" y="1549"/>
                    <a:pt x="13398" y="1570"/>
                    <a:pt x="13720" y="1570"/>
                  </a:cubicBezTo>
                  <a:cubicBezTo>
                    <a:pt x="15243" y="1570"/>
                    <a:pt x="16720" y="1110"/>
                    <a:pt x="18246" y="1019"/>
                  </a:cubicBezTo>
                  <a:cubicBezTo>
                    <a:pt x="18864" y="981"/>
                    <a:pt x="19484" y="968"/>
                    <a:pt x="20104" y="968"/>
                  </a:cubicBezTo>
                  <a:cubicBezTo>
                    <a:pt x="21555" y="968"/>
                    <a:pt x="23008" y="1040"/>
                    <a:pt x="24457" y="1040"/>
                  </a:cubicBezTo>
                  <a:cubicBezTo>
                    <a:pt x="24672" y="1040"/>
                    <a:pt x="24886" y="1039"/>
                    <a:pt x="25101" y="1035"/>
                  </a:cubicBezTo>
                  <a:cubicBezTo>
                    <a:pt x="25452" y="1029"/>
                    <a:pt x="25452" y="394"/>
                    <a:pt x="25101" y="388"/>
                  </a:cubicBezTo>
                  <a:cubicBezTo>
                    <a:pt x="24152" y="371"/>
                    <a:pt x="23200" y="363"/>
                    <a:pt x="22247" y="363"/>
                  </a:cubicBezTo>
                  <a:cubicBezTo>
                    <a:pt x="20912" y="363"/>
                    <a:pt x="19575" y="379"/>
                    <a:pt x="18246" y="414"/>
                  </a:cubicBezTo>
                  <a:cubicBezTo>
                    <a:pt x="17075" y="445"/>
                    <a:pt x="15852" y="564"/>
                    <a:pt x="14645" y="564"/>
                  </a:cubicBezTo>
                  <a:cubicBezTo>
                    <a:pt x="13947" y="564"/>
                    <a:pt x="13255" y="524"/>
                    <a:pt x="12582" y="404"/>
                  </a:cubicBezTo>
                  <a:cubicBezTo>
                    <a:pt x="11784" y="263"/>
                    <a:pt x="10987" y="229"/>
                    <a:pt x="10189" y="229"/>
                  </a:cubicBezTo>
                  <a:cubicBezTo>
                    <a:pt x="9426" y="229"/>
                    <a:pt x="8662" y="260"/>
                    <a:pt x="7896" y="260"/>
                  </a:cubicBezTo>
                  <a:cubicBezTo>
                    <a:pt x="7372" y="260"/>
                    <a:pt x="6847" y="245"/>
                    <a:pt x="6322" y="196"/>
                  </a:cubicBezTo>
                  <a:cubicBezTo>
                    <a:pt x="4314" y="7"/>
                    <a:pt x="2320" y="114"/>
                    <a:pt x="316" y="0"/>
                  </a:cubicBezTo>
                  <a:cubicBezTo>
                    <a:pt x="311" y="0"/>
                    <a:pt x="306"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20"/>
            <p:cNvSpPr/>
            <p:nvPr/>
          </p:nvSpPr>
          <p:spPr>
            <a:xfrm rot="-3078484">
              <a:off x="6381960" y="3578104"/>
              <a:ext cx="1470744" cy="108733"/>
            </a:xfrm>
            <a:custGeom>
              <a:rect b="b" l="l" r="r" t="t"/>
              <a:pathLst>
                <a:path extrusionOk="0" h="1881" w="25442">
                  <a:moveTo>
                    <a:pt x="3069" y="1"/>
                  </a:moveTo>
                  <a:cubicBezTo>
                    <a:pt x="2044" y="1"/>
                    <a:pt x="1028" y="104"/>
                    <a:pt x="100" y="462"/>
                  </a:cubicBezTo>
                  <a:cubicBezTo>
                    <a:pt x="0" y="497"/>
                    <a:pt x="11" y="683"/>
                    <a:pt x="120" y="683"/>
                  </a:cubicBezTo>
                  <a:cubicBezTo>
                    <a:pt x="122" y="683"/>
                    <a:pt x="124" y="683"/>
                    <a:pt x="126" y="683"/>
                  </a:cubicBezTo>
                  <a:cubicBezTo>
                    <a:pt x="230" y="678"/>
                    <a:pt x="335" y="676"/>
                    <a:pt x="441" y="676"/>
                  </a:cubicBezTo>
                  <a:cubicBezTo>
                    <a:pt x="1411" y="676"/>
                    <a:pt x="2401" y="860"/>
                    <a:pt x="3376" y="865"/>
                  </a:cubicBezTo>
                  <a:cubicBezTo>
                    <a:pt x="4489" y="875"/>
                    <a:pt x="5591" y="986"/>
                    <a:pt x="6701" y="999"/>
                  </a:cubicBezTo>
                  <a:cubicBezTo>
                    <a:pt x="7257" y="1005"/>
                    <a:pt x="7814" y="1006"/>
                    <a:pt x="8370" y="1006"/>
                  </a:cubicBezTo>
                  <a:cubicBezTo>
                    <a:pt x="8555" y="1006"/>
                    <a:pt x="8741" y="1006"/>
                    <a:pt x="8926" y="1006"/>
                  </a:cubicBezTo>
                  <a:cubicBezTo>
                    <a:pt x="9297" y="1006"/>
                    <a:pt x="9668" y="1006"/>
                    <a:pt x="10039" y="1009"/>
                  </a:cubicBezTo>
                  <a:cubicBezTo>
                    <a:pt x="11155" y="1018"/>
                    <a:pt x="12232" y="1240"/>
                    <a:pt x="13345" y="1314"/>
                  </a:cubicBezTo>
                  <a:cubicBezTo>
                    <a:pt x="14168" y="1372"/>
                    <a:pt x="14997" y="1390"/>
                    <a:pt x="15827" y="1390"/>
                  </a:cubicBezTo>
                  <a:cubicBezTo>
                    <a:pt x="17166" y="1390"/>
                    <a:pt x="18509" y="1344"/>
                    <a:pt x="19840" y="1344"/>
                  </a:cubicBezTo>
                  <a:cubicBezTo>
                    <a:pt x="19868" y="1344"/>
                    <a:pt x="19895" y="1344"/>
                    <a:pt x="19923" y="1344"/>
                  </a:cubicBezTo>
                  <a:cubicBezTo>
                    <a:pt x="20308" y="1344"/>
                    <a:pt x="20720" y="1296"/>
                    <a:pt x="21116" y="1296"/>
                  </a:cubicBezTo>
                  <a:cubicBezTo>
                    <a:pt x="21256" y="1296"/>
                    <a:pt x="21393" y="1302"/>
                    <a:pt x="21527" y="1318"/>
                  </a:cubicBezTo>
                  <a:cubicBezTo>
                    <a:pt x="21927" y="1366"/>
                    <a:pt x="22328" y="1506"/>
                    <a:pt x="22728" y="1571"/>
                  </a:cubicBezTo>
                  <a:cubicBezTo>
                    <a:pt x="23171" y="1642"/>
                    <a:pt x="23772" y="1881"/>
                    <a:pt x="24306" y="1881"/>
                  </a:cubicBezTo>
                  <a:cubicBezTo>
                    <a:pt x="24556" y="1881"/>
                    <a:pt x="24792" y="1828"/>
                    <a:pt x="24989" y="1682"/>
                  </a:cubicBezTo>
                  <a:cubicBezTo>
                    <a:pt x="25442" y="1346"/>
                    <a:pt x="25151" y="564"/>
                    <a:pt x="24744" y="564"/>
                  </a:cubicBezTo>
                  <a:cubicBezTo>
                    <a:pt x="24662" y="564"/>
                    <a:pt x="24577" y="595"/>
                    <a:pt x="24491" y="667"/>
                  </a:cubicBezTo>
                  <a:cubicBezTo>
                    <a:pt x="24413" y="733"/>
                    <a:pt x="24305" y="757"/>
                    <a:pt x="24182" y="757"/>
                  </a:cubicBezTo>
                  <a:cubicBezTo>
                    <a:pt x="23860" y="757"/>
                    <a:pt x="23439" y="591"/>
                    <a:pt x="23206" y="569"/>
                  </a:cubicBezTo>
                  <a:cubicBezTo>
                    <a:pt x="22780" y="527"/>
                    <a:pt x="22360" y="511"/>
                    <a:pt x="21937" y="439"/>
                  </a:cubicBezTo>
                  <a:cubicBezTo>
                    <a:pt x="21570" y="376"/>
                    <a:pt x="21192" y="357"/>
                    <a:pt x="20811" y="357"/>
                  </a:cubicBezTo>
                  <a:cubicBezTo>
                    <a:pt x="20232" y="357"/>
                    <a:pt x="19645" y="401"/>
                    <a:pt x="19077" y="403"/>
                  </a:cubicBezTo>
                  <a:cubicBezTo>
                    <a:pt x="17842" y="405"/>
                    <a:pt x="16596" y="452"/>
                    <a:pt x="15353" y="452"/>
                  </a:cubicBezTo>
                  <a:cubicBezTo>
                    <a:pt x="14458" y="452"/>
                    <a:pt x="13564" y="428"/>
                    <a:pt x="12678" y="345"/>
                  </a:cubicBezTo>
                  <a:cubicBezTo>
                    <a:pt x="11677" y="250"/>
                    <a:pt x="10729" y="136"/>
                    <a:pt x="9725" y="136"/>
                  </a:cubicBezTo>
                  <a:cubicBezTo>
                    <a:pt x="9697" y="136"/>
                    <a:pt x="9670" y="136"/>
                    <a:pt x="9642" y="137"/>
                  </a:cubicBezTo>
                  <a:cubicBezTo>
                    <a:pt x="8795" y="139"/>
                    <a:pt x="7941" y="185"/>
                    <a:pt x="7091" y="185"/>
                  </a:cubicBezTo>
                  <a:cubicBezTo>
                    <a:pt x="6763" y="185"/>
                    <a:pt x="6435" y="178"/>
                    <a:pt x="6109" y="159"/>
                  </a:cubicBezTo>
                  <a:cubicBezTo>
                    <a:pt x="5142" y="106"/>
                    <a:pt x="4101" y="1"/>
                    <a:pt x="30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20"/>
            <p:cNvSpPr/>
            <p:nvPr/>
          </p:nvSpPr>
          <p:spPr>
            <a:xfrm rot="-3078484">
              <a:off x="6214998" y="3468644"/>
              <a:ext cx="1582949" cy="130469"/>
            </a:xfrm>
            <a:custGeom>
              <a:rect b="b" l="l" r="r" t="t"/>
              <a:pathLst>
                <a:path extrusionOk="0" h="2257" w="27383">
                  <a:moveTo>
                    <a:pt x="16574" y="0"/>
                  </a:moveTo>
                  <a:cubicBezTo>
                    <a:pt x="15840" y="0"/>
                    <a:pt x="15105" y="29"/>
                    <a:pt x="14375" y="31"/>
                  </a:cubicBezTo>
                  <a:cubicBezTo>
                    <a:pt x="11990" y="41"/>
                    <a:pt x="9657" y="382"/>
                    <a:pt x="7282" y="532"/>
                  </a:cubicBezTo>
                  <a:cubicBezTo>
                    <a:pt x="6926" y="554"/>
                    <a:pt x="6570" y="561"/>
                    <a:pt x="6214" y="561"/>
                  </a:cubicBezTo>
                  <a:cubicBezTo>
                    <a:pt x="5724" y="561"/>
                    <a:pt x="5233" y="549"/>
                    <a:pt x="4743" y="549"/>
                  </a:cubicBezTo>
                  <a:cubicBezTo>
                    <a:pt x="4492" y="549"/>
                    <a:pt x="4240" y="552"/>
                    <a:pt x="3989" y="561"/>
                  </a:cubicBezTo>
                  <a:cubicBezTo>
                    <a:pt x="2763" y="610"/>
                    <a:pt x="1578" y="984"/>
                    <a:pt x="368" y="1176"/>
                  </a:cubicBezTo>
                  <a:cubicBezTo>
                    <a:pt x="14" y="1232"/>
                    <a:pt x="1" y="1801"/>
                    <a:pt x="368" y="1840"/>
                  </a:cubicBezTo>
                  <a:cubicBezTo>
                    <a:pt x="575" y="1862"/>
                    <a:pt x="780" y="1872"/>
                    <a:pt x="985" y="1872"/>
                  </a:cubicBezTo>
                  <a:cubicBezTo>
                    <a:pt x="1944" y="1872"/>
                    <a:pt x="2884" y="1667"/>
                    <a:pt x="3849" y="1635"/>
                  </a:cubicBezTo>
                  <a:cubicBezTo>
                    <a:pt x="4066" y="1628"/>
                    <a:pt x="4283" y="1625"/>
                    <a:pt x="4500" y="1625"/>
                  </a:cubicBezTo>
                  <a:cubicBezTo>
                    <a:pt x="5107" y="1625"/>
                    <a:pt x="5714" y="1646"/>
                    <a:pt x="6321" y="1646"/>
                  </a:cubicBezTo>
                  <a:cubicBezTo>
                    <a:pt x="6641" y="1646"/>
                    <a:pt x="6962" y="1640"/>
                    <a:pt x="7282" y="1622"/>
                  </a:cubicBezTo>
                  <a:cubicBezTo>
                    <a:pt x="9622" y="1487"/>
                    <a:pt x="11921" y="1170"/>
                    <a:pt x="14269" y="1170"/>
                  </a:cubicBezTo>
                  <a:cubicBezTo>
                    <a:pt x="14304" y="1170"/>
                    <a:pt x="14339" y="1170"/>
                    <a:pt x="14375" y="1170"/>
                  </a:cubicBezTo>
                  <a:cubicBezTo>
                    <a:pt x="14404" y="1170"/>
                    <a:pt x="14434" y="1170"/>
                    <a:pt x="14464" y="1170"/>
                  </a:cubicBezTo>
                  <a:cubicBezTo>
                    <a:pt x="15097" y="1170"/>
                    <a:pt x="15735" y="1152"/>
                    <a:pt x="16371" y="1152"/>
                  </a:cubicBezTo>
                  <a:cubicBezTo>
                    <a:pt x="16853" y="1152"/>
                    <a:pt x="17335" y="1162"/>
                    <a:pt x="17814" y="1199"/>
                  </a:cubicBezTo>
                  <a:cubicBezTo>
                    <a:pt x="18796" y="1274"/>
                    <a:pt x="19756" y="1550"/>
                    <a:pt x="20738" y="1603"/>
                  </a:cubicBezTo>
                  <a:cubicBezTo>
                    <a:pt x="21688" y="1651"/>
                    <a:pt x="22625" y="1811"/>
                    <a:pt x="23569" y="1905"/>
                  </a:cubicBezTo>
                  <a:cubicBezTo>
                    <a:pt x="24579" y="2007"/>
                    <a:pt x="25594" y="2257"/>
                    <a:pt x="26607" y="2257"/>
                  </a:cubicBezTo>
                  <a:cubicBezTo>
                    <a:pt x="26632" y="2257"/>
                    <a:pt x="26657" y="2257"/>
                    <a:pt x="26683" y="2256"/>
                  </a:cubicBezTo>
                  <a:cubicBezTo>
                    <a:pt x="27373" y="2247"/>
                    <a:pt x="27382" y="960"/>
                    <a:pt x="26720" y="960"/>
                  </a:cubicBezTo>
                  <a:cubicBezTo>
                    <a:pt x="26708" y="960"/>
                    <a:pt x="26695" y="961"/>
                    <a:pt x="26683" y="962"/>
                  </a:cubicBezTo>
                  <a:cubicBezTo>
                    <a:pt x="26492" y="975"/>
                    <a:pt x="26300" y="980"/>
                    <a:pt x="26109" y="980"/>
                  </a:cubicBezTo>
                  <a:cubicBezTo>
                    <a:pt x="24326" y="980"/>
                    <a:pt x="22522" y="472"/>
                    <a:pt x="20738" y="425"/>
                  </a:cubicBezTo>
                  <a:cubicBezTo>
                    <a:pt x="19759" y="399"/>
                    <a:pt x="18796" y="106"/>
                    <a:pt x="17814" y="38"/>
                  </a:cubicBezTo>
                  <a:cubicBezTo>
                    <a:pt x="17402" y="9"/>
                    <a:pt x="16988" y="0"/>
                    <a:pt x="16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20"/>
            <p:cNvSpPr/>
            <p:nvPr/>
          </p:nvSpPr>
          <p:spPr>
            <a:xfrm rot="-3078484">
              <a:off x="6155504" y="3380770"/>
              <a:ext cx="1535547" cy="77576"/>
            </a:xfrm>
            <a:custGeom>
              <a:rect b="b" l="l" r="r" t="t"/>
              <a:pathLst>
                <a:path extrusionOk="0" h="1342" w="26563">
                  <a:moveTo>
                    <a:pt x="14004" y="0"/>
                  </a:moveTo>
                  <a:cubicBezTo>
                    <a:pt x="13784" y="0"/>
                    <a:pt x="13564" y="1"/>
                    <a:pt x="13343" y="4"/>
                  </a:cubicBezTo>
                  <a:cubicBezTo>
                    <a:pt x="11238" y="23"/>
                    <a:pt x="9130" y="14"/>
                    <a:pt x="7028" y="111"/>
                  </a:cubicBezTo>
                  <a:cubicBezTo>
                    <a:pt x="4735" y="215"/>
                    <a:pt x="2447" y="515"/>
                    <a:pt x="163" y="641"/>
                  </a:cubicBezTo>
                  <a:cubicBezTo>
                    <a:pt x="1" y="651"/>
                    <a:pt x="1" y="931"/>
                    <a:pt x="163" y="941"/>
                  </a:cubicBezTo>
                  <a:cubicBezTo>
                    <a:pt x="1236" y="992"/>
                    <a:pt x="2293" y="1095"/>
                    <a:pt x="3369" y="1095"/>
                  </a:cubicBezTo>
                  <a:cubicBezTo>
                    <a:pt x="3444" y="1095"/>
                    <a:pt x="3520" y="1095"/>
                    <a:pt x="3596" y="1094"/>
                  </a:cubicBezTo>
                  <a:cubicBezTo>
                    <a:pt x="4689" y="1081"/>
                    <a:pt x="5779" y="1009"/>
                    <a:pt x="6872" y="977"/>
                  </a:cubicBezTo>
                  <a:cubicBezTo>
                    <a:pt x="7715" y="951"/>
                    <a:pt x="8557" y="943"/>
                    <a:pt x="9400" y="943"/>
                  </a:cubicBezTo>
                  <a:cubicBezTo>
                    <a:pt x="10714" y="943"/>
                    <a:pt x="12029" y="963"/>
                    <a:pt x="13343" y="973"/>
                  </a:cubicBezTo>
                  <a:cubicBezTo>
                    <a:pt x="15400" y="990"/>
                    <a:pt x="17440" y="1100"/>
                    <a:pt x="19496" y="1100"/>
                  </a:cubicBezTo>
                  <a:cubicBezTo>
                    <a:pt x="20621" y="1100"/>
                    <a:pt x="21750" y="1103"/>
                    <a:pt x="22876" y="1103"/>
                  </a:cubicBezTo>
                  <a:cubicBezTo>
                    <a:pt x="23199" y="1103"/>
                    <a:pt x="23524" y="1093"/>
                    <a:pt x="23849" y="1093"/>
                  </a:cubicBezTo>
                  <a:cubicBezTo>
                    <a:pt x="24032" y="1093"/>
                    <a:pt x="24214" y="1096"/>
                    <a:pt x="24396" y="1107"/>
                  </a:cubicBezTo>
                  <a:cubicBezTo>
                    <a:pt x="24926" y="1136"/>
                    <a:pt x="25437" y="1308"/>
                    <a:pt x="25967" y="1341"/>
                  </a:cubicBezTo>
                  <a:cubicBezTo>
                    <a:pt x="25977" y="1342"/>
                    <a:pt x="25987" y="1342"/>
                    <a:pt x="25997" y="1342"/>
                  </a:cubicBezTo>
                  <a:cubicBezTo>
                    <a:pt x="26562" y="1342"/>
                    <a:pt x="26559" y="244"/>
                    <a:pt x="25967" y="238"/>
                  </a:cubicBezTo>
                  <a:cubicBezTo>
                    <a:pt x="24939" y="231"/>
                    <a:pt x="23914" y="75"/>
                    <a:pt x="22876" y="75"/>
                  </a:cubicBezTo>
                  <a:cubicBezTo>
                    <a:pt x="21799" y="75"/>
                    <a:pt x="20726" y="75"/>
                    <a:pt x="19652" y="79"/>
                  </a:cubicBezTo>
                  <a:cubicBezTo>
                    <a:pt x="17761" y="79"/>
                    <a:pt x="15888" y="0"/>
                    <a:pt x="140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20"/>
            <p:cNvSpPr/>
            <p:nvPr/>
          </p:nvSpPr>
          <p:spPr>
            <a:xfrm rot="-3078484">
              <a:off x="6035811" y="3287505"/>
              <a:ext cx="1556589" cy="81102"/>
            </a:xfrm>
            <a:custGeom>
              <a:rect b="b" l="l" r="r" t="t"/>
              <a:pathLst>
                <a:path extrusionOk="0" h="1403" w="26927">
                  <a:moveTo>
                    <a:pt x="22259" y="1"/>
                  </a:moveTo>
                  <a:cubicBezTo>
                    <a:pt x="22015" y="1"/>
                    <a:pt x="21769" y="14"/>
                    <a:pt x="21523" y="45"/>
                  </a:cubicBezTo>
                  <a:cubicBezTo>
                    <a:pt x="20433" y="185"/>
                    <a:pt x="19297" y="142"/>
                    <a:pt x="18194" y="158"/>
                  </a:cubicBezTo>
                  <a:cubicBezTo>
                    <a:pt x="18070" y="161"/>
                    <a:pt x="17945" y="161"/>
                    <a:pt x="17821" y="161"/>
                  </a:cubicBezTo>
                  <a:cubicBezTo>
                    <a:pt x="16754" y="161"/>
                    <a:pt x="15698" y="93"/>
                    <a:pt x="14632" y="58"/>
                  </a:cubicBezTo>
                  <a:cubicBezTo>
                    <a:pt x="14353" y="49"/>
                    <a:pt x="14074" y="45"/>
                    <a:pt x="13795" y="45"/>
                  </a:cubicBezTo>
                  <a:cubicBezTo>
                    <a:pt x="11651" y="45"/>
                    <a:pt x="9508" y="280"/>
                    <a:pt x="7360" y="292"/>
                  </a:cubicBezTo>
                  <a:cubicBezTo>
                    <a:pt x="7207" y="293"/>
                    <a:pt x="7054" y="293"/>
                    <a:pt x="6901" y="293"/>
                  </a:cubicBezTo>
                  <a:cubicBezTo>
                    <a:pt x="6582" y="293"/>
                    <a:pt x="6263" y="292"/>
                    <a:pt x="5944" y="292"/>
                  </a:cubicBezTo>
                  <a:cubicBezTo>
                    <a:pt x="5258" y="292"/>
                    <a:pt x="4571" y="298"/>
                    <a:pt x="3885" y="334"/>
                  </a:cubicBezTo>
                  <a:cubicBezTo>
                    <a:pt x="2633" y="402"/>
                    <a:pt x="1445" y="721"/>
                    <a:pt x="206" y="884"/>
                  </a:cubicBezTo>
                  <a:cubicBezTo>
                    <a:pt x="11" y="910"/>
                    <a:pt x="1" y="1239"/>
                    <a:pt x="206" y="1252"/>
                  </a:cubicBezTo>
                  <a:cubicBezTo>
                    <a:pt x="488" y="1271"/>
                    <a:pt x="770" y="1278"/>
                    <a:pt x="1052" y="1278"/>
                  </a:cubicBezTo>
                  <a:cubicBezTo>
                    <a:pt x="1917" y="1278"/>
                    <a:pt x="2782" y="1209"/>
                    <a:pt x="3649" y="1209"/>
                  </a:cubicBezTo>
                  <a:cubicBezTo>
                    <a:pt x="3678" y="1209"/>
                    <a:pt x="3707" y="1209"/>
                    <a:pt x="3736" y="1209"/>
                  </a:cubicBezTo>
                  <a:cubicBezTo>
                    <a:pt x="4943" y="1216"/>
                    <a:pt x="6153" y="1239"/>
                    <a:pt x="7360" y="1242"/>
                  </a:cubicBezTo>
                  <a:cubicBezTo>
                    <a:pt x="7389" y="1242"/>
                    <a:pt x="7418" y="1242"/>
                    <a:pt x="7447" y="1242"/>
                  </a:cubicBezTo>
                  <a:cubicBezTo>
                    <a:pt x="9505" y="1242"/>
                    <a:pt x="11558" y="1049"/>
                    <a:pt x="13613" y="1049"/>
                  </a:cubicBezTo>
                  <a:cubicBezTo>
                    <a:pt x="13953" y="1049"/>
                    <a:pt x="14292" y="1054"/>
                    <a:pt x="14632" y="1066"/>
                  </a:cubicBezTo>
                  <a:cubicBezTo>
                    <a:pt x="16010" y="1116"/>
                    <a:pt x="17388" y="1182"/>
                    <a:pt x="18767" y="1182"/>
                  </a:cubicBezTo>
                  <a:cubicBezTo>
                    <a:pt x="19659" y="1182"/>
                    <a:pt x="20552" y="1154"/>
                    <a:pt x="21445" y="1076"/>
                  </a:cubicBezTo>
                  <a:cubicBezTo>
                    <a:pt x="21832" y="1042"/>
                    <a:pt x="22207" y="1021"/>
                    <a:pt x="22582" y="1021"/>
                  </a:cubicBezTo>
                  <a:cubicBezTo>
                    <a:pt x="23029" y="1021"/>
                    <a:pt x="23476" y="1051"/>
                    <a:pt x="23940" y="1122"/>
                  </a:cubicBezTo>
                  <a:cubicBezTo>
                    <a:pt x="24687" y="1236"/>
                    <a:pt x="25464" y="1403"/>
                    <a:pt x="26225" y="1403"/>
                  </a:cubicBezTo>
                  <a:cubicBezTo>
                    <a:pt x="26266" y="1403"/>
                    <a:pt x="26307" y="1402"/>
                    <a:pt x="26348" y="1401"/>
                  </a:cubicBezTo>
                  <a:cubicBezTo>
                    <a:pt x="26918" y="1385"/>
                    <a:pt x="26927" y="330"/>
                    <a:pt x="26373" y="330"/>
                  </a:cubicBezTo>
                  <a:cubicBezTo>
                    <a:pt x="26365" y="330"/>
                    <a:pt x="26356" y="330"/>
                    <a:pt x="26348" y="331"/>
                  </a:cubicBezTo>
                  <a:cubicBezTo>
                    <a:pt x="26229" y="338"/>
                    <a:pt x="26111" y="341"/>
                    <a:pt x="25993" y="341"/>
                  </a:cubicBezTo>
                  <a:cubicBezTo>
                    <a:pt x="24747" y="341"/>
                    <a:pt x="23512" y="1"/>
                    <a:pt x="22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20"/>
            <p:cNvSpPr/>
            <p:nvPr/>
          </p:nvSpPr>
          <p:spPr>
            <a:xfrm rot="-3078484">
              <a:off x="5949262" y="3168537"/>
              <a:ext cx="1575203" cy="95785"/>
            </a:xfrm>
            <a:custGeom>
              <a:rect b="b" l="l" r="r" t="t"/>
              <a:pathLst>
                <a:path extrusionOk="0" h="1657" w="27249">
                  <a:moveTo>
                    <a:pt x="17847" y="1"/>
                  </a:moveTo>
                  <a:cubicBezTo>
                    <a:pt x="17828" y="1"/>
                    <a:pt x="17809" y="1"/>
                    <a:pt x="17791" y="1"/>
                  </a:cubicBezTo>
                  <a:cubicBezTo>
                    <a:pt x="16649" y="4"/>
                    <a:pt x="15510" y="103"/>
                    <a:pt x="14371" y="103"/>
                  </a:cubicBezTo>
                  <a:cubicBezTo>
                    <a:pt x="14290" y="103"/>
                    <a:pt x="14209" y="103"/>
                    <a:pt x="14127" y="102"/>
                  </a:cubicBezTo>
                  <a:cubicBezTo>
                    <a:pt x="14058" y="101"/>
                    <a:pt x="13989" y="101"/>
                    <a:pt x="13919" y="101"/>
                  </a:cubicBezTo>
                  <a:cubicBezTo>
                    <a:pt x="11649" y="101"/>
                    <a:pt x="9415" y="503"/>
                    <a:pt x="7149" y="538"/>
                  </a:cubicBezTo>
                  <a:cubicBezTo>
                    <a:pt x="5964" y="557"/>
                    <a:pt x="4777" y="531"/>
                    <a:pt x="3592" y="577"/>
                  </a:cubicBezTo>
                  <a:cubicBezTo>
                    <a:pt x="3017" y="600"/>
                    <a:pt x="2431" y="590"/>
                    <a:pt x="1858" y="652"/>
                  </a:cubicBezTo>
                  <a:cubicBezTo>
                    <a:pt x="1302" y="717"/>
                    <a:pt x="765" y="889"/>
                    <a:pt x="202" y="945"/>
                  </a:cubicBezTo>
                  <a:cubicBezTo>
                    <a:pt x="1" y="964"/>
                    <a:pt x="7" y="1283"/>
                    <a:pt x="202" y="1312"/>
                  </a:cubicBezTo>
                  <a:cubicBezTo>
                    <a:pt x="1495" y="1497"/>
                    <a:pt x="2823" y="1538"/>
                    <a:pt x="4149" y="1538"/>
                  </a:cubicBezTo>
                  <a:cubicBezTo>
                    <a:pt x="5106" y="1538"/>
                    <a:pt x="6062" y="1517"/>
                    <a:pt x="7002" y="1514"/>
                  </a:cubicBezTo>
                  <a:cubicBezTo>
                    <a:pt x="9246" y="1508"/>
                    <a:pt x="11460" y="1142"/>
                    <a:pt x="13703" y="1142"/>
                  </a:cubicBezTo>
                  <a:cubicBezTo>
                    <a:pt x="13845" y="1142"/>
                    <a:pt x="13986" y="1143"/>
                    <a:pt x="14127" y="1146"/>
                  </a:cubicBezTo>
                  <a:cubicBezTo>
                    <a:pt x="14239" y="1149"/>
                    <a:pt x="14350" y="1150"/>
                    <a:pt x="14461" y="1150"/>
                  </a:cubicBezTo>
                  <a:cubicBezTo>
                    <a:pt x="15521" y="1150"/>
                    <a:pt x="16578" y="1048"/>
                    <a:pt x="17638" y="1045"/>
                  </a:cubicBezTo>
                  <a:cubicBezTo>
                    <a:pt x="18728" y="1045"/>
                    <a:pt x="19808" y="1234"/>
                    <a:pt x="20895" y="1244"/>
                  </a:cubicBezTo>
                  <a:cubicBezTo>
                    <a:pt x="21916" y="1254"/>
                    <a:pt x="22922" y="1478"/>
                    <a:pt x="23937" y="1566"/>
                  </a:cubicBezTo>
                  <a:cubicBezTo>
                    <a:pt x="24031" y="1574"/>
                    <a:pt x="24123" y="1577"/>
                    <a:pt x="24213" y="1577"/>
                  </a:cubicBezTo>
                  <a:cubicBezTo>
                    <a:pt x="24429" y="1577"/>
                    <a:pt x="24636" y="1561"/>
                    <a:pt x="24847" y="1561"/>
                  </a:cubicBezTo>
                  <a:cubicBezTo>
                    <a:pt x="25011" y="1561"/>
                    <a:pt x="25176" y="1570"/>
                    <a:pt x="25349" y="1605"/>
                  </a:cubicBezTo>
                  <a:cubicBezTo>
                    <a:pt x="25560" y="1646"/>
                    <a:pt x="25775" y="1656"/>
                    <a:pt x="25991" y="1656"/>
                  </a:cubicBezTo>
                  <a:cubicBezTo>
                    <a:pt x="26224" y="1656"/>
                    <a:pt x="26456" y="1644"/>
                    <a:pt x="26686" y="1644"/>
                  </a:cubicBezTo>
                  <a:cubicBezTo>
                    <a:pt x="27246" y="1644"/>
                    <a:pt x="27249" y="613"/>
                    <a:pt x="26686" y="613"/>
                  </a:cubicBezTo>
                  <a:cubicBezTo>
                    <a:pt x="26227" y="609"/>
                    <a:pt x="25807" y="613"/>
                    <a:pt x="25358" y="522"/>
                  </a:cubicBezTo>
                  <a:cubicBezTo>
                    <a:pt x="25237" y="498"/>
                    <a:pt x="25117" y="489"/>
                    <a:pt x="24996" y="489"/>
                  </a:cubicBezTo>
                  <a:cubicBezTo>
                    <a:pt x="24712" y="489"/>
                    <a:pt x="24430" y="536"/>
                    <a:pt x="24146" y="536"/>
                  </a:cubicBezTo>
                  <a:cubicBezTo>
                    <a:pt x="24054" y="536"/>
                    <a:pt x="23963" y="531"/>
                    <a:pt x="23872" y="518"/>
                  </a:cubicBezTo>
                  <a:cubicBezTo>
                    <a:pt x="22918" y="388"/>
                    <a:pt x="21975" y="219"/>
                    <a:pt x="21012" y="199"/>
                  </a:cubicBezTo>
                  <a:cubicBezTo>
                    <a:pt x="19953" y="180"/>
                    <a:pt x="18908" y="1"/>
                    <a:pt x="17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9" name="Shape 1899"/>
        <p:cNvGrpSpPr/>
        <p:nvPr/>
      </p:nvGrpSpPr>
      <p:grpSpPr>
        <a:xfrm>
          <a:off x="0" y="0"/>
          <a:ext cx="0" cy="0"/>
          <a:chOff x="0" y="0"/>
          <a:chExt cx="0" cy="0"/>
        </a:xfrm>
      </p:grpSpPr>
      <p:sp>
        <p:nvSpPr>
          <p:cNvPr id="1900" name="Google Shape;1900;p121"/>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K-pop stylish people in urban scene I</a:t>
            </a:r>
            <a:endParaRPr sz="1400"/>
          </a:p>
          <a:p>
            <a:pPr indent="-215900" lvl="0" marL="241300" rtl="0" algn="ctr">
              <a:spcBef>
                <a:spcPts val="0"/>
              </a:spcBef>
              <a:spcAft>
                <a:spcPts val="0"/>
              </a:spcAft>
              <a:buSzPts val="1400"/>
              <a:buChar char="●"/>
            </a:pPr>
            <a:r>
              <a:rPr lang="en" sz="1400">
                <a:uFill>
                  <a:noFill/>
                </a:uFill>
                <a:hlinkClick r:id="rId4"/>
              </a:rPr>
              <a:t>Young people in urban scene with k-pop aesthetics</a:t>
            </a:r>
            <a:endParaRPr sz="1400"/>
          </a:p>
          <a:p>
            <a:pPr indent="-215900" lvl="0" marL="241300" rtl="0" algn="ctr">
              <a:spcBef>
                <a:spcPts val="0"/>
              </a:spcBef>
              <a:spcAft>
                <a:spcPts val="0"/>
              </a:spcAft>
              <a:buSzPts val="1400"/>
              <a:buChar char="●"/>
            </a:pPr>
            <a:r>
              <a:rPr lang="en" sz="1400">
                <a:uFill>
                  <a:noFill/>
                </a:uFill>
                <a:hlinkClick r:id="rId5"/>
              </a:rPr>
              <a:t>Stylish man in k-pop clothing in urban scene</a:t>
            </a:r>
            <a:endParaRPr sz="1400"/>
          </a:p>
          <a:p>
            <a:pPr indent="-215900" lvl="0" marL="241300" rtl="0" algn="ctr">
              <a:spcBef>
                <a:spcPts val="0"/>
              </a:spcBef>
              <a:spcAft>
                <a:spcPts val="0"/>
              </a:spcAft>
              <a:buSzPts val="1400"/>
              <a:buChar char="●"/>
            </a:pPr>
            <a:r>
              <a:rPr lang="en" sz="1400">
                <a:uFill>
                  <a:noFill/>
                </a:uFill>
                <a:hlinkClick r:id="rId6"/>
              </a:rPr>
              <a:t>Abstract minimal concept leaves and shadows</a:t>
            </a:r>
            <a:endParaRPr sz="1400"/>
          </a:p>
          <a:p>
            <a:pPr indent="-215900" lvl="0" marL="241300" rtl="0" algn="ctr">
              <a:spcBef>
                <a:spcPts val="0"/>
              </a:spcBef>
              <a:spcAft>
                <a:spcPts val="0"/>
              </a:spcAft>
              <a:buSzPts val="1400"/>
              <a:buChar char="●"/>
            </a:pPr>
            <a:r>
              <a:rPr lang="en" sz="1400">
                <a:uFill>
                  <a:noFill/>
                </a:uFill>
                <a:hlinkClick r:id="rId7"/>
              </a:rPr>
              <a:t>Elegant plants decoration vase</a:t>
            </a:r>
            <a:endParaRPr/>
          </a:p>
        </p:txBody>
      </p:sp>
      <p:sp>
        <p:nvSpPr>
          <p:cNvPr id="1901" name="Google Shape;1901;p12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PREMIUM </a:t>
            </a:r>
            <a:r>
              <a:rPr lang="en">
                <a:solidFill>
                  <a:schemeClr val="lt1"/>
                </a:solidFill>
              </a:rPr>
              <a:t>RESOURCES</a:t>
            </a:r>
            <a:endParaRPr>
              <a:solidFill>
                <a:schemeClr val="lt1"/>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5" name="Shape 1905"/>
        <p:cNvGrpSpPr/>
        <p:nvPr/>
      </p:nvGrpSpPr>
      <p:grpSpPr>
        <a:xfrm>
          <a:off x="0" y="0"/>
          <a:ext cx="0" cy="0"/>
          <a:chOff x="0" y="0"/>
          <a:chExt cx="0" cy="0"/>
        </a:xfrm>
      </p:grpSpPr>
      <p:sp>
        <p:nvSpPr>
          <p:cNvPr id="1906" name="Google Shape;1906;p122"/>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ICONS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Icon Pack: Seoul | Lineal</a:t>
            </a:r>
            <a:endParaRPr sz="1400"/>
          </a:p>
          <a:p>
            <a:pPr indent="0" lvl="0" marL="241300" rtl="0" algn="ctr">
              <a:spcBef>
                <a:spcPts val="0"/>
              </a:spcBef>
              <a:spcAft>
                <a:spcPts val="0"/>
              </a:spcAft>
              <a:buNone/>
            </a:pPr>
            <a:r>
              <a:t/>
            </a:r>
            <a:endParaRPr sz="1400"/>
          </a:p>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4"/>
              </a:rPr>
              <a:t>Abstract minimal concept flowers and shadows</a:t>
            </a:r>
            <a:endParaRPr sz="1400"/>
          </a:p>
          <a:p>
            <a:pPr indent="-215900" lvl="0" marL="241300" rtl="0" algn="ctr">
              <a:spcBef>
                <a:spcPts val="0"/>
              </a:spcBef>
              <a:spcAft>
                <a:spcPts val="0"/>
              </a:spcAft>
              <a:buSzPts val="1400"/>
              <a:buChar char="●"/>
            </a:pPr>
            <a:r>
              <a:rPr lang="en" sz="1400">
                <a:uFill>
                  <a:noFill/>
                </a:uFill>
                <a:hlinkClick r:id="rId5"/>
              </a:rPr>
              <a:t>People wearing k-pop aesthetics clothing</a:t>
            </a:r>
            <a:endParaRPr sz="1400"/>
          </a:p>
          <a:p>
            <a:pPr indent="-215900" lvl="0" marL="241300" rtl="0" algn="ctr">
              <a:spcBef>
                <a:spcPts val="0"/>
              </a:spcBef>
              <a:spcAft>
                <a:spcPts val="0"/>
              </a:spcAft>
              <a:buSzPts val="1400"/>
              <a:buChar char="●"/>
            </a:pPr>
            <a:r>
              <a:rPr lang="en" sz="1400">
                <a:uFill>
                  <a:noFill/>
                </a:uFill>
                <a:hlinkClick r:id="rId6"/>
              </a:rPr>
              <a:t>Abstract minimal concept flowers and shadows</a:t>
            </a:r>
            <a:endParaRPr sz="1400"/>
          </a:p>
          <a:p>
            <a:pPr indent="-215900" lvl="0" marL="241300" rtl="0" algn="ctr">
              <a:spcBef>
                <a:spcPts val="0"/>
              </a:spcBef>
              <a:spcAft>
                <a:spcPts val="0"/>
              </a:spcAft>
              <a:buSzPts val="1400"/>
              <a:buChar char="●"/>
            </a:pPr>
            <a:r>
              <a:rPr lang="en" sz="1400">
                <a:uFill>
                  <a:noFill/>
                </a:uFill>
                <a:hlinkClick r:id="rId7"/>
              </a:rPr>
              <a:t>Friends wearing k-pop aesthetics clothing 1</a:t>
            </a:r>
            <a:endParaRPr sz="1400"/>
          </a:p>
          <a:p>
            <a:pPr indent="-215900" lvl="0" marL="241300" rtl="0" algn="ctr">
              <a:spcBef>
                <a:spcPts val="0"/>
              </a:spcBef>
              <a:spcAft>
                <a:spcPts val="0"/>
              </a:spcAft>
              <a:buSzPts val="1400"/>
              <a:buChar char="●"/>
            </a:pPr>
            <a:r>
              <a:rPr lang="en" sz="1400">
                <a:uFill>
                  <a:noFill/>
                </a:uFill>
                <a:hlinkClick r:id="rId8"/>
              </a:rPr>
              <a:t>White still life composition</a:t>
            </a:r>
            <a:endParaRPr sz="1400"/>
          </a:p>
          <a:p>
            <a:pPr indent="0" lvl="0" marL="241300" rtl="0" algn="ctr">
              <a:spcBef>
                <a:spcPts val="0"/>
              </a:spcBef>
              <a:spcAft>
                <a:spcPts val="0"/>
              </a:spcAft>
              <a:buNone/>
            </a:pPr>
            <a:r>
              <a:t/>
            </a:r>
            <a:endParaRPr sz="1400"/>
          </a:p>
          <a:p>
            <a:pPr indent="0" lvl="0" marL="0" rtl="0" algn="ctr">
              <a:spcBef>
                <a:spcPts val="0"/>
              </a:spcBef>
              <a:spcAft>
                <a:spcPts val="0"/>
              </a:spcAft>
              <a:buNone/>
            </a:pPr>
            <a:r>
              <a:rPr lang="en" sz="2000">
                <a:latin typeface="Kulim Park"/>
                <a:ea typeface="Kulim Park"/>
                <a:cs typeface="Kulim Park"/>
                <a:sym typeface="Kulim Park"/>
              </a:rPr>
              <a:t>VECTORS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9"/>
              </a:rPr>
              <a:t>Creative pastel painted wallpaper</a:t>
            </a:r>
            <a:endParaRPr/>
          </a:p>
        </p:txBody>
      </p:sp>
      <p:sp>
        <p:nvSpPr>
          <p:cNvPr id="1907" name="Google Shape;1907;p122"/>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1" name="Shape 1911"/>
        <p:cNvGrpSpPr/>
        <p:nvPr/>
      </p:nvGrpSpPr>
      <p:grpSpPr>
        <a:xfrm>
          <a:off x="0" y="0"/>
          <a:ext cx="0" cy="0"/>
          <a:chOff x="0" y="0"/>
          <a:chExt cx="0" cy="0"/>
        </a:xfrm>
      </p:grpSpPr>
      <p:sp>
        <p:nvSpPr>
          <p:cNvPr id="1912" name="Google Shape;1912;p123"/>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K-pop stylish people in urban scene I</a:t>
            </a:r>
            <a:endParaRPr sz="1400"/>
          </a:p>
          <a:p>
            <a:pPr indent="-215900" lvl="0" marL="241300" rtl="0" algn="ctr">
              <a:spcBef>
                <a:spcPts val="0"/>
              </a:spcBef>
              <a:spcAft>
                <a:spcPts val="0"/>
              </a:spcAft>
              <a:buSzPts val="1400"/>
              <a:buChar char="●"/>
            </a:pPr>
            <a:r>
              <a:rPr lang="en" sz="1400">
                <a:uFill>
                  <a:noFill/>
                </a:uFill>
                <a:hlinkClick r:id="rId4"/>
              </a:rPr>
              <a:t>K-pop stylish people in urban scene II</a:t>
            </a:r>
            <a:endParaRPr sz="1400"/>
          </a:p>
          <a:p>
            <a:pPr indent="-215900" lvl="0" marL="241300" rtl="0" algn="ctr">
              <a:spcBef>
                <a:spcPts val="0"/>
              </a:spcBef>
              <a:spcAft>
                <a:spcPts val="0"/>
              </a:spcAft>
              <a:buSzPts val="1400"/>
              <a:buChar char="●"/>
            </a:pPr>
            <a:r>
              <a:rPr lang="en" sz="1400">
                <a:uFill>
                  <a:noFill/>
                </a:uFill>
                <a:hlinkClick r:id="rId5"/>
              </a:rPr>
              <a:t>K-pop stylish people in urban scene III</a:t>
            </a:r>
            <a:endParaRPr sz="1400"/>
          </a:p>
          <a:p>
            <a:pPr indent="-215900" lvl="0" marL="241300" rtl="0" algn="ctr">
              <a:spcBef>
                <a:spcPts val="0"/>
              </a:spcBef>
              <a:spcAft>
                <a:spcPts val="0"/>
              </a:spcAft>
              <a:buSzPts val="1400"/>
              <a:buChar char="●"/>
            </a:pPr>
            <a:r>
              <a:rPr lang="en" sz="1400">
                <a:uFill>
                  <a:noFill/>
                </a:uFill>
                <a:hlinkClick r:id="rId6"/>
              </a:rPr>
              <a:t>K-pop stylish people in urban scene IV</a:t>
            </a:r>
            <a:endParaRPr sz="1400"/>
          </a:p>
          <a:p>
            <a:pPr indent="-215900" lvl="0" marL="241300" rtl="0" algn="ctr">
              <a:spcBef>
                <a:spcPts val="0"/>
              </a:spcBef>
              <a:spcAft>
                <a:spcPts val="0"/>
              </a:spcAft>
              <a:buSzPts val="1400"/>
              <a:buChar char="●"/>
            </a:pPr>
            <a:r>
              <a:rPr lang="en" sz="1400">
                <a:uFill>
                  <a:noFill/>
                </a:uFill>
                <a:hlinkClick r:id="rId7"/>
              </a:rPr>
              <a:t>K-pop stylish people in urban scene V</a:t>
            </a:r>
            <a:endParaRPr/>
          </a:p>
        </p:txBody>
      </p:sp>
      <p:sp>
        <p:nvSpPr>
          <p:cNvPr id="1913" name="Google Shape;1913;p123"/>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t>
            </a:r>
            <a:r>
              <a:rPr lang="en"/>
              <a:t>RESOURCES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7" name="Shape 1917"/>
        <p:cNvGrpSpPr/>
        <p:nvPr/>
      </p:nvGrpSpPr>
      <p:grpSpPr>
        <a:xfrm>
          <a:off x="0" y="0"/>
          <a:ext cx="0" cy="0"/>
          <a:chOff x="0" y="0"/>
          <a:chExt cx="0" cy="0"/>
        </a:xfrm>
      </p:grpSpPr>
      <p:sp>
        <p:nvSpPr>
          <p:cNvPr id="1918" name="Google Shape;1918;p12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919" name="Google Shape;1919;p12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20" name="Google Shape;1920;p12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4" name="Shape 1924"/>
        <p:cNvGrpSpPr/>
        <p:nvPr/>
      </p:nvGrpSpPr>
      <p:grpSpPr>
        <a:xfrm>
          <a:off x="0" y="0"/>
          <a:ext cx="0" cy="0"/>
          <a:chOff x="0" y="0"/>
          <a:chExt cx="0" cy="0"/>
        </a:xfrm>
      </p:grpSpPr>
      <p:sp>
        <p:nvSpPr>
          <p:cNvPr id="1925" name="Google Shape;1925;p125"/>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a:t>
            </a:r>
            <a:r>
              <a:rPr b="1" lang="en" sz="1100" u="sng">
                <a:solidFill>
                  <a:schemeClr val="hlink"/>
                </a:solidFill>
                <a:hlinkClick action="ppaction://hlinksldjump" r:id="rId4"/>
              </a:rPr>
              <a:t>Thanks</a:t>
            </a:r>
            <a:r>
              <a:rPr lang="en" sz="1100">
                <a:solidFill>
                  <a:schemeClr val="lt1"/>
                </a:solidFill>
              </a:rPr>
              <a:t>"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26" name="Google Shape;1926;p12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000">
                <a:solidFill>
                  <a:srgbClr val="FFFFFF"/>
                </a:solidFill>
              </a:rPr>
              <a:t> and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927" name="Google Shape;1927;p12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1" name="Shape 1931"/>
        <p:cNvGrpSpPr/>
        <p:nvPr/>
      </p:nvGrpSpPr>
      <p:grpSpPr>
        <a:xfrm>
          <a:off x="0" y="0"/>
          <a:ext cx="0" cy="0"/>
          <a:chOff x="0" y="0"/>
          <a:chExt cx="0" cy="0"/>
        </a:xfrm>
      </p:grpSpPr>
      <p:sp>
        <p:nvSpPr>
          <p:cNvPr id="1932" name="Google Shape;1932;p126"/>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933" name="Google Shape;1933;p126"/>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Kulim Park</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https://fonts.google.com/specimen/Kulim+Park</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Manrope</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https://fonts.google.com/specimen/Manrope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934" name="Google Shape;1934;p126"/>
          <p:cNvSpPr/>
          <p:nvPr/>
        </p:nvSpPr>
        <p:spPr>
          <a:xfrm>
            <a:off x="2583563" y="2988225"/>
            <a:ext cx="791400" cy="754200"/>
          </a:xfrm>
          <a:prstGeom prst="roundRect">
            <a:avLst>
              <a:gd fmla="val 16667" name="adj"/>
            </a:avLst>
          </a:prstGeom>
          <a:solidFill>
            <a:srgbClr val="1E1E1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26"/>
          <p:cNvSpPr/>
          <p:nvPr/>
        </p:nvSpPr>
        <p:spPr>
          <a:xfrm>
            <a:off x="3645382" y="2988225"/>
            <a:ext cx="791400" cy="754200"/>
          </a:xfrm>
          <a:prstGeom prst="roundRect">
            <a:avLst>
              <a:gd fmla="val 16667" name="adj"/>
            </a:avLst>
          </a:prstGeom>
          <a:solidFill>
            <a:srgbClr val="664B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26"/>
          <p:cNvSpPr/>
          <p:nvPr/>
        </p:nvSpPr>
        <p:spPr>
          <a:xfrm>
            <a:off x="4707202" y="2988225"/>
            <a:ext cx="791400" cy="754200"/>
          </a:xfrm>
          <a:prstGeom prst="roundRect">
            <a:avLst>
              <a:gd fmla="val 16667" name="adj"/>
            </a:avLst>
          </a:prstGeom>
          <a:solidFill>
            <a:srgbClr val="887C6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26"/>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#1e1e1e</a:t>
            </a:r>
            <a:endParaRPr sz="1000">
              <a:solidFill>
                <a:srgbClr val="FFFFFF"/>
              </a:solidFill>
            </a:endParaRPr>
          </a:p>
        </p:txBody>
      </p:sp>
      <p:sp>
        <p:nvSpPr>
          <p:cNvPr id="1938" name="Google Shape;1938;p126"/>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#664b34</a:t>
            </a:r>
            <a:endParaRPr sz="1000">
              <a:solidFill>
                <a:srgbClr val="FFFFFF"/>
              </a:solidFill>
            </a:endParaRPr>
          </a:p>
        </p:txBody>
      </p:sp>
      <p:sp>
        <p:nvSpPr>
          <p:cNvPr id="1939" name="Google Shape;1939;p126"/>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#887c62</a:t>
            </a:r>
            <a:endParaRPr sz="1000">
              <a:solidFill>
                <a:srgbClr val="FFFFFF"/>
              </a:solidFill>
            </a:endParaRPr>
          </a:p>
        </p:txBody>
      </p:sp>
      <p:sp>
        <p:nvSpPr>
          <p:cNvPr id="1940" name="Google Shape;1940;p126"/>
          <p:cNvSpPr/>
          <p:nvPr/>
        </p:nvSpPr>
        <p:spPr>
          <a:xfrm>
            <a:off x="5769038" y="2988225"/>
            <a:ext cx="791400" cy="754200"/>
          </a:xfrm>
          <a:prstGeom prst="roundRect">
            <a:avLst>
              <a:gd fmla="val 16667" name="adj"/>
            </a:avLst>
          </a:prstGeom>
          <a:solidFill>
            <a:srgbClr val="D4CB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26"/>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#d4cbbb</a:t>
            </a:r>
            <a:endParaRPr sz="1000">
              <a:solidFill>
                <a:srgbClr val="FFFFFF"/>
              </a:solidFill>
            </a:endParaRPr>
          </a:p>
        </p:txBody>
      </p:sp>
      <p:sp>
        <p:nvSpPr>
          <p:cNvPr id="1942" name="Google Shape;1942;p126"/>
          <p:cNvSpPr/>
          <p:nvPr/>
        </p:nvSpPr>
        <p:spPr>
          <a:xfrm>
            <a:off x="2583563" y="3919325"/>
            <a:ext cx="791400" cy="754200"/>
          </a:xfrm>
          <a:prstGeom prst="roundRect">
            <a:avLst>
              <a:gd fmla="val 16667" name="adj"/>
            </a:avLst>
          </a:prstGeom>
          <a:solidFill>
            <a:srgbClr val="E7E2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26"/>
          <p:cNvSpPr/>
          <p:nvPr/>
        </p:nvSpPr>
        <p:spPr>
          <a:xfrm>
            <a:off x="3645382" y="391932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26"/>
          <p:cNvSpPr/>
          <p:nvPr/>
        </p:nvSpPr>
        <p:spPr>
          <a:xfrm>
            <a:off x="4707202" y="3919325"/>
            <a:ext cx="791400" cy="754200"/>
          </a:xfrm>
          <a:prstGeom prst="roundRect">
            <a:avLst>
              <a:gd fmla="val 16667" name="adj"/>
            </a:avLst>
          </a:prstGeom>
          <a:solidFill>
            <a:srgbClr val="E2B0A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26"/>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#e7e2d6</a:t>
            </a:r>
            <a:endParaRPr sz="1000">
              <a:solidFill>
                <a:schemeClr val="dk1"/>
              </a:solidFill>
            </a:endParaRPr>
          </a:p>
        </p:txBody>
      </p:sp>
      <p:sp>
        <p:nvSpPr>
          <p:cNvPr id="1946" name="Google Shape;1946;p126"/>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1947" name="Google Shape;1947;p126"/>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#e2b0a6</a:t>
            </a:r>
            <a:endParaRPr sz="1000">
              <a:solidFill>
                <a:schemeClr val="dk1"/>
              </a:solidFill>
            </a:endParaRPr>
          </a:p>
        </p:txBody>
      </p:sp>
      <p:sp>
        <p:nvSpPr>
          <p:cNvPr id="1948" name="Google Shape;1948;p126"/>
          <p:cNvSpPr/>
          <p:nvPr/>
        </p:nvSpPr>
        <p:spPr>
          <a:xfrm>
            <a:off x="5769038"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26"/>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950" name="Google Shape;1950;p12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4" name="Shape 1954"/>
        <p:cNvGrpSpPr/>
        <p:nvPr/>
      </p:nvGrpSpPr>
      <p:grpSpPr>
        <a:xfrm>
          <a:off x="0" y="0"/>
          <a:ext cx="0" cy="0"/>
          <a:chOff x="0" y="0"/>
          <a:chExt cx="0" cy="0"/>
        </a:xfrm>
      </p:grpSpPr>
      <p:sp>
        <p:nvSpPr>
          <p:cNvPr id="1955" name="Google Shape;1955;p127"/>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956" name="Google Shape;1956;p127"/>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957" name="Google Shape;1957;p127">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958" name="Google Shape;1958;p127">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959" name="Google Shape;1959;p127">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960" name="Google Shape;1960;p127">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961" name="Google Shape;1961;p127"/>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962" name="Google Shape;1962;p127"/>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963" name="Google Shape;1963;p127"/>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964" name="Google Shape;1964;p127"/>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965" name="Google Shape;1965;p127">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966" name="Google Shape;1966;p12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70" name="Shape 1970"/>
        <p:cNvGrpSpPr/>
        <p:nvPr/>
      </p:nvGrpSpPr>
      <p:grpSpPr>
        <a:xfrm>
          <a:off x="0" y="0"/>
          <a:ext cx="0" cy="0"/>
          <a:chOff x="0" y="0"/>
          <a:chExt cx="0" cy="0"/>
        </a:xfrm>
      </p:grpSpPr>
      <p:sp>
        <p:nvSpPr>
          <p:cNvPr id="1971" name="Google Shape;1971;p128"/>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972" name="Google Shape;1972;p128"/>
          <p:cNvGrpSpPr/>
          <p:nvPr/>
        </p:nvGrpSpPr>
        <p:grpSpPr>
          <a:xfrm>
            <a:off x="5156078" y="3085736"/>
            <a:ext cx="474294" cy="551291"/>
            <a:chOff x="4727025" y="1332775"/>
            <a:chExt cx="59900" cy="69625"/>
          </a:xfrm>
        </p:grpSpPr>
        <p:sp>
          <p:nvSpPr>
            <p:cNvPr id="1973" name="Google Shape;1973;p12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2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128"/>
          <p:cNvGrpSpPr/>
          <p:nvPr/>
        </p:nvGrpSpPr>
        <p:grpSpPr>
          <a:xfrm>
            <a:off x="5769734" y="2314340"/>
            <a:ext cx="555653" cy="557031"/>
            <a:chOff x="4820425" y="1329900"/>
            <a:chExt cx="70175" cy="70350"/>
          </a:xfrm>
        </p:grpSpPr>
        <p:sp>
          <p:nvSpPr>
            <p:cNvPr id="1976" name="Google Shape;1976;p12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2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2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2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128"/>
          <p:cNvGrpSpPr/>
          <p:nvPr/>
        </p:nvGrpSpPr>
        <p:grpSpPr>
          <a:xfrm>
            <a:off x="6396103" y="2318845"/>
            <a:ext cx="582574" cy="533871"/>
            <a:chOff x="4903200" y="1331525"/>
            <a:chExt cx="73575" cy="67425"/>
          </a:xfrm>
        </p:grpSpPr>
        <p:sp>
          <p:nvSpPr>
            <p:cNvPr id="1981" name="Google Shape;1981;p12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2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128"/>
          <p:cNvGrpSpPr/>
          <p:nvPr/>
        </p:nvGrpSpPr>
        <p:grpSpPr>
          <a:xfrm>
            <a:off x="5755581" y="3078709"/>
            <a:ext cx="583960" cy="565345"/>
            <a:chOff x="4815575" y="1416800"/>
            <a:chExt cx="73750" cy="71400"/>
          </a:xfrm>
        </p:grpSpPr>
        <p:sp>
          <p:nvSpPr>
            <p:cNvPr id="1984" name="Google Shape;1984;p12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2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2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128"/>
          <p:cNvGrpSpPr/>
          <p:nvPr/>
        </p:nvGrpSpPr>
        <p:grpSpPr>
          <a:xfrm>
            <a:off x="6390362" y="3108896"/>
            <a:ext cx="589898" cy="504970"/>
            <a:chOff x="4902475" y="1418875"/>
            <a:chExt cx="74500" cy="63775"/>
          </a:xfrm>
        </p:grpSpPr>
        <p:sp>
          <p:nvSpPr>
            <p:cNvPr id="1988" name="Google Shape;1988;p12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2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128"/>
          <p:cNvGrpSpPr/>
          <p:nvPr/>
        </p:nvGrpSpPr>
        <p:grpSpPr>
          <a:xfrm>
            <a:off x="5765577" y="3826000"/>
            <a:ext cx="563967" cy="567127"/>
            <a:chOff x="4818100" y="1507675"/>
            <a:chExt cx="71225" cy="71625"/>
          </a:xfrm>
        </p:grpSpPr>
        <p:sp>
          <p:nvSpPr>
            <p:cNvPr id="1991" name="Google Shape;1991;p12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2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2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2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128"/>
          <p:cNvGrpSpPr/>
          <p:nvPr/>
        </p:nvGrpSpPr>
        <p:grpSpPr>
          <a:xfrm>
            <a:off x="5079075" y="3829461"/>
            <a:ext cx="628301" cy="588505"/>
            <a:chOff x="4721450" y="1509475"/>
            <a:chExt cx="79350" cy="74325"/>
          </a:xfrm>
        </p:grpSpPr>
        <p:sp>
          <p:nvSpPr>
            <p:cNvPr id="1996" name="Google Shape;1996;p12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2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2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2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128"/>
          <p:cNvGrpSpPr/>
          <p:nvPr/>
        </p:nvGrpSpPr>
        <p:grpSpPr>
          <a:xfrm>
            <a:off x="6424608" y="3814027"/>
            <a:ext cx="557038" cy="562772"/>
            <a:chOff x="4906800" y="1507500"/>
            <a:chExt cx="70350" cy="71075"/>
          </a:xfrm>
        </p:grpSpPr>
        <p:sp>
          <p:nvSpPr>
            <p:cNvPr id="2001" name="Google Shape;2001;p12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2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2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2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2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128"/>
          <p:cNvGrpSpPr/>
          <p:nvPr/>
        </p:nvGrpSpPr>
        <p:grpSpPr>
          <a:xfrm>
            <a:off x="4462216" y="2340963"/>
            <a:ext cx="517934" cy="517934"/>
            <a:chOff x="3736598" y="2170606"/>
            <a:chExt cx="404889" cy="404889"/>
          </a:xfrm>
        </p:grpSpPr>
        <p:sp>
          <p:nvSpPr>
            <p:cNvPr id="2007" name="Google Shape;2007;p12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2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2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2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28"/>
          <p:cNvGrpSpPr/>
          <p:nvPr/>
        </p:nvGrpSpPr>
        <p:grpSpPr>
          <a:xfrm>
            <a:off x="3729277" y="2341061"/>
            <a:ext cx="586986" cy="517740"/>
            <a:chOff x="3161917" y="2170682"/>
            <a:chExt cx="458870" cy="404737"/>
          </a:xfrm>
        </p:grpSpPr>
        <p:sp>
          <p:nvSpPr>
            <p:cNvPr id="2012" name="Google Shape;2012;p12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2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2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128"/>
          <p:cNvGrpSpPr/>
          <p:nvPr/>
        </p:nvGrpSpPr>
        <p:grpSpPr>
          <a:xfrm>
            <a:off x="3752299" y="3102400"/>
            <a:ext cx="540943" cy="517963"/>
            <a:chOff x="3179914" y="2889488"/>
            <a:chExt cx="422876" cy="404911"/>
          </a:xfrm>
        </p:grpSpPr>
        <p:sp>
          <p:nvSpPr>
            <p:cNvPr id="2016" name="Google Shape;2016;p12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2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2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2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2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2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128"/>
          <p:cNvGrpSpPr/>
          <p:nvPr/>
        </p:nvGrpSpPr>
        <p:grpSpPr>
          <a:xfrm>
            <a:off x="4453093" y="3102358"/>
            <a:ext cx="536180" cy="518047"/>
            <a:chOff x="3729467" y="2889422"/>
            <a:chExt cx="419153" cy="404977"/>
          </a:xfrm>
        </p:grpSpPr>
        <p:sp>
          <p:nvSpPr>
            <p:cNvPr id="2023" name="Google Shape;2023;p12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2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2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2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2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2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2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128"/>
          <p:cNvGrpSpPr/>
          <p:nvPr/>
        </p:nvGrpSpPr>
        <p:grpSpPr>
          <a:xfrm>
            <a:off x="1990126" y="3445787"/>
            <a:ext cx="965351" cy="134611"/>
            <a:chOff x="4411970" y="2962952"/>
            <a:chExt cx="706544" cy="104212"/>
          </a:xfrm>
        </p:grpSpPr>
        <p:sp>
          <p:nvSpPr>
            <p:cNvPr id="2031" name="Google Shape;2031;p12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2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2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2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128"/>
          <p:cNvGrpSpPr/>
          <p:nvPr/>
        </p:nvGrpSpPr>
        <p:grpSpPr>
          <a:xfrm>
            <a:off x="1990126" y="3041077"/>
            <a:ext cx="960158" cy="289172"/>
            <a:chOff x="4411970" y="2726085"/>
            <a:chExt cx="643107" cy="193659"/>
          </a:xfrm>
        </p:grpSpPr>
        <p:sp>
          <p:nvSpPr>
            <p:cNvPr id="2036" name="Google Shape;2036;p12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2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2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128"/>
          <p:cNvGrpSpPr/>
          <p:nvPr/>
        </p:nvGrpSpPr>
        <p:grpSpPr>
          <a:xfrm>
            <a:off x="998624" y="3295400"/>
            <a:ext cx="811503" cy="252584"/>
            <a:chOff x="4411970" y="4340222"/>
            <a:chExt cx="779467" cy="242683"/>
          </a:xfrm>
        </p:grpSpPr>
        <p:sp>
          <p:nvSpPr>
            <p:cNvPr id="2040" name="Google Shape;2040;p12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2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2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128"/>
          <p:cNvGrpSpPr/>
          <p:nvPr/>
        </p:nvGrpSpPr>
        <p:grpSpPr>
          <a:xfrm>
            <a:off x="1990126" y="2709308"/>
            <a:ext cx="965160" cy="216230"/>
            <a:chOff x="4411970" y="2468674"/>
            <a:chExt cx="747317" cy="167425"/>
          </a:xfrm>
        </p:grpSpPr>
        <p:sp>
          <p:nvSpPr>
            <p:cNvPr id="2044" name="Google Shape;2044;p12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2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6" name="Google Shape;2046;p128"/>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7" name="Google Shape;2047;p128"/>
          <p:cNvGrpSpPr/>
          <p:nvPr/>
        </p:nvGrpSpPr>
        <p:grpSpPr>
          <a:xfrm>
            <a:off x="997692" y="2334687"/>
            <a:ext cx="1959041" cy="208784"/>
            <a:chOff x="6336019" y="3733725"/>
            <a:chExt cx="2566206" cy="351310"/>
          </a:xfrm>
        </p:grpSpPr>
        <p:sp>
          <p:nvSpPr>
            <p:cNvPr id="2048" name="Google Shape;2048;p12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2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2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2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128"/>
          <p:cNvGrpSpPr/>
          <p:nvPr/>
        </p:nvGrpSpPr>
        <p:grpSpPr>
          <a:xfrm>
            <a:off x="1990126" y="3950602"/>
            <a:ext cx="946551" cy="153200"/>
            <a:chOff x="4404545" y="3301592"/>
            <a:chExt cx="782403" cy="129272"/>
          </a:xfrm>
        </p:grpSpPr>
        <p:sp>
          <p:nvSpPr>
            <p:cNvPr id="2053" name="Google Shape;2053;p12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2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128"/>
          <p:cNvGrpSpPr/>
          <p:nvPr/>
        </p:nvGrpSpPr>
        <p:grpSpPr>
          <a:xfrm>
            <a:off x="1990126" y="3695937"/>
            <a:ext cx="962257" cy="139127"/>
            <a:chOff x="4411970" y="3131459"/>
            <a:chExt cx="710520" cy="117397"/>
          </a:xfrm>
        </p:grpSpPr>
        <p:sp>
          <p:nvSpPr>
            <p:cNvPr id="2056" name="Google Shape;2056;p12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2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58" name="Google Shape;2058;p128"/>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128"/>
          <p:cNvGrpSpPr/>
          <p:nvPr/>
        </p:nvGrpSpPr>
        <p:grpSpPr>
          <a:xfrm>
            <a:off x="990271" y="3621603"/>
            <a:ext cx="823838" cy="458988"/>
            <a:chOff x="4411970" y="1801825"/>
            <a:chExt cx="734586" cy="409262"/>
          </a:xfrm>
        </p:grpSpPr>
        <p:sp>
          <p:nvSpPr>
            <p:cNvPr id="2060" name="Google Shape;2060;p12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2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128"/>
          <p:cNvGrpSpPr/>
          <p:nvPr/>
        </p:nvGrpSpPr>
        <p:grpSpPr>
          <a:xfrm>
            <a:off x="3095243" y="2339173"/>
            <a:ext cx="521514" cy="521514"/>
            <a:chOff x="5681300" y="2527788"/>
            <a:chExt cx="805800" cy="805800"/>
          </a:xfrm>
        </p:grpSpPr>
        <p:sp>
          <p:nvSpPr>
            <p:cNvPr id="2063" name="Google Shape;2063;p12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2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128"/>
          <p:cNvGrpSpPr/>
          <p:nvPr/>
        </p:nvGrpSpPr>
        <p:grpSpPr>
          <a:xfrm>
            <a:off x="3089483" y="3094865"/>
            <a:ext cx="533033" cy="533033"/>
            <a:chOff x="4049800" y="640400"/>
            <a:chExt cx="858900" cy="858900"/>
          </a:xfrm>
        </p:grpSpPr>
        <p:sp>
          <p:nvSpPr>
            <p:cNvPr id="2066" name="Google Shape;2066;p12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2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128"/>
          <p:cNvGrpSpPr/>
          <p:nvPr/>
        </p:nvGrpSpPr>
        <p:grpSpPr>
          <a:xfrm>
            <a:off x="3014966" y="3772543"/>
            <a:ext cx="682068" cy="682068"/>
            <a:chOff x="5080188" y="927900"/>
            <a:chExt cx="961200" cy="961200"/>
          </a:xfrm>
        </p:grpSpPr>
        <p:sp>
          <p:nvSpPr>
            <p:cNvPr id="2069" name="Google Shape;2069;p12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2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2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2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2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2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2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2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128"/>
          <p:cNvGrpSpPr/>
          <p:nvPr/>
        </p:nvGrpSpPr>
        <p:grpSpPr>
          <a:xfrm>
            <a:off x="4478465" y="3869234"/>
            <a:ext cx="505650" cy="504006"/>
            <a:chOff x="6039282" y="1042577"/>
            <a:chExt cx="734315" cy="731929"/>
          </a:xfrm>
        </p:grpSpPr>
        <p:sp>
          <p:nvSpPr>
            <p:cNvPr id="2078" name="Google Shape;2078;p12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2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2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2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2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2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2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2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2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2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2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2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2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2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2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2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2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2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2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2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2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128"/>
          <p:cNvGrpSpPr/>
          <p:nvPr/>
        </p:nvGrpSpPr>
        <p:grpSpPr>
          <a:xfrm>
            <a:off x="5091067" y="2298862"/>
            <a:ext cx="567744" cy="602136"/>
            <a:chOff x="1825800" y="1651625"/>
            <a:chExt cx="539989" cy="571775"/>
          </a:xfrm>
        </p:grpSpPr>
        <p:sp>
          <p:nvSpPr>
            <p:cNvPr id="2100" name="Google Shape;2100;p12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2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2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2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128"/>
          <p:cNvGrpSpPr/>
          <p:nvPr/>
        </p:nvGrpSpPr>
        <p:grpSpPr>
          <a:xfrm>
            <a:off x="3765995" y="3855579"/>
            <a:ext cx="508123" cy="507955"/>
            <a:chOff x="1897577" y="2802432"/>
            <a:chExt cx="492176" cy="492014"/>
          </a:xfrm>
        </p:grpSpPr>
        <p:sp>
          <p:nvSpPr>
            <p:cNvPr id="2105" name="Google Shape;2105;p12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2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2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2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2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2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2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2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2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2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2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2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128"/>
          <p:cNvGrpSpPr/>
          <p:nvPr/>
        </p:nvGrpSpPr>
        <p:grpSpPr>
          <a:xfrm>
            <a:off x="997525" y="4169123"/>
            <a:ext cx="809227" cy="200842"/>
            <a:chOff x="2013045" y="4813233"/>
            <a:chExt cx="921986" cy="228854"/>
          </a:xfrm>
        </p:grpSpPr>
        <p:sp>
          <p:nvSpPr>
            <p:cNvPr id="2118" name="Google Shape;2118;p12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2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128"/>
          <p:cNvGrpSpPr/>
          <p:nvPr/>
        </p:nvGrpSpPr>
        <p:grpSpPr>
          <a:xfrm>
            <a:off x="1005985" y="2656004"/>
            <a:ext cx="792421" cy="269941"/>
            <a:chOff x="1046767" y="4756633"/>
            <a:chExt cx="859646" cy="292841"/>
          </a:xfrm>
        </p:grpSpPr>
        <p:sp>
          <p:nvSpPr>
            <p:cNvPr id="2121" name="Google Shape;2121;p12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2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2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 name="Google Shape;2124;p12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2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2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2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 name="Google Shape;2128;p128"/>
          <p:cNvGrpSpPr/>
          <p:nvPr/>
        </p:nvGrpSpPr>
        <p:grpSpPr>
          <a:xfrm>
            <a:off x="7141841" y="2550562"/>
            <a:ext cx="166473" cy="141497"/>
            <a:chOff x="4660325" y="1866850"/>
            <a:chExt cx="68350" cy="58100"/>
          </a:xfrm>
        </p:grpSpPr>
        <p:sp>
          <p:nvSpPr>
            <p:cNvPr id="2129" name="Google Shape;2129;p12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2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128"/>
          <p:cNvGrpSpPr/>
          <p:nvPr/>
        </p:nvGrpSpPr>
        <p:grpSpPr>
          <a:xfrm>
            <a:off x="7451186" y="2576286"/>
            <a:ext cx="162515" cy="90049"/>
            <a:chOff x="4791775" y="1877500"/>
            <a:chExt cx="66725" cy="36975"/>
          </a:xfrm>
        </p:grpSpPr>
        <p:sp>
          <p:nvSpPr>
            <p:cNvPr id="2132" name="Google Shape;2132;p12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2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128"/>
          <p:cNvGrpSpPr/>
          <p:nvPr/>
        </p:nvGrpSpPr>
        <p:grpSpPr>
          <a:xfrm>
            <a:off x="7772899" y="2576286"/>
            <a:ext cx="144979" cy="90049"/>
            <a:chOff x="4923925" y="1877500"/>
            <a:chExt cx="59525" cy="36975"/>
          </a:xfrm>
        </p:grpSpPr>
        <p:sp>
          <p:nvSpPr>
            <p:cNvPr id="2135" name="Google Shape;2135;p12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2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128"/>
          <p:cNvGrpSpPr/>
          <p:nvPr/>
        </p:nvGrpSpPr>
        <p:grpSpPr>
          <a:xfrm>
            <a:off x="8067390" y="2558477"/>
            <a:ext cx="141447" cy="125667"/>
            <a:chOff x="5058450" y="1870100"/>
            <a:chExt cx="58075" cy="51600"/>
          </a:xfrm>
        </p:grpSpPr>
        <p:sp>
          <p:nvSpPr>
            <p:cNvPr id="2138" name="Google Shape;2138;p12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2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128"/>
          <p:cNvGrpSpPr/>
          <p:nvPr/>
        </p:nvGrpSpPr>
        <p:grpSpPr>
          <a:xfrm>
            <a:off x="7481905" y="2980885"/>
            <a:ext cx="101077" cy="107645"/>
            <a:chOff x="4811425" y="2065025"/>
            <a:chExt cx="41500" cy="44200"/>
          </a:xfrm>
        </p:grpSpPr>
        <p:sp>
          <p:nvSpPr>
            <p:cNvPr id="2141" name="Google Shape;2141;p12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2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 name="Google Shape;2143;p128"/>
          <p:cNvGrpSpPr/>
          <p:nvPr/>
        </p:nvGrpSpPr>
        <p:grpSpPr>
          <a:xfrm>
            <a:off x="7774342" y="2981098"/>
            <a:ext cx="120867" cy="107218"/>
            <a:chOff x="4929875" y="2065025"/>
            <a:chExt cx="49625" cy="44025"/>
          </a:xfrm>
        </p:grpSpPr>
        <p:sp>
          <p:nvSpPr>
            <p:cNvPr id="2144" name="Google Shape;2144;p12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2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128"/>
          <p:cNvGrpSpPr/>
          <p:nvPr/>
        </p:nvGrpSpPr>
        <p:grpSpPr>
          <a:xfrm>
            <a:off x="8103011" y="2984112"/>
            <a:ext cx="70206" cy="101191"/>
            <a:chOff x="5083925" y="2066350"/>
            <a:chExt cx="28825" cy="41550"/>
          </a:xfrm>
        </p:grpSpPr>
        <p:sp>
          <p:nvSpPr>
            <p:cNvPr id="2147" name="Google Shape;2147;p12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2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128"/>
          <p:cNvGrpSpPr/>
          <p:nvPr/>
        </p:nvGrpSpPr>
        <p:grpSpPr>
          <a:xfrm>
            <a:off x="7134565" y="2999759"/>
            <a:ext cx="181026" cy="69896"/>
            <a:chOff x="4659775" y="2072775"/>
            <a:chExt cx="74325" cy="28700"/>
          </a:xfrm>
        </p:grpSpPr>
        <p:sp>
          <p:nvSpPr>
            <p:cNvPr id="2150" name="Google Shape;2150;p12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2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2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128"/>
          <p:cNvGrpSpPr/>
          <p:nvPr/>
        </p:nvGrpSpPr>
        <p:grpSpPr>
          <a:xfrm>
            <a:off x="8054421" y="2790324"/>
            <a:ext cx="167387" cy="89197"/>
            <a:chOff x="4662475" y="1976500"/>
            <a:chExt cx="68725" cy="36625"/>
          </a:xfrm>
        </p:grpSpPr>
        <p:sp>
          <p:nvSpPr>
            <p:cNvPr id="2154" name="Google Shape;2154;p12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2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2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128"/>
          <p:cNvGrpSpPr/>
          <p:nvPr/>
        </p:nvGrpSpPr>
        <p:grpSpPr>
          <a:xfrm>
            <a:off x="7751326" y="2793764"/>
            <a:ext cx="166899" cy="82317"/>
            <a:chOff x="4920150" y="1977875"/>
            <a:chExt cx="68525" cy="33800"/>
          </a:xfrm>
        </p:grpSpPr>
        <p:sp>
          <p:nvSpPr>
            <p:cNvPr id="2158" name="Google Shape;2158;p12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2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2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128"/>
          <p:cNvGrpSpPr/>
          <p:nvPr/>
        </p:nvGrpSpPr>
        <p:grpSpPr>
          <a:xfrm>
            <a:off x="7162483" y="3197682"/>
            <a:ext cx="125190" cy="127859"/>
            <a:chOff x="4676550" y="2160575"/>
            <a:chExt cx="51400" cy="52500"/>
          </a:xfrm>
        </p:grpSpPr>
        <p:sp>
          <p:nvSpPr>
            <p:cNvPr id="2162" name="Google Shape;2162;p12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2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2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128"/>
          <p:cNvGrpSpPr/>
          <p:nvPr/>
        </p:nvGrpSpPr>
        <p:grpSpPr>
          <a:xfrm>
            <a:off x="7459741" y="3204714"/>
            <a:ext cx="145405" cy="113794"/>
            <a:chOff x="4768325" y="2163475"/>
            <a:chExt cx="59700" cy="46725"/>
          </a:xfrm>
        </p:grpSpPr>
        <p:sp>
          <p:nvSpPr>
            <p:cNvPr id="2166" name="Google Shape;2166;p12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2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8" name="Google Shape;2168;p12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2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2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2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2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2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4" name="Google Shape;2174;p128"/>
          <p:cNvGrpSpPr/>
          <p:nvPr/>
        </p:nvGrpSpPr>
        <p:grpSpPr>
          <a:xfrm>
            <a:off x="7476059" y="3459808"/>
            <a:ext cx="112768" cy="106853"/>
            <a:chOff x="4768575" y="2253950"/>
            <a:chExt cx="46300" cy="43875"/>
          </a:xfrm>
        </p:grpSpPr>
        <p:sp>
          <p:nvSpPr>
            <p:cNvPr id="2175" name="Google Shape;2175;p12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2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128"/>
          <p:cNvGrpSpPr/>
          <p:nvPr/>
        </p:nvGrpSpPr>
        <p:grpSpPr>
          <a:xfrm>
            <a:off x="7775682" y="3948834"/>
            <a:ext cx="118187" cy="146246"/>
            <a:chOff x="4960900" y="2433225"/>
            <a:chExt cx="48525" cy="60050"/>
          </a:xfrm>
        </p:grpSpPr>
        <p:sp>
          <p:nvSpPr>
            <p:cNvPr id="2178" name="Google Shape;2178;p12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2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128"/>
          <p:cNvGrpSpPr/>
          <p:nvPr/>
        </p:nvGrpSpPr>
        <p:grpSpPr>
          <a:xfrm>
            <a:off x="7464247" y="4212895"/>
            <a:ext cx="136394" cy="143810"/>
            <a:chOff x="4854075" y="2527625"/>
            <a:chExt cx="56000" cy="59050"/>
          </a:xfrm>
        </p:grpSpPr>
        <p:sp>
          <p:nvSpPr>
            <p:cNvPr id="2181" name="Google Shape;2181;p12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2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3" name="Google Shape;2183;p12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2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2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128"/>
          <p:cNvGrpSpPr/>
          <p:nvPr/>
        </p:nvGrpSpPr>
        <p:grpSpPr>
          <a:xfrm>
            <a:off x="8088458" y="3676639"/>
            <a:ext cx="99312" cy="160797"/>
            <a:chOff x="5059700" y="2334775"/>
            <a:chExt cx="40775" cy="66025"/>
          </a:xfrm>
        </p:grpSpPr>
        <p:sp>
          <p:nvSpPr>
            <p:cNvPr id="2187" name="Google Shape;2187;p12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2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2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2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2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2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2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2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2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128"/>
          <p:cNvGrpSpPr/>
          <p:nvPr/>
        </p:nvGrpSpPr>
        <p:grpSpPr>
          <a:xfrm>
            <a:off x="8045622" y="3941771"/>
            <a:ext cx="184984" cy="160371"/>
            <a:chOff x="5037700" y="2430325"/>
            <a:chExt cx="75950" cy="65850"/>
          </a:xfrm>
        </p:grpSpPr>
        <p:sp>
          <p:nvSpPr>
            <p:cNvPr id="2197" name="Google Shape;2197;p12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2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128"/>
          <p:cNvGrpSpPr/>
          <p:nvPr/>
        </p:nvGrpSpPr>
        <p:grpSpPr>
          <a:xfrm>
            <a:off x="7465128" y="3708223"/>
            <a:ext cx="173014" cy="97629"/>
            <a:chOff x="4756975" y="2341800"/>
            <a:chExt cx="91975" cy="51925"/>
          </a:xfrm>
        </p:grpSpPr>
        <p:sp>
          <p:nvSpPr>
            <p:cNvPr id="2200" name="Google Shape;2200;p12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2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2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2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2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2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2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2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2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2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2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2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2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2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2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2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2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2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2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2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128"/>
          <p:cNvGrpSpPr/>
          <p:nvPr/>
        </p:nvGrpSpPr>
        <p:grpSpPr>
          <a:xfrm>
            <a:off x="7732065" y="4196920"/>
            <a:ext cx="212497" cy="175761"/>
            <a:chOff x="4943575" y="2516350"/>
            <a:chExt cx="98675" cy="81700"/>
          </a:xfrm>
        </p:grpSpPr>
        <p:sp>
          <p:nvSpPr>
            <p:cNvPr id="2221" name="Google Shape;2221;p12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2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2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2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2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2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2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2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2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2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2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2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2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2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2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2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2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2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2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2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2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2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2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2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2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2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2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2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2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2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2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2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2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2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2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2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2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2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2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2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2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2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2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2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2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2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2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2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2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2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2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2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2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2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2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2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2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2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2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2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2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2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2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2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2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2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2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2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2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2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2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2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2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2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2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2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2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2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 name="Google Shape;2299;p12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2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28"/>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28"/>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7" name="Shape 2307"/>
        <p:cNvGrpSpPr/>
        <p:nvPr/>
      </p:nvGrpSpPr>
      <p:grpSpPr>
        <a:xfrm>
          <a:off x="0" y="0"/>
          <a:ext cx="0" cy="0"/>
          <a:chOff x="0" y="0"/>
          <a:chExt cx="0" cy="0"/>
        </a:xfrm>
      </p:grpSpPr>
      <p:grpSp>
        <p:nvGrpSpPr>
          <p:cNvPr id="2308" name="Google Shape;2308;p129"/>
          <p:cNvGrpSpPr/>
          <p:nvPr/>
        </p:nvGrpSpPr>
        <p:grpSpPr>
          <a:xfrm>
            <a:off x="719115" y="2852867"/>
            <a:ext cx="2622876" cy="1333540"/>
            <a:chOff x="238125" y="1038125"/>
            <a:chExt cx="7146800" cy="3633625"/>
          </a:xfrm>
        </p:grpSpPr>
        <p:sp>
          <p:nvSpPr>
            <p:cNvPr id="2309" name="Google Shape;2309;p12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2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2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2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2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2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2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2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2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2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2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2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2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2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2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2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2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2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2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2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2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2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2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2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2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2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2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2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2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2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2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2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2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2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2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2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2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2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2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2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2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2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2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2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2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2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2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2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2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2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2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2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2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2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2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2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2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2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2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2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2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2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2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2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2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2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2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2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2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2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2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2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2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2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2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2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2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2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2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2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2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2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2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2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2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2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2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2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2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2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2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2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2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2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2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2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2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2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2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2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2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2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2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2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2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2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2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2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2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2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2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2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2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2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2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2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2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2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2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2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2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2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2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2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2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2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2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2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2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2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2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2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2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2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2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2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2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2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2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2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2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2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2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2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2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2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2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2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2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2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2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2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2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2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2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2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2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2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2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2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2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2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2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2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2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2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2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2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2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2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2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2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2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2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2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2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2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2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2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2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2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2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2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2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2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2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2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2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2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2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2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2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2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2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2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2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2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2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2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2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2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2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2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2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2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2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2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2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2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2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2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2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2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2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2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2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2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2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2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2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2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2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2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2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2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2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2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2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2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2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2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2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2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2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2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2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2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2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2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2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2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2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2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2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2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2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2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2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2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2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2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2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2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2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2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2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2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2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2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2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2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2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2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2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2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2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2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2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2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2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2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2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2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2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2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2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2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2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2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2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2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2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2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2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2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2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2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2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2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2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2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2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2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2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2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2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2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2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2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2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2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2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2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2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2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2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2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2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2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2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2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2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2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2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2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2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2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2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2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2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2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2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2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2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2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2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2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2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2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2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2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2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2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2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2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2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2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2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2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2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2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2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2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2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2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2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2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2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2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2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2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2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2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2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2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2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2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2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2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2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2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2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2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2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2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2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2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2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2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2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2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2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2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2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2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2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2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2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2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2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2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2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2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2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2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2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2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2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2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2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2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2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2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2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2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2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2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2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2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2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2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2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2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2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2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2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2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2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2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2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2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2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2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2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2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2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2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2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2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2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2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2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2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2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2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2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2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2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2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2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2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2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2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2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2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2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2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2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2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2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2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2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2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2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2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2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2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2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2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2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2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2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2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2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2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2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2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2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2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2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2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2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2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2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2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2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2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2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2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2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2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2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2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2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2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2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2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2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2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2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2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2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2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2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2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2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2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2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2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2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2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2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2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2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2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2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2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2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2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2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2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2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2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2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2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2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2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2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2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2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2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2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2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2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2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2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2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2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2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2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2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2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2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2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2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2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2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2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2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2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2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2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2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2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2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2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2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2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2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2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2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2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2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2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2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2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2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2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2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2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2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2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2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2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2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2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2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2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2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2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2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2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2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2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2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2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2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2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2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2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2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2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2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2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2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2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2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2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2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2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2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2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2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2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2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2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2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2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2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2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2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2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2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2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2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2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2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2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2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2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2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2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2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2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2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2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2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2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2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2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2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2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2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2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2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2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2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2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2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2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2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2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2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2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2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2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2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2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2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2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2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2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2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2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2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2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2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2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2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2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2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2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2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2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2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2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2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2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2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2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2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2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2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2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2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2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2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2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2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2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2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2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2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2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2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2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2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2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2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2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2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2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2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2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2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2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2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2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2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2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2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2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2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2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2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2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2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2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2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2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2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2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2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2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2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2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2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2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2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2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2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2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2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2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2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2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2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2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2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2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2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2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2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2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2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2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2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2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2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2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2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2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2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2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2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2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2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2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2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2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2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2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2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2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2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2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2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2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2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2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2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2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2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2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2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2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2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2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2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2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2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2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2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2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2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2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2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2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2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2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2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2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2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2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2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2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2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2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2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2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2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2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2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2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2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2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2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2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2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2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2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2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2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2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2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2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2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2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2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2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2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2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2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2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2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2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2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2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2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2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2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2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2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2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2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2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2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2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2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2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2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2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2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2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2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2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2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2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2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2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2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2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2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2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2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2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2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2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2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2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2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2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2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2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2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2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2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2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2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2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2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2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2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2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2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2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2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2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2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2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2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2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2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2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2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2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2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2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2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2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2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2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2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2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2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2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2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2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2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2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2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2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2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2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2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2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2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2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2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2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2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2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2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2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2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2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2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2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2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2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2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2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2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2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2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2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2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2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2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2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2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2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2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2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2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2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2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2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2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2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2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2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2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2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2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2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2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2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2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2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2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2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2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2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2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2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2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2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2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2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2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2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2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2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2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2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2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2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2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2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2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2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2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2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2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2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2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2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2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2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2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2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2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2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2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2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2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2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2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2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2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2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2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2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2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2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2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2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2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2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2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2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2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2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2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2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2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2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2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2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2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2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2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2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2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2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2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2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2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2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2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2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2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2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2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2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2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2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2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2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2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2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2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2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2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2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2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2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2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2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2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2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2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2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2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2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2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2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2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2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2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2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2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2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2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2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2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2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2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2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2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2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2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2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2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2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2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2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2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2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2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2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2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2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2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2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2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2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2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2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2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2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2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2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2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2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2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2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2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2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2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2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2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2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2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2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2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2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2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2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2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2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2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2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2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2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2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2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2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2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2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2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2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2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2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2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2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2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2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2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2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2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2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2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2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2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2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2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2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2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2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2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2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2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2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2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2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2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2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2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2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2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2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2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2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2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2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2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2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2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2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2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2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2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2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2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2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2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2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2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2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2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2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2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2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2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2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2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2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2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2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2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2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2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2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2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2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2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2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2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2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2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2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2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2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2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2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2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2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2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2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2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2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2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2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2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2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2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2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2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2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2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2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2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2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2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2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2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2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2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2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2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2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2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2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2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2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2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2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2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2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2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2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2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2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2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2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2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2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2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2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2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2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2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2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2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2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2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2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2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2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2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2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2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2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2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2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2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2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2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2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2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2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2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2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2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2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2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2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2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2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2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2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2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2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2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2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2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2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2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2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2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2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2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2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2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2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2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2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2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2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2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2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2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2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2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2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2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2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2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2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2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2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2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2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2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2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2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2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2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2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2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2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2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2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2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2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2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2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2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2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2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2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2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2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2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2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2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2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2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2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2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2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2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2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2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2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2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2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2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2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2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2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2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2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2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2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2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2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2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2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2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2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2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2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2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2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2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2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2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2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2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2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2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2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2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2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2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2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2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2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2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2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2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2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2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2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2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2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2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2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2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2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2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2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2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2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2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2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2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2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2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2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2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2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2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2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2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2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2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2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2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2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2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2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2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2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2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2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2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2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2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2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2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2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2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2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2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2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2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2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2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2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2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2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2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2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2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2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2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2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2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2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2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2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2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2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2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2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2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2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2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2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2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2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2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2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2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2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2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2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2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2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2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2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2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2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2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2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2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2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2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2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2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2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2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2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2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2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2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2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2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2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2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2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2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2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2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2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2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2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2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2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2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2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2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2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2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2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2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2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2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2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2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2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2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2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2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2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2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2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2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2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2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2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2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2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2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2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2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2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2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2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2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2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2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2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2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2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2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2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2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2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2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2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2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2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2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2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2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2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2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2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2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2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2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2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2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2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2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2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2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2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2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2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2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2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2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2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2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2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2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2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2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2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2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2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2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2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2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2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2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2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2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2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2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2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2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2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2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2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2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2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2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2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2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2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2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2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2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2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2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2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2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2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2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2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2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2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2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2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2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2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2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2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2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2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2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2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2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2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2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2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2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2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2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2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2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2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2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2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2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129"/>
          <p:cNvGrpSpPr/>
          <p:nvPr/>
        </p:nvGrpSpPr>
        <p:grpSpPr>
          <a:xfrm>
            <a:off x="3574273" y="2854307"/>
            <a:ext cx="2241344" cy="1330656"/>
            <a:chOff x="3597785" y="3065882"/>
            <a:chExt cx="2241344" cy="1330656"/>
          </a:xfrm>
        </p:grpSpPr>
        <p:grpSp>
          <p:nvGrpSpPr>
            <p:cNvPr id="3882" name="Google Shape;3882;p129"/>
            <p:cNvGrpSpPr/>
            <p:nvPr/>
          </p:nvGrpSpPr>
          <p:grpSpPr>
            <a:xfrm>
              <a:off x="5296908" y="3937355"/>
              <a:ext cx="143198" cy="32380"/>
              <a:chOff x="5296908" y="3937355"/>
              <a:chExt cx="143198" cy="32380"/>
            </a:xfrm>
          </p:grpSpPr>
          <p:sp>
            <p:nvSpPr>
              <p:cNvPr id="3883" name="Google Shape;3883;p129"/>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4" name="Google Shape;3884;p129"/>
              <p:cNvGrpSpPr/>
              <p:nvPr/>
            </p:nvGrpSpPr>
            <p:grpSpPr>
              <a:xfrm>
                <a:off x="5402331" y="3937355"/>
                <a:ext cx="37776" cy="32380"/>
                <a:chOff x="5402331" y="3937355"/>
                <a:chExt cx="37776" cy="32380"/>
              </a:xfrm>
            </p:grpSpPr>
            <p:sp>
              <p:nvSpPr>
                <p:cNvPr id="3885" name="Google Shape;3885;p129"/>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29"/>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129"/>
              <p:cNvGrpSpPr/>
              <p:nvPr/>
            </p:nvGrpSpPr>
            <p:grpSpPr>
              <a:xfrm>
                <a:off x="5296908" y="3937355"/>
                <a:ext cx="37783" cy="32380"/>
                <a:chOff x="5296908" y="3937355"/>
                <a:chExt cx="37783" cy="32380"/>
              </a:xfrm>
            </p:grpSpPr>
            <p:sp>
              <p:nvSpPr>
                <p:cNvPr id="3888" name="Google Shape;3888;p129"/>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29"/>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0" name="Google Shape;3890;p129"/>
            <p:cNvGrpSpPr/>
            <p:nvPr/>
          </p:nvGrpSpPr>
          <p:grpSpPr>
            <a:xfrm>
              <a:off x="4724163" y="3119631"/>
              <a:ext cx="120838" cy="84218"/>
              <a:chOff x="4724163" y="3119631"/>
              <a:chExt cx="120838" cy="84218"/>
            </a:xfrm>
          </p:grpSpPr>
          <p:grpSp>
            <p:nvGrpSpPr>
              <p:cNvPr id="3891" name="Google Shape;3891;p129"/>
              <p:cNvGrpSpPr/>
              <p:nvPr/>
            </p:nvGrpSpPr>
            <p:grpSpPr>
              <a:xfrm>
                <a:off x="4746712" y="3132773"/>
                <a:ext cx="86869" cy="56424"/>
                <a:chOff x="4746712" y="3132773"/>
                <a:chExt cx="86869" cy="56424"/>
              </a:xfrm>
            </p:grpSpPr>
            <p:sp>
              <p:nvSpPr>
                <p:cNvPr id="3892" name="Google Shape;3892;p129"/>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29"/>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 name="Google Shape;3894;p129"/>
              <p:cNvGrpSpPr/>
              <p:nvPr/>
            </p:nvGrpSpPr>
            <p:grpSpPr>
              <a:xfrm>
                <a:off x="4773634" y="3143336"/>
                <a:ext cx="37776" cy="32451"/>
                <a:chOff x="4773634" y="3143336"/>
                <a:chExt cx="37776" cy="32451"/>
              </a:xfrm>
            </p:grpSpPr>
            <p:sp>
              <p:nvSpPr>
                <p:cNvPr id="3895" name="Google Shape;3895;p129"/>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29"/>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129"/>
              <p:cNvGrpSpPr/>
              <p:nvPr/>
            </p:nvGrpSpPr>
            <p:grpSpPr>
              <a:xfrm>
                <a:off x="4724163" y="3131248"/>
                <a:ext cx="37776" cy="32459"/>
                <a:chOff x="4724163" y="3131248"/>
                <a:chExt cx="37776" cy="32459"/>
              </a:xfrm>
            </p:grpSpPr>
            <p:sp>
              <p:nvSpPr>
                <p:cNvPr id="3898" name="Google Shape;3898;p129"/>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29"/>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129"/>
              <p:cNvGrpSpPr/>
              <p:nvPr/>
            </p:nvGrpSpPr>
            <p:grpSpPr>
              <a:xfrm>
                <a:off x="4755081" y="3176054"/>
                <a:ext cx="32357" cy="27795"/>
                <a:chOff x="4755081" y="3176054"/>
                <a:chExt cx="32357" cy="27795"/>
              </a:xfrm>
            </p:grpSpPr>
            <p:sp>
              <p:nvSpPr>
                <p:cNvPr id="3901" name="Google Shape;3901;p129"/>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29"/>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3" name="Google Shape;3903;p129"/>
              <p:cNvGrpSpPr/>
              <p:nvPr/>
            </p:nvGrpSpPr>
            <p:grpSpPr>
              <a:xfrm>
                <a:off x="4812550" y="3119631"/>
                <a:ext cx="32451" cy="27803"/>
                <a:chOff x="4812550" y="3119631"/>
                <a:chExt cx="32451" cy="27803"/>
              </a:xfrm>
            </p:grpSpPr>
            <p:sp>
              <p:nvSpPr>
                <p:cNvPr id="3904" name="Google Shape;3904;p129"/>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29"/>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6" name="Google Shape;3906;p129"/>
            <p:cNvGrpSpPr/>
            <p:nvPr/>
          </p:nvGrpSpPr>
          <p:grpSpPr>
            <a:xfrm>
              <a:off x="5382826" y="4027197"/>
              <a:ext cx="268967" cy="250422"/>
              <a:chOff x="5382826" y="4027197"/>
              <a:chExt cx="268967" cy="250422"/>
            </a:xfrm>
          </p:grpSpPr>
          <p:grpSp>
            <p:nvGrpSpPr>
              <p:cNvPr id="3907" name="Google Shape;3907;p129"/>
              <p:cNvGrpSpPr/>
              <p:nvPr/>
            </p:nvGrpSpPr>
            <p:grpSpPr>
              <a:xfrm>
                <a:off x="5405280" y="4042510"/>
                <a:ext cx="237570" cy="218647"/>
                <a:chOff x="5405280" y="4042510"/>
                <a:chExt cx="237570" cy="218647"/>
              </a:xfrm>
            </p:grpSpPr>
            <p:sp>
              <p:nvSpPr>
                <p:cNvPr id="3908" name="Google Shape;3908;p129"/>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29"/>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29"/>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29"/>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29"/>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29"/>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129"/>
              <p:cNvGrpSpPr/>
              <p:nvPr/>
            </p:nvGrpSpPr>
            <p:grpSpPr>
              <a:xfrm>
                <a:off x="5382826" y="4125549"/>
                <a:ext cx="37776" cy="32380"/>
                <a:chOff x="5382826" y="4125549"/>
                <a:chExt cx="37776" cy="32380"/>
              </a:xfrm>
            </p:grpSpPr>
            <p:sp>
              <p:nvSpPr>
                <p:cNvPr id="3915" name="Google Shape;3915;p129"/>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29"/>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129"/>
              <p:cNvGrpSpPr/>
              <p:nvPr/>
            </p:nvGrpSpPr>
            <p:grpSpPr>
              <a:xfrm>
                <a:off x="5475680" y="4195587"/>
                <a:ext cx="37783" cy="32364"/>
                <a:chOff x="5475680" y="4195587"/>
                <a:chExt cx="37783" cy="32364"/>
              </a:xfrm>
            </p:grpSpPr>
            <p:sp>
              <p:nvSpPr>
                <p:cNvPr id="3918" name="Google Shape;3918;p129"/>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29"/>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129"/>
              <p:cNvGrpSpPr/>
              <p:nvPr/>
            </p:nvGrpSpPr>
            <p:grpSpPr>
              <a:xfrm>
                <a:off x="5532575" y="4027197"/>
                <a:ext cx="33308" cy="32262"/>
                <a:chOff x="5532575" y="4027197"/>
                <a:chExt cx="33308" cy="32262"/>
              </a:xfrm>
            </p:grpSpPr>
            <p:sp>
              <p:nvSpPr>
                <p:cNvPr id="3921" name="Google Shape;3921;p129"/>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29"/>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129"/>
              <p:cNvGrpSpPr/>
              <p:nvPr/>
            </p:nvGrpSpPr>
            <p:grpSpPr>
              <a:xfrm>
                <a:off x="5590706" y="4245348"/>
                <a:ext cx="33497" cy="32270"/>
                <a:chOff x="5590706" y="4245348"/>
                <a:chExt cx="33497" cy="32270"/>
              </a:xfrm>
            </p:grpSpPr>
            <p:sp>
              <p:nvSpPr>
                <p:cNvPr id="3924" name="Google Shape;3924;p129"/>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29"/>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129"/>
              <p:cNvGrpSpPr/>
              <p:nvPr/>
            </p:nvGrpSpPr>
            <p:grpSpPr>
              <a:xfrm>
                <a:off x="5618681" y="4109677"/>
                <a:ext cx="33112" cy="32357"/>
                <a:chOff x="5618681" y="4109677"/>
                <a:chExt cx="33112" cy="32357"/>
              </a:xfrm>
            </p:grpSpPr>
            <p:sp>
              <p:nvSpPr>
                <p:cNvPr id="3927" name="Google Shape;3927;p129"/>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29"/>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129"/>
              <p:cNvGrpSpPr/>
              <p:nvPr/>
            </p:nvGrpSpPr>
            <p:grpSpPr>
              <a:xfrm>
                <a:off x="5479298" y="4128262"/>
                <a:ext cx="31405" cy="26906"/>
                <a:chOff x="5479298" y="4128262"/>
                <a:chExt cx="31405" cy="26906"/>
              </a:xfrm>
            </p:grpSpPr>
            <p:sp>
              <p:nvSpPr>
                <p:cNvPr id="3930" name="Google Shape;3930;p129"/>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29"/>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129"/>
              <p:cNvGrpSpPr/>
              <p:nvPr/>
            </p:nvGrpSpPr>
            <p:grpSpPr>
              <a:xfrm>
                <a:off x="5582903" y="4180116"/>
                <a:ext cx="31499" cy="26898"/>
                <a:chOff x="5582903" y="4180116"/>
                <a:chExt cx="31499" cy="26898"/>
              </a:xfrm>
            </p:grpSpPr>
            <p:sp>
              <p:nvSpPr>
                <p:cNvPr id="3933" name="Google Shape;3933;p129"/>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29"/>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5" name="Google Shape;3935;p129"/>
            <p:cNvGrpSpPr/>
            <p:nvPr/>
          </p:nvGrpSpPr>
          <p:grpSpPr>
            <a:xfrm>
              <a:off x="3977681" y="3230323"/>
              <a:ext cx="94584" cy="84085"/>
              <a:chOff x="3977681" y="3230323"/>
              <a:chExt cx="94584" cy="84085"/>
            </a:xfrm>
          </p:grpSpPr>
          <p:grpSp>
            <p:nvGrpSpPr>
              <p:cNvPr id="3936" name="Google Shape;3936;p129"/>
              <p:cNvGrpSpPr/>
              <p:nvPr/>
            </p:nvGrpSpPr>
            <p:grpSpPr>
              <a:xfrm>
                <a:off x="4000135" y="3243041"/>
                <a:ext cx="59570" cy="57186"/>
                <a:chOff x="4000135" y="3243041"/>
                <a:chExt cx="59570" cy="57186"/>
              </a:xfrm>
            </p:grpSpPr>
            <p:sp>
              <p:nvSpPr>
                <p:cNvPr id="3937" name="Google Shape;3937;p129"/>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29"/>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29"/>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129"/>
              <p:cNvGrpSpPr/>
              <p:nvPr/>
            </p:nvGrpSpPr>
            <p:grpSpPr>
              <a:xfrm>
                <a:off x="3977681" y="3245872"/>
                <a:ext cx="37783" cy="32380"/>
                <a:chOff x="3977681" y="3245872"/>
                <a:chExt cx="37783" cy="32380"/>
              </a:xfrm>
            </p:grpSpPr>
            <p:sp>
              <p:nvSpPr>
                <p:cNvPr id="3941" name="Google Shape;3941;p129"/>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29"/>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129"/>
              <p:cNvGrpSpPr/>
              <p:nvPr/>
            </p:nvGrpSpPr>
            <p:grpSpPr>
              <a:xfrm>
                <a:off x="4040860" y="3262672"/>
                <a:ext cx="31405" cy="27001"/>
                <a:chOff x="4040860" y="3262672"/>
                <a:chExt cx="31405" cy="27001"/>
              </a:xfrm>
            </p:grpSpPr>
            <p:sp>
              <p:nvSpPr>
                <p:cNvPr id="3944" name="Google Shape;3944;p129"/>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29"/>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129"/>
              <p:cNvGrpSpPr/>
              <p:nvPr/>
            </p:nvGrpSpPr>
            <p:grpSpPr>
              <a:xfrm>
                <a:off x="4021072" y="3230323"/>
                <a:ext cx="31397" cy="26906"/>
                <a:chOff x="4021072" y="3230323"/>
                <a:chExt cx="31397" cy="26906"/>
              </a:xfrm>
            </p:grpSpPr>
            <p:sp>
              <p:nvSpPr>
                <p:cNvPr id="3947" name="Google Shape;3947;p129"/>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29"/>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129"/>
              <p:cNvGrpSpPr/>
              <p:nvPr/>
            </p:nvGrpSpPr>
            <p:grpSpPr>
              <a:xfrm>
                <a:off x="4001472" y="3287462"/>
                <a:ext cx="31499" cy="26945"/>
                <a:chOff x="4001472" y="3287462"/>
                <a:chExt cx="31499" cy="26945"/>
              </a:xfrm>
            </p:grpSpPr>
            <p:sp>
              <p:nvSpPr>
                <p:cNvPr id="3950" name="Google Shape;3950;p129"/>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29"/>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29"/>
            <p:cNvGrpSpPr/>
            <p:nvPr/>
          </p:nvGrpSpPr>
          <p:grpSpPr>
            <a:xfrm>
              <a:off x="4084715" y="3258865"/>
              <a:ext cx="184961" cy="137268"/>
              <a:chOff x="4084715" y="3258865"/>
              <a:chExt cx="184961" cy="137268"/>
            </a:xfrm>
          </p:grpSpPr>
          <p:grpSp>
            <p:nvGrpSpPr>
              <p:cNvPr id="3953" name="Google Shape;3953;p129"/>
              <p:cNvGrpSpPr/>
              <p:nvPr/>
            </p:nvGrpSpPr>
            <p:grpSpPr>
              <a:xfrm>
                <a:off x="4107453" y="3271583"/>
                <a:ext cx="153470" cy="110275"/>
                <a:chOff x="4107453" y="3271583"/>
                <a:chExt cx="153470" cy="110275"/>
              </a:xfrm>
            </p:grpSpPr>
            <p:sp>
              <p:nvSpPr>
                <p:cNvPr id="3954" name="Google Shape;3954;p129"/>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29"/>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29"/>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29"/>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129"/>
              <p:cNvGrpSpPr/>
              <p:nvPr/>
            </p:nvGrpSpPr>
            <p:grpSpPr>
              <a:xfrm>
                <a:off x="4136947" y="3258865"/>
                <a:ext cx="31499" cy="27001"/>
                <a:chOff x="4136947" y="3258865"/>
                <a:chExt cx="31499" cy="27001"/>
              </a:xfrm>
            </p:grpSpPr>
            <p:sp>
              <p:nvSpPr>
                <p:cNvPr id="3959" name="Google Shape;3959;p129"/>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29"/>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129"/>
              <p:cNvGrpSpPr/>
              <p:nvPr/>
            </p:nvGrpSpPr>
            <p:grpSpPr>
              <a:xfrm>
                <a:off x="4084715" y="3266478"/>
                <a:ext cx="31468" cy="26898"/>
                <a:chOff x="4084715" y="3266478"/>
                <a:chExt cx="31468" cy="26898"/>
              </a:xfrm>
            </p:grpSpPr>
            <p:sp>
              <p:nvSpPr>
                <p:cNvPr id="3962" name="Google Shape;3962;p129"/>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29"/>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129"/>
              <p:cNvGrpSpPr/>
              <p:nvPr/>
            </p:nvGrpSpPr>
            <p:grpSpPr>
              <a:xfrm>
                <a:off x="4159213" y="3279849"/>
                <a:ext cx="31405" cy="26945"/>
                <a:chOff x="4159213" y="3279849"/>
                <a:chExt cx="31405" cy="26945"/>
              </a:xfrm>
            </p:grpSpPr>
            <p:sp>
              <p:nvSpPr>
                <p:cNvPr id="3965" name="Google Shape;3965;p129"/>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29"/>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129"/>
              <p:cNvGrpSpPr/>
              <p:nvPr/>
            </p:nvGrpSpPr>
            <p:grpSpPr>
              <a:xfrm>
                <a:off x="4201550" y="3266502"/>
                <a:ext cx="31405" cy="26883"/>
                <a:chOff x="4201550" y="3266502"/>
                <a:chExt cx="31405" cy="26883"/>
              </a:xfrm>
            </p:grpSpPr>
            <p:sp>
              <p:nvSpPr>
                <p:cNvPr id="3968" name="Google Shape;3968;p129"/>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29"/>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129"/>
              <p:cNvGrpSpPr/>
              <p:nvPr/>
            </p:nvGrpSpPr>
            <p:grpSpPr>
              <a:xfrm>
                <a:off x="4201550" y="3338278"/>
                <a:ext cx="31405" cy="26930"/>
                <a:chOff x="4201550" y="3338278"/>
                <a:chExt cx="31405" cy="26930"/>
              </a:xfrm>
            </p:grpSpPr>
            <p:sp>
              <p:nvSpPr>
                <p:cNvPr id="3971" name="Google Shape;3971;p129"/>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29"/>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129"/>
              <p:cNvGrpSpPr/>
              <p:nvPr/>
            </p:nvGrpSpPr>
            <p:grpSpPr>
              <a:xfrm>
                <a:off x="4238272" y="3369132"/>
                <a:ext cx="31405" cy="27001"/>
                <a:chOff x="4238272" y="3369132"/>
                <a:chExt cx="31405" cy="27001"/>
              </a:xfrm>
            </p:grpSpPr>
            <p:sp>
              <p:nvSpPr>
                <p:cNvPr id="3974" name="Google Shape;3974;p129"/>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29"/>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6" name="Google Shape;3976;p129"/>
            <p:cNvGrpSpPr/>
            <p:nvPr/>
          </p:nvGrpSpPr>
          <p:grpSpPr>
            <a:xfrm>
              <a:off x="4068639" y="3200169"/>
              <a:ext cx="77643" cy="37272"/>
              <a:chOff x="4068639" y="3200169"/>
              <a:chExt cx="77643" cy="37272"/>
            </a:xfrm>
          </p:grpSpPr>
          <p:sp>
            <p:nvSpPr>
              <p:cNvPr id="3977" name="Google Shape;3977;p129"/>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8" name="Google Shape;3978;p129"/>
              <p:cNvGrpSpPr/>
              <p:nvPr/>
            </p:nvGrpSpPr>
            <p:grpSpPr>
              <a:xfrm>
                <a:off x="4114878" y="3200169"/>
                <a:ext cx="31405" cy="26993"/>
                <a:chOff x="4114878" y="3200169"/>
                <a:chExt cx="31405" cy="26993"/>
              </a:xfrm>
            </p:grpSpPr>
            <p:sp>
              <p:nvSpPr>
                <p:cNvPr id="3979" name="Google Shape;3979;p129"/>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29"/>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129"/>
              <p:cNvGrpSpPr/>
              <p:nvPr/>
            </p:nvGrpSpPr>
            <p:grpSpPr>
              <a:xfrm>
                <a:off x="4068639" y="3210535"/>
                <a:ext cx="31499" cy="26906"/>
                <a:chOff x="4068639" y="3210535"/>
                <a:chExt cx="31499" cy="26906"/>
              </a:xfrm>
            </p:grpSpPr>
            <p:sp>
              <p:nvSpPr>
                <p:cNvPr id="3982" name="Google Shape;3982;p129"/>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29"/>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4" name="Google Shape;3984;p129"/>
            <p:cNvGrpSpPr/>
            <p:nvPr/>
          </p:nvGrpSpPr>
          <p:grpSpPr>
            <a:xfrm>
              <a:off x="3869702" y="3066935"/>
              <a:ext cx="382664" cy="190294"/>
              <a:chOff x="3869702" y="3066935"/>
              <a:chExt cx="382664" cy="190294"/>
            </a:xfrm>
          </p:grpSpPr>
          <p:grpSp>
            <p:nvGrpSpPr>
              <p:cNvPr id="3985" name="Google Shape;3985;p129"/>
              <p:cNvGrpSpPr/>
              <p:nvPr/>
            </p:nvGrpSpPr>
            <p:grpSpPr>
              <a:xfrm>
                <a:off x="3888633" y="3082351"/>
                <a:ext cx="351172" cy="160698"/>
                <a:chOff x="3888633" y="3082351"/>
                <a:chExt cx="351172" cy="160698"/>
              </a:xfrm>
            </p:grpSpPr>
            <p:sp>
              <p:nvSpPr>
                <p:cNvPr id="3986" name="Google Shape;3986;p129"/>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29"/>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29"/>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29"/>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29"/>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29"/>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129"/>
              <p:cNvGrpSpPr/>
              <p:nvPr/>
            </p:nvGrpSpPr>
            <p:grpSpPr>
              <a:xfrm>
                <a:off x="4143703" y="3066935"/>
                <a:ext cx="37783" cy="32357"/>
                <a:chOff x="4143703" y="3066935"/>
                <a:chExt cx="37783" cy="32357"/>
              </a:xfrm>
            </p:grpSpPr>
            <p:sp>
              <p:nvSpPr>
                <p:cNvPr id="3993" name="Google Shape;3993;p129"/>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29"/>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129"/>
              <p:cNvGrpSpPr/>
              <p:nvPr/>
            </p:nvGrpSpPr>
            <p:grpSpPr>
              <a:xfrm>
                <a:off x="4044565" y="3103563"/>
                <a:ext cx="37783" cy="32451"/>
                <a:chOff x="4044565" y="3103563"/>
                <a:chExt cx="37783" cy="32451"/>
              </a:xfrm>
            </p:grpSpPr>
            <p:sp>
              <p:nvSpPr>
                <p:cNvPr id="3996" name="Google Shape;3996;p129"/>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29"/>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129"/>
              <p:cNvGrpSpPr/>
              <p:nvPr/>
            </p:nvGrpSpPr>
            <p:grpSpPr>
              <a:xfrm>
                <a:off x="4017454" y="3188237"/>
                <a:ext cx="37776" cy="32357"/>
                <a:chOff x="4017454" y="3188237"/>
                <a:chExt cx="37776" cy="32357"/>
              </a:xfrm>
            </p:grpSpPr>
            <p:sp>
              <p:nvSpPr>
                <p:cNvPr id="3999" name="Google Shape;3999;p129"/>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29"/>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129"/>
              <p:cNvGrpSpPr/>
              <p:nvPr/>
            </p:nvGrpSpPr>
            <p:grpSpPr>
              <a:xfrm>
                <a:off x="3921548" y="3157509"/>
                <a:ext cx="37783" cy="32357"/>
                <a:chOff x="3921548" y="3157509"/>
                <a:chExt cx="37783" cy="32357"/>
              </a:xfrm>
            </p:grpSpPr>
            <p:sp>
              <p:nvSpPr>
                <p:cNvPr id="4002" name="Google Shape;4002;p129"/>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29"/>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129"/>
              <p:cNvGrpSpPr/>
              <p:nvPr/>
            </p:nvGrpSpPr>
            <p:grpSpPr>
              <a:xfrm>
                <a:off x="3939056" y="3211620"/>
                <a:ext cx="37783" cy="32380"/>
                <a:chOff x="3939056" y="3211620"/>
                <a:chExt cx="37783" cy="32380"/>
              </a:xfrm>
            </p:grpSpPr>
            <p:sp>
              <p:nvSpPr>
                <p:cNvPr id="4005" name="Google Shape;4005;p129"/>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29"/>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129"/>
              <p:cNvGrpSpPr/>
              <p:nvPr/>
            </p:nvGrpSpPr>
            <p:grpSpPr>
              <a:xfrm>
                <a:off x="4176240" y="3136965"/>
                <a:ext cx="31405" cy="26930"/>
                <a:chOff x="4176240" y="3136965"/>
                <a:chExt cx="31405" cy="26930"/>
              </a:xfrm>
            </p:grpSpPr>
            <p:sp>
              <p:nvSpPr>
                <p:cNvPr id="4008" name="Google Shape;4008;p129"/>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29"/>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29"/>
              <p:cNvGrpSpPr/>
              <p:nvPr/>
            </p:nvGrpSpPr>
            <p:grpSpPr>
              <a:xfrm>
                <a:off x="4133148" y="3152593"/>
                <a:ext cx="31499" cy="27001"/>
                <a:chOff x="4133148" y="3152593"/>
                <a:chExt cx="31499" cy="27001"/>
              </a:xfrm>
            </p:grpSpPr>
            <p:sp>
              <p:nvSpPr>
                <p:cNvPr id="4011" name="Google Shape;4011;p129"/>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29"/>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129"/>
              <p:cNvGrpSpPr/>
              <p:nvPr/>
            </p:nvGrpSpPr>
            <p:grpSpPr>
              <a:xfrm>
                <a:off x="4220866" y="3073534"/>
                <a:ext cx="31499" cy="26898"/>
                <a:chOff x="4220866" y="3073534"/>
                <a:chExt cx="31499" cy="26898"/>
              </a:xfrm>
            </p:grpSpPr>
            <p:sp>
              <p:nvSpPr>
                <p:cNvPr id="4014" name="Google Shape;4014;p129"/>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29"/>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129"/>
              <p:cNvGrpSpPr/>
              <p:nvPr/>
            </p:nvGrpSpPr>
            <p:grpSpPr>
              <a:xfrm>
                <a:off x="3869702" y="3230323"/>
                <a:ext cx="31499" cy="26906"/>
                <a:chOff x="3869702" y="3230323"/>
                <a:chExt cx="31499" cy="26906"/>
              </a:xfrm>
            </p:grpSpPr>
            <p:sp>
              <p:nvSpPr>
                <p:cNvPr id="4017" name="Google Shape;4017;p129"/>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29"/>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9" name="Google Shape;4019;p129"/>
            <p:cNvGrpSpPr/>
            <p:nvPr/>
          </p:nvGrpSpPr>
          <p:grpSpPr>
            <a:xfrm>
              <a:off x="4271383" y="3065882"/>
              <a:ext cx="304556" cy="341663"/>
              <a:chOff x="4271383" y="3065882"/>
              <a:chExt cx="304556" cy="341663"/>
            </a:xfrm>
          </p:grpSpPr>
          <p:grpSp>
            <p:nvGrpSpPr>
              <p:cNvPr id="4020" name="Google Shape;4020;p129"/>
              <p:cNvGrpSpPr/>
              <p:nvPr/>
            </p:nvGrpSpPr>
            <p:grpSpPr>
              <a:xfrm>
                <a:off x="4293838" y="3078639"/>
                <a:ext cx="269353" cy="311973"/>
                <a:chOff x="4293838" y="3078639"/>
                <a:chExt cx="269353" cy="311973"/>
              </a:xfrm>
            </p:grpSpPr>
            <p:sp>
              <p:nvSpPr>
                <p:cNvPr id="4021" name="Google Shape;4021;p129"/>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29"/>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29"/>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29"/>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29"/>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29"/>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29"/>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29"/>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29"/>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29"/>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29"/>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29"/>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29"/>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29"/>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29"/>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29"/>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29"/>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129"/>
              <p:cNvGrpSpPr/>
              <p:nvPr/>
            </p:nvGrpSpPr>
            <p:grpSpPr>
              <a:xfrm>
                <a:off x="4538164" y="3342061"/>
                <a:ext cx="37776" cy="32380"/>
                <a:chOff x="4538164" y="3342061"/>
                <a:chExt cx="37776" cy="32380"/>
              </a:xfrm>
            </p:grpSpPr>
            <p:sp>
              <p:nvSpPr>
                <p:cNvPr id="4039" name="Google Shape;4039;p129"/>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29"/>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129"/>
              <p:cNvGrpSpPr/>
              <p:nvPr/>
            </p:nvGrpSpPr>
            <p:grpSpPr>
              <a:xfrm>
                <a:off x="4271383" y="3194742"/>
                <a:ext cx="37783" cy="32420"/>
                <a:chOff x="4271383" y="3194742"/>
                <a:chExt cx="37783" cy="32420"/>
              </a:xfrm>
            </p:grpSpPr>
            <p:sp>
              <p:nvSpPr>
                <p:cNvPr id="4042" name="Google Shape;4042;p129"/>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29"/>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129"/>
              <p:cNvGrpSpPr/>
              <p:nvPr/>
            </p:nvGrpSpPr>
            <p:grpSpPr>
              <a:xfrm>
                <a:off x="4284416" y="3084058"/>
                <a:ext cx="37783" cy="32357"/>
                <a:chOff x="4284416" y="3084058"/>
                <a:chExt cx="37783" cy="32357"/>
              </a:xfrm>
            </p:grpSpPr>
            <p:sp>
              <p:nvSpPr>
                <p:cNvPr id="4045" name="Google Shape;4045;p129"/>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29"/>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129"/>
              <p:cNvGrpSpPr/>
              <p:nvPr/>
            </p:nvGrpSpPr>
            <p:grpSpPr>
              <a:xfrm>
                <a:off x="4478697" y="3297561"/>
                <a:ext cx="37776" cy="32451"/>
                <a:chOff x="4478697" y="3297561"/>
                <a:chExt cx="37776" cy="32451"/>
              </a:xfrm>
            </p:grpSpPr>
            <p:sp>
              <p:nvSpPr>
                <p:cNvPr id="4048" name="Google Shape;4048;p129"/>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29"/>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129"/>
              <p:cNvGrpSpPr/>
              <p:nvPr/>
            </p:nvGrpSpPr>
            <p:grpSpPr>
              <a:xfrm>
                <a:off x="4411813" y="3331711"/>
                <a:ext cx="37776" cy="32451"/>
                <a:chOff x="4411813" y="3331711"/>
                <a:chExt cx="37776" cy="32451"/>
              </a:xfrm>
            </p:grpSpPr>
            <p:sp>
              <p:nvSpPr>
                <p:cNvPr id="4051" name="Google Shape;4051;p129"/>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29"/>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129"/>
              <p:cNvGrpSpPr/>
              <p:nvPr/>
            </p:nvGrpSpPr>
            <p:grpSpPr>
              <a:xfrm>
                <a:off x="4337984" y="3375188"/>
                <a:ext cx="37776" cy="32357"/>
                <a:chOff x="4337984" y="3375188"/>
                <a:chExt cx="37776" cy="32357"/>
              </a:xfrm>
            </p:grpSpPr>
            <p:sp>
              <p:nvSpPr>
                <p:cNvPr id="4054" name="Google Shape;4054;p129"/>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29"/>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129"/>
              <p:cNvGrpSpPr/>
              <p:nvPr/>
            </p:nvGrpSpPr>
            <p:grpSpPr>
              <a:xfrm>
                <a:off x="4494867" y="3090530"/>
                <a:ext cx="37878" cy="32451"/>
                <a:chOff x="4494867" y="3090530"/>
                <a:chExt cx="37878" cy="32451"/>
              </a:xfrm>
            </p:grpSpPr>
            <p:sp>
              <p:nvSpPr>
                <p:cNvPr id="4057" name="Google Shape;4057;p129"/>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29"/>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129"/>
              <p:cNvGrpSpPr/>
              <p:nvPr/>
            </p:nvGrpSpPr>
            <p:grpSpPr>
              <a:xfrm>
                <a:off x="4525124" y="3207774"/>
                <a:ext cx="37783" cy="32420"/>
                <a:chOff x="4525124" y="3207774"/>
                <a:chExt cx="37783" cy="32420"/>
              </a:xfrm>
            </p:grpSpPr>
            <p:sp>
              <p:nvSpPr>
                <p:cNvPr id="4060" name="Google Shape;4060;p129"/>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29"/>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129"/>
              <p:cNvGrpSpPr/>
              <p:nvPr/>
            </p:nvGrpSpPr>
            <p:grpSpPr>
              <a:xfrm>
                <a:off x="4440544" y="3176479"/>
                <a:ext cx="31499" cy="26898"/>
                <a:chOff x="4440544" y="3176479"/>
                <a:chExt cx="31499" cy="26898"/>
              </a:xfrm>
            </p:grpSpPr>
            <p:sp>
              <p:nvSpPr>
                <p:cNvPr id="4063" name="Google Shape;4063;p129"/>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29"/>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129"/>
              <p:cNvGrpSpPr/>
              <p:nvPr/>
            </p:nvGrpSpPr>
            <p:grpSpPr>
              <a:xfrm>
                <a:off x="4350545" y="3156400"/>
                <a:ext cx="31405" cy="27001"/>
                <a:chOff x="4350545" y="3156400"/>
                <a:chExt cx="31405" cy="27001"/>
              </a:xfrm>
            </p:grpSpPr>
            <p:sp>
              <p:nvSpPr>
                <p:cNvPr id="4066" name="Google Shape;4066;p129"/>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29"/>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29"/>
              <p:cNvGrpSpPr/>
              <p:nvPr/>
            </p:nvGrpSpPr>
            <p:grpSpPr>
              <a:xfrm>
                <a:off x="4376703" y="3255058"/>
                <a:ext cx="31405" cy="27001"/>
                <a:chOff x="4376703" y="3255058"/>
                <a:chExt cx="31405" cy="27001"/>
              </a:xfrm>
            </p:grpSpPr>
            <p:sp>
              <p:nvSpPr>
                <p:cNvPr id="4069" name="Google Shape;4069;p129"/>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29"/>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129"/>
              <p:cNvGrpSpPr/>
              <p:nvPr/>
            </p:nvGrpSpPr>
            <p:grpSpPr>
              <a:xfrm>
                <a:off x="4331322" y="3283656"/>
                <a:ext cx="31405" cy="26945"/>
                <a:chOff x="4331322" y="3283656"/>
                <a:chExt cx="31405" cy="26945"/>
              </a:xfrm>
            </p:grpSpPr>
            <p:sp>
              <p:nvSpPr>
                <p:cNvPr id="4072" name="Google Shape;4072;p129"/>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29"/>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129"/>
              <p:cNvGrpSpPr/>
              <p:nvPr/>
            </p:nvGrpSpPr>
            <p:grpSpPr>
              <a:xfrm>
                <a:off x="4380510" y="3065882"/>
                <a:ext cx="31405" cy="26938"/>
                <a:chOff x="4380510" y="3065882"/>
                <a:chExt cx="31405" cy="26938"/>
              </a:xfrm>
            </p:grpSpPr>
            <p:sp>
              <p:nvSpPr>
                <p:cNvPr id="4075" name="Google Shape;4075;p129"/>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29"/>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7" name="Google Shape;4077;p129"/>
            <p:cNvGrpSpPr/>
            <p:nvPr/>
          </p:nvGrpSpPr>
          <p:grpSpPr>
            <a:xfrm>
              <a:off x="4558998" y="3188237"/>
              <a:ext cx="1280131" cy="1052746"/>
              <a:chOff x="4558998" y="3188237"/>
              <a:chExt cx="1280131" cy="1052746"/>
            </a:xfrm>
          </p:grpSpPr>
          <p:sp>
            <p:nvSpPr>
              <p:cNvPr id="4078" name="Google Shape;4078;p129"/>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9" name="Google Shape;4079;p129"/>
              <p:cNvGrpSpPr/>
              <p:nvPr/>
            </p:nvGrpSpPr>
            <p:grpSpPr>
              <a:xfrm>
                <a:off x="4579164" y="3203653"/>
                <a:ext cx="1244833" cy="1020397"/>
                <a:chOff x="4579164" y="3203653"/>
                <a:chExt cx="1244833" cy="1020397"/>
              </a:xfrm>
            </p:grpSpPr>
            <p:sp>
              <p:nvSpPr>
                <p:cNvPr id="4080" name="Google Shape;4080;p129"/>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29"/>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2" name="Google Shape;4082;p129"/>
                <p:cNvGrpSpPr/>
                <p:nvPr/>
              </p:nvGrpSpPr>
              <p:grpSpPr>
                <a:xfrm>
                  <a:off x="4579164" y="3203653"/>
                  <a:ext cx="1244833" cy="1020397"/>
                  <a:chOff x="4579164" y="3203653"/>
                  <a:chExt cx="1244833" cy="1020397"/>
                </a:xfrm>
              </p:grpSpPr>
              <p:sp>
                <p:nvSpPr>
                  <p:cNvPr id="4083" name="Google Shape;4083;p129"/>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29"/>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5" name="Google Shape;4085;p129"/>
                  <p:cNvGrpSpPr/>
                  <p:nvPr/>
                </p:nvGrpSpPr>
                <p:grpSpPr>
                  <a:xfrm>
                    <a:off x="4579164" y="3203653"/>
                    <a:ext cx="1244833" cy="1020397"/>
                    <a:chOff x="4579164" y="3203653"/>
                    <a:chExt cx="1244833" cy="1020397"/>
                  </a:xfrm>
                </p:grpSpPr>
                <p:sp>
                  <p:nvSpPr>
                    <p:cNvPr id="4086" name="Google Shape;4086;p129"/>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29"/>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29"/>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29"/>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29"/>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29"/>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29"/>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29"/>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4" name="Google Shape;4094;p129"/>
                    <p:cNvGrpSpPr/>
                    <p:nvPr/>
                  </p:nvGrpSpPr>
                  <p:grpSpPr>
                    <a:xfrm>
                      <a:off x="4579164" y="3203653"/>
                      <a:ext cx="1244833" cy="1020397"/>
                      <a:chOff x="4579164" y="3203653"/>
                      <a:chExt cx="1244833" cy="1020397"/>
                    </a:xfrm>
                  </p:grpSpPr>
                  <p:sp>
                    <p:nvSpPr>
                      <p:cNvPr id="4095" name="Google Shape;4095;p129"/>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29"/>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29"/>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29"/>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29"/>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29"/>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29"/>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29"/>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29"/>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29"/>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29"/>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29"/>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29"/>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29"/>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9" name="Google Shape;4109;p129"/>
                      <p:cNvGrpSpPr/>
                      <p:nvPr/>
                    </p:nvGrpSpPr>
                    <p:grpSpPr>
                      <a:xfrm>
                        <a:off x="4579164" y="3203653"/>
                        <a:ext cx="1244833" cy="1020397"/>
                        <a:chOff x="4579164" y="3203653"/>
                        <a:chExt cx="1244833" cy="1020397"/>
                      </a:xfrm>
                    </p:grpSpPr>
                    <p:sp>
                      <p:nvSpPr>
                        <p:cNvPr id="4110" name="Google Shape;4110;p129"/>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29"/>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29"/>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29"/>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29"/>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29"/>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29"/>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29"/>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29"/>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29"/>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29"/>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29"/>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29"/>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29"/>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29"/>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29"/>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29"/>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29"/>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29"/>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29"/>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29"/>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29"/>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29"/>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29"/>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4" name="Google Shape;4134;p129"/>
                        <p:cNvGrpSpPr/>
                        <p:nvPr/>
                      </p:nvGrpSpPr>
                      <p:grpSpPr>
                        <a:xfrm>
                          <a:off x="4579164" y="3203653"/>
                          <a:ext cx="1244833" cy="1020397"/>
                          <a:chOff x="4579164" y="3203653"/>
                          <a:chExt cx="1244833" cy="1020397"/>
                        </a:xfrm>
                      </p:grpSpPr>
                      <p:sp>
                        <p:nvSpPr>
                          <p:cNvPr id="4135" name="Google Shape;4135;p129"/>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6" name="Google Shape;4136;p129"/>
                          <p:cNvGrpSpPr/>
                          <p:nvPr/>
                        </p:nvGrpSpPr>
                        <p:grpSpPr>
                          <a:xfrm>
                            <a:off x="4579164" y="3203653"/>
                            <a:ext cx="1244833" cy="1020397"/>
                            <a:chOff x="4579164" y="3203653"/>
                            <a:chExt cx="1244833" cy="1020397"/>
                          </a:xfrm>
                        </p:grpSpPr>
                        <p:sp>
                          <p:nvSpPr>
                            <p:cNvPr id="4137" name="Google Shape;4137;p129"/>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29"/>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29"/>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29"/>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29"/>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29"/>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29"/>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4" name="Google Shape;4144;p129"/>
                            <p:cNvGrpSpPr/>
                            <p:nvPr/>
                          </p:nvGrpSpPr>
                          <p:grpSpPr>
                            <a:xfrm>
                              <a:off x="4579164" y="3203653"/>
                              <a:ext cx="1244833" cy="1020397"/>
                              <a:chOff x="4579164" y="3203653"/>
                              <a:chExt cx="1244833" cy="1020397"/>
                            </a:xfrm>
                          </p:grpSpPr>
                          <p:sp>
                            <p:nvSpPr>
                              <p:cNvPr id="4145" name="Google Shape;4145;p129"/>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29"/>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29"/>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29"/>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29"/>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29"/>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29"/>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29"/>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29"/>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29"/>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29"/>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29"/>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29"/>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8" name="Google Shape;4158;p129"/>
                              <p:cNvGrpSpPr/>
                              <p:nvPr/>
                            </p:nvGrpSpPr>
                            <p:grpSpPr>
                              <a:xfrm>
                                <a:off x="4579164" y="3203653"/>
                                <a:ext cx="1244833" cy="1020397"/>
                                <a:chOff x="4579164" y="3203653"/>
                                <a:chExt cx="1244833" cy="1020397"/>
                              </a:xfrm>
                            </p:grpSpPr>
                            <p:sp>
                              <p:nvSpPr>
                                <p:cNvPr id="4159" name="Google Shape;4159;p129"/>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29"/>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29"/>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29"/>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29"/>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29"/>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29"/>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6" name="Google Shape;4166;p129"/>
                                <p:cNvGrpSpPr/>
                                <p:nvPr/>
                              </p:nvGrpSpPr>
                              <p:grpSpPr>
                                <a:xfrm>
                                  <a:off x="4579164" y="3203653"/>
                                  <a:ext cx="1244833" cy="1020397"/>
                                  <a:chOff x="4579164" y="3203653"/>
                                  <a:chExt cx="1244833" cy="1020397"/>
                                </a:xfrm>
                              </p:grpSpPr>
                              <p:sp>
                                <p:nvSpPr>
                                  <p:cNvPr id="4167" name="Google Shape;4167;p129"/>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29"/>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29"/>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29"/>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29"/>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2" name="Google Shape;4172;p129"/>
                                  <p:cNvGrpSpPr/>
                                  <p:nvPr/>
                                </p:nvGrpSpPr>
                                <p:grpSpPr>
                                  <a:xfrm>
                                    <a:off x="4579164" y="3203653"/>
                                    <a:ext cx="1244833" cy="1020397"/>
                                    <a:chOff x="4579164" y="3203653"/>
                                    <a:chExt cx="1244833" cy="1020397"/>
                                  </a:xfrm>
                                </p:grpSpPr>
                                <p:sp>
                                  <p:nvSpPr>
                                    <p:cNvPr id="4173" name="Google Shape;4173;p129"/>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29"/>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29"/>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29"/>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177" name="Google Shape;4177;p129"/>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29"/>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29"/>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80" name="Google Shape;4180;p129"/>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181" name="Google Shape;4181;p129"/>
              <p:cNvGrpSpPr/>
              <p:nvPr/>
            </p:nvGrpSpPr>
            <p:grpSpPr>
              <a:xfrm>
                <a:off x="4595437" y="3598775"/>
                <a:ext cx="37776" cy="32451"/>
                <a:chOff x="4595437" y="3598775"/>
                <a:chExt cx="37776" cy="32451"/>
              </a:xfrm>
            </p:grpSpPr>
            <p:sp>
              <p:nvSpPr>
                <p:cNvPr id="4182" name="Google Shape;4182;p129"/>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29"/>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129"/>
              <p:cNvGrpSpPr/>
              <p:nvPr/>
            </p:nvGrpSpPr>
            <p:grpSpPr>
              <a:xfrm>
                <a:off x="4641864" y="3524443"/>
                <a:ext cx="37776" cy="32380"/>
                <a:chOff x="4641864" y="3524443"/>
                <a:chExt cx="37776" cy="32380"/>
              </a:xfrm>
            </p:grpSpPr>
            <p:sp>
              <p:nvSpPr>
                <p:cNvPr id="4185" name="Google Shape;4185;p129"/>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29"/>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129"/>
              <p:cNvGrpSpPr/>
              <p:nvPr/>
            </p:nvGrpSpPr>
            <p:grpSpPr>
              <a:xfrm>
                <a:off x="4648431" y="3893901"/>
                <a:ext cx="37776" cy="32357"/>
                <a:chOff x="4648431" y="3893901"/>
                <a:chExt cx="37776" cy="32357"/>
              </a:xfrm>
            </p:grpSpPr>
            <p:sp>
              <p:nvSpPr>
                <p:cNvPr id="4188" name="Google Shape;4188;p129"/>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29"/>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129"/>
              <p:cNvGrpSpPr/>
              <p:nvPr/>
            </p:nvGrpSpPr>
            <p:grpSpPr>
              <a:xfrm>
                <a:off x="4567752" y="3722908"/>
                <a:ext cx="37870" cy="32380"/>
                <a:chOff x="4567752" y="3722908"/>
                <a:chExt cx="37870" cy="32380"/>
              </a:xfrm>
            </p:grpSpPr>
            <p:sp>
              <p:nvSpPr>
                <p:cNvPr id="4191" name="Google Shape;4191;p129"/>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29"/>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29"/>
              <p:cNvGrpSpPr/>
              <p:nvPr/>
            </p:nvGrpSpPr>
            <p:grpSpPr>
              <a:xfrm>
                <a:off x="4617506" y="3652052"/>
                <a:ext cx="37783" cy="32357"/>
                <a:chOff x="4617506" y="3652052"/>
                <a:chExt cx="37783" cy="32357"/>
              </a:xfrm>
            </p:grpSpPr>
            <p:sp>
              <p:nvSpPr>
                <p:cNvPr id="4194" name="Google Shape;4194;p129"/>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29"/>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129"/>
              <p:cNvGrpSpPr/>
              <p:nvPr/>
            </p:nvGrpSpPr>
            <p:grpSpPr>
              <a:xfrm>
                <a:off x="4739005" y="3554149"/>
                <a:ext cx="37870" cy="32357"/>
                <a:chOff x="4739005" y="3554149"/>
                <a:chExt cx="37870" cy="32357"/>
              </a:xfrm>
            </p:grpSpPr>
            <p:sp>
              <p:nvSpPr>
                <p:cNvPr id="4197" name="Google Shape;4197;p129"/>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29"/>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129"/>
              <p:cNvGrpSpPr/>
              <p:nvPr/>
            </p:nvGrpSpPr>
            <p:grpSpPr>
              <a:xfrm>
                <a:off x="4806557" y="3630258"/>
                <a:ext cx="37776" cy="32364"/>
                <a:chOff x="4806557" y="3630258"/>
                <a:chExt cx="37776" cy="32364"/>
              </a:xfrm>
            </p:grpSpPr>
            <p:sp>
              <p:nvSpPr>
                <p:cNvPr id="4200" name="Google Shape;4200;p129"/>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29"/>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129"/>
              <p:cNvGrpSpPr/>
              <p:nvPr/>
            </p:nvGrpSpPr>
            <p:grpSpPr>
              <a:xfrm>
                <a:off x="4737007" y="4004357"/>
                <a:ext cx="37870" cy="32357"/>
                <a:chOff x="4737007" y="4004357"/>
                <a:chExt cx="37870" cy="32357"/>
              </a:xfrm>
            </p:grpSpPr>
            <p:sp>
              <p:nvSpPr>
                <p:cNvPr id="4203" name="Google Shape;4203;p129"/>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29"/>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129"/>
              <p:cNvGrpSpPr/>
              <p:nvPr/>
            </p:nvGrpSpPr>
            <p:grpSpPr>
              <a:xfrm>
                <a:off x="4773634" y="4208627"/>
                <a:ext cx="37776" cy="32357"/>
                <a:chOff x="4773634" y="4208627"/>
                <a:chExt cx="37776" cy="32357"/>
              </a:xfrm>
            </p:grpSpPr>
            <p:sp>
              <p:nvSpPr>
                <p:cNvPr id="4206" name="Google Shape;4206;p129"/>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29"/>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129"/>
              <p:cNvGrpSpPr/>
              <p:nvPr/>
            </p:nvGrpSpPr>
            <p:grpSpPr>
              <a:xfrm>
                <a:off x="4888282" y="4074764"/>
                <a:ext cx="37776" cy="32451"/>
                <a:chOff x="4888282" y="4074764"/>
                <a:chExt cx="37776" cy="32451"/>
              </a:xfrm>
            </p:grpSpPr>
            <p:sp>
              <p:nvSpPr>
                <p:cNvPr id="4209" name="Google Shape;4209;p129"/>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29"/>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129"/>
              <p:cNvGrpSpPr/>
              <p:nvPr/>
            </p:nvGrpSpPr>
            <p:grpSpPr>
              <a:xfrm>
                <a:off x="4901315" y="3804271"/>
                <a:ext cx="37776" cy="32364"/>
                <a:chOff x="4901315" y="3804271"/>
                <a:chExt cx="37776" cy="32364"/>
              </a:xfrm>
            </p:grpSpPr>
            <p:sp>
              <p:nvSpPr>
                <p:cNvPr id="4212" name="Google Shape;4212;p129"/>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29"/>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129"/>
              <p:cNvGrpSpPr/>
              <p:nvPr/>
            </p:nvGrpSpPr>
            <p:grpSpPr>
              <a:xfrm>
                <a:off x="4866394" y="3715035"/>
                <a:ext cx="37846" cy="32357"/>
                <a:chOff x="4866394" y="3715035"/>
                <a:chExt cx="37846" cy="32357"/>
              </a:xfrm>
            </p:grpSpPr>
            <p:sp>
              <p:nvSpPr>
                <p:cNvPr id="4215" name="Google Shape;4215;p129"/>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29"/>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129"/>
              <p:cNvGrpSpPr/>
              <p:nvPr/>
            </p:nvGrpSpPr>
            <p:grpSpPr>
              <a:xfrm>
                <a:off x="4979233" y="3839798"/>
                <a:ext cx="37878" cy="32420"/>
                <a:chOff x="4979233" y="3839798"/>
                <a:chExt cx="37878" cy="32420"/>
              </a:xfrm>
            </p:grpSpPr>
            <p:sp>
              <p:nvSpPr>
                <p:cNvPr id="4218" name="Google Shape;4218;p129"/>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29"/>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129"/>
              <p:cNvGrpSpPr/>
              <p:nvPr/>
            </p:nvGrpSpPr>
            <p:grpSpPr>
              <a:xfrm>
                <a:off x="4790662" y="3679147"/>
                <a:ext cx="37783" cy="32380"/>
                <a:chOff x="4790662" y="3679147"/>
                <a:chExt cx="37783" cy="32380"/>
              </a:xfrm>
            </p:grpSpPr>
            <p:sp>
              <p:nvSpPr>
                <p:cNvPr id="4221" name="Google Shape;4221;p129"/>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29"/>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129"/>
              <p:cNvGrpSpPr/>
              <p:nvPr/>
            </p:nvGrpSpPr>
            <p:grpSpPr>
              <a:xfrm>
                <a:off x="4857263" y="3557861"/>
                <a:ext cx="37776" cy="32357"/>
                <a:chOff x="4857263" y="3557861"/>
                <a:chExt cx="37776" cy="32357"/>
              </a:xfrm>
            </p:grpSpPr>
            <p:sp>
              <p:nvSpPr>
                <p:cNvPr id="4224" name="Google Shape;4224;p129"/>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29"/>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129"/>
              <p:cNvGrpSpPr/>
              <p:nvPr/>
            </p:nvGrpSpPr>
            <p:grpSpPr>
              <a:xfrm>
                <a:off x="4883902" y="3648033"/>
                <a:ext cx="37783" cy="32380"/>
                <a:chOff x="4883902" y="3648033"/>
                <a:chExt cx="37783" cy="32380"/>
              </a:xfrm>
            </p:grpSpPr>
            <p:sp>
              <p:nvSpPr>
                <p:cNvPr id="4227" name="Google Shape;4227;p129"/>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29"/>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129"/>
              <p:cNvGrpSpPr/>
              <p:nvPr/>
            </p:nvGrpSpPr>
            <p:grpSpPr>
              <a:xfrm>
                <a:off x="4907780" y="3347220"/>
                <a:ext cx="37878" cy="32357"/>
                <a:chOff x="4907780" y="3347220"/>
                <a:chExt cx="37878" cy="32357"/>
              </a:xfrm>
            </p:grpSpPr>
            <p:sp>
              <p:nvSpPr>
                <p:cNvPr id="4230" name="Google Shape;4230;p129"/>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29"/>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129"/>
              <p:cNvGrpSpPr/>
              <p:nvPr/>
            </p:nvGrpSpPr>
            <p:grpSpPr>
              <a:xfrm>
                <a:off x="5065048" y="3738150"/>
                <a:ext cx="37783" cy="32364"/>
                <a:chOff x="5065048" y="3738150"/>
                <a:chExt cx="37783" cy="32364"/>
              </a:xfrm>
            </p:grpSpPr>
            <p:sp>
              <p:nvSpPr>
                <p:cNvPr id="4233" name="Google Shape;4233;p129"/>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29"/>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129"/>
              <p:cNvGrpSpPr/>
              <p:nvPr/>
            </p:nvGrpSpPr>
            <p:grpSpPr>
              <a:xfrm>
                <a:off x="5071616" y="3284615"/>
                <a:ext cx="37783" cy="32357"/>
                <a:chOff x="5071616" y="3284615"/>
                <a:chExt cx="37783" cy="32357"/>
              </a:xfrm>
            </p:grpSpPr>
            <p:sp>
              <p:nvSpPr>
                <p:cNvPr id="4236" name="Google Shape;4236;p129"/>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29"/>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129"/>
              <p:cNvGrpSpPr/>
              <p:nvPr/>
            </p:nvGrpSpPr>
            <p:grpSpPr>
              <a:xfrm>
                <a:off x="5389291" y="3759921"/>
                <a:ext cx="37783" cy="32380"/>
                <a:chOff x="5389291" y="3759921"/>
                <a:chExt cx="37783" cy="32380"/>
              </a:xfrm>
            </p:grpSpPr>
            <p:sp>
              <p:nvSpPr>
                <p:cNvPr id="4239" name="Google Shape;4239;p129"/>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29"/>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29"/>
              <p:cNvGrpSpPr/>
              <p:nvPr/>
            </p:nvGrpSpPr>
            <p:grpSpPr>
              <a:xfrm>
                <a:off x="5431534" y="3632932"/>
                <a:ext cx="37878" cy="32451"/>
                <a:chOff x="5431534" y="3632932"/>
                <a:chExt cx="37878" cy="32451"/>
              </a:xfrm>
            </p:grpSpPr>
            <p:sp>
              <p:nvSpPr>
                <p:cNvPr id="4242" name="Google Shape;4242;p129"/>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29"/>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129"/>
              <p:cNvGrpSpPr/>
              <p:nvPr/>
            </p:nvGrpSpPr>
            <p:grpSpPr>
              <a:xfrm>
                <a:off x="5540755" y="3544829"/>
                <a:ext cx="37783" cy="32357"/>
                <a:chOff x="5540755" y="3544829"/>
                <a:chExt cx="37783" cy="32357"/>
              </a:xfrm>
            </p:grpSpPr>
            <p:sp>
              <p:nvSpPr>
                <p:cNvPr id="4245" name="Google Shape;4245;p129"/>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29"/>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129"/>
              <p:cNvGrpSpPr/>
              <p:nvPr/>
            </p:nvGrpSpPr>
            <p:grpSpPr>
              <a:xfrm>
                <a:off x="5579293" y="3412107"/>
                <a:ext cx="37776" cy="32357"/>
                <a:chOff x="5579293" y="3412107"/>
                <a:chExt cx="37776" cy="32357"/>
              </a:xfrm>
            </p:grpSpPr>
            <p:sp>
              <p:nvSpPr>
                <p:cNvPr id="4248" name="Google Shape;4248;p129"/>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29"/>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129"/>
              <p:cNvGrpSpPr/>
              <p:nvPr/>
            </p:nvGrpSpPr>
            <p:grpSpPr>
              <a:xfrm>
                <a:off x="5801346" y="3284615"/>
                <a:ext cx="37783" cy="32357"/>
                <a:chOff x="5801346" y="3284615"/>
                <a:chExt cx="37783" cy="32357"/>
              </a:xfrm>
            </p:grpSpPr>
            <p:sp>
              <p:nvSpPr>
                <p:cNvPr id="4251" name="Google Shape;4251;p129"/>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29"/>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129"/>
              <p:cNvGrpSpPr/>
              <p:nvPr/>
            </p:nvGrpSpPr>
            <p:grpSpPr>
              <a:xfrm>
                <a:off x="5763578" y="3399067"/>
                <a:ext cx="37776" cy="32364"/>
                <a:chOff x="5763578" y="3399067"/>
                <a:chExt cx="37776" cy="32364"/>
              </a:xfrm>
            </p:grpSpPr>
            <p:sp>
              <p:nvSpPr>
                <p:cNvPr id="4254" name="Google Shape;4254;p129"/>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29"/>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129"/>
              <p:cNvGrpSpPr/>
              <p:nvPr/>
            </p:nvGrpSpPr>
            <p:grpSpPr>
              <a:xfrm>
                <a:off x="5395858" y="3230952"/>
                <a:ext cx="37776" cy="32364"/>
                <a:chOff x="5395858" y="3230952"/>
                <a:chExt cx="37776" cy="32364"/>
              </a:xfrm>
            </p:grpSpPr>
            <p:sp>
              <p:nvSpPr>
                <p:cNvPr id="4257" name="Google Shape;4257;p129"/>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29"/>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129"/>
              <p:cNvGrpSpPr/>
              <p:nvPr/>
            </p:nvGrpSpPr>
            <p:grpSpPr>
              <a:xfrm>
                <a:off x="5264088" y="3188237"/>
                <a:ext cx="37776" cy="32357"/>
                <a:chOff x="5264088" y="3188237"/>
                <a:chExt cx="37776" cy="32357"/>
              </a:xfrm>
            </p:grpSpPr>
            <p:sp>
              <p:nvSpPr>
                <p:cNvPr id="4260" name="Google Shape;4260;p129"/>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29"/>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129"/>
              <p:cNvGrpSpPr/>
              <p:nvPr/>
            </p:nvGrpSpPr>
            <p:grpSpPr>
              <a:xfrm>
                <a:off x="5585758" y="3237425"/>
                <a:ext cx="37878" cy="32357"/>
                <a:chOff x="5585758" y="3237425"/>
                <a:chExt cx="37878" cy="32357"/>
              </a:xfrm>
            </p:grpSpPr>
            <p:sp>
              <p:nvSpPr>
                <p:cNvPr id="4263" name="Google Shape;4263;p129"/>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29"/>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129"/>
              <p:cNvGrpSpPr/>
              <p:nvPr/>
            </p:nvGrpSpPr>
            <p:grpSpPr>
              <a:xfrm>
                <a:off x="4874196" y="3291088"/>
                <a:ext cx="37878" cy="32451"/>
                <a:chOff x="4874196" y="3291088"/>
                <a:chExt cx="37878" cy="32451"/>
              </a:xfrm>
            </p:grpSpPr>
            <p:sp>
              <p:nvSpPr>
                <p:cNvPr id="4266" name="Google Shape;4266;p129"/>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29"/>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129"/>
              <p:cNvGrpSpPr/>
              <p:nvPr/>
            </p:nvGrpSpPr>
            <p:grpSpPr>
              <a:xfrm>
                <a:off x="5197770" y="3785466"/>
                <a:ext cx="37783" cy="32427"/>
                <a:chOff x="5197770" y="3785466"/>
                <a:chExt cx="37783" cy="32427"/>
              </a:xfrm>
            </p:grpSpPr>
            <p:sp>
              <p:nvSpPr>
                <p:cNvPr id="4269" name="Google Shape;4269;p129"/>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29"/>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129"/>
              <p:cNvGrpSpPr/>
              <p:nvPr/>
            </p:nvGrpSpPr>
            <p:grpSpPr>
              <a:xfrm>
                <a:off x="5177699" y="3492117"/>
                <a:ext cx="37776" cy="32357"/>
                <a:chOff x="5177699" y="3492117"/>
                <a:chExt cx="37776" cy="32357"/>
              </a:xfrm>
            </p:grpSpPr>
            <p:sp>
              <p:nvSpPr>
                <p:cNvPr id="4272" name="Google Shape;4272;p129"/>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29"/>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129"/>
              <p:cNvGrpSpPr/>
              <p:nvPr/>
            </p:nvGrpSpPr>
            <p:grpSpPr>
              <a:xfrm>
                <a:off x="5349431" y="3622346"/>
                <a:ext cx="37870" cy="32380"/>
                <a:chOff x="5349431" y="3622346"/>
                <a:chExt cx="37870" cy="32380"/>
              </a:xfrm>
            </p:grpSpPr>
            <p:sp>
              <p:nvSpPr>
                <p:cNvPr id="4275" name="Google Shape;4275;p129"/>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29"/>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129"/>
              <p:cNvGrpSpPr/>
              <p:nvPr/>
            </p:nvGrpSpPr>
            <p:grpSpPr>
              <a:xfrm>
                <a:off x="5068855" y="3563980"/>
                <a:ext cx="53954" cy="46223"/>
                <a:chOff x="5068855" y="3563980"/>
                <a:chExt cx="53954" cy="46223"/>
              </a:xfrm>
            </p:grpSpPr>
            <p:sp>
              <p:nvSpPr>
                <p:cNvPr id="4278" name="Google Shape;4278;p129"/>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29"/>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129"/>
              <p:cNvGrpSpPr/>
              <p:nvPr/>
            </p:nvGrpSpPr>
            <p:grpSpPr>
              <a:xfrm>
                <a:off x="5037654" y="3392507"/>
                <a:ext cx="37870" cy="32451"/>
                <a:chOff x="5037654" y="3392507"/>
                <a:chExt cx="37870" cy="32451"/>
              </a:xfrm>
            </p:grpSpPr>
            <p:sp>
              <p:nvSpPr>
                <p:cNvPr id="4281" name="Google Shape;4281;p129"/>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29"/>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129"/>
              <p:cNvGrpSpPr/>
              <p:nvPr/>
            </p:nvGrpSpPr>
            <p:grpSpPr>
              <a:xfrm>
                <a:off x="5456560" y="3368629"/>
                <a:ext cx="37870" cy="32451"/>
                <a:chOff x="5456560" y="3368629"/>
                <a:chExt cx="37870" cy="32451"/>
              </a:xfrm>
            </p:grpSpPr>
            <p:sp>
              <p:nvSpPr>
                <p:cNvPr id="4284" name="Google Shape;4284;p129"/>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29"/>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129"/>
              <p:cNvGrpSpPr/>
              <p:nvPr/>
            </p:nvGrpSpPr>
            <p:grpSpPr>
              <a:xfrm>
                <a:off x="4755749" y="3501516"/>
                <a:ext cx="46246" cy="39608"/>
                <a:chOff x="4755749" y="3501516"/>
                <a:chExt cx="46246" cy="39608"/>
              </a:xfrm>
            </p:grpSpPr>
            <p:sp>
              <p:nvSpPr>
                <p:cNvPr id="4287" name="Google Shape;4287;p129"/>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29"/>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129"/>
              <p:cNvGrpSpPr/>
              <p:nvPr/>
            </p:nvGrpSpPr>
            <p:grpSpPr>
              <a:xfrm>
                <a:off x="4681346" y="3485582"/>
                <a:ext cx="37783" cy="32427"/>
                <a:chOff x="4681346" y="3485582"/>
                <a:chExt cx="37783" cy="32427"/>
              </a:xfrm>
            </p:grpSpPr>
            <p:sp>
              <p:nvSpPr>
                <p:cNvPr id="4290" name="Google Shape;4290;p129"/>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29"/>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129"/>
              <p:cNvGrpSpPr/>
              <p:nvPr/>
            </p:nvGrpSpPr>
            <p:grpSpPr>
              <a:xfrm>
                <a:off x="4767067" y="3291088"/>
                <a:ext cx="37878" cy="32451"/>
                <a:chOff x="4767067" y="3291088"/>
                <a:chExt cx="37878" cy="32451"/>
              </a:xfrm>
            </p:grpSpPr>
            <p:sp>
              <p:nvSpPr>
                <p:cNvPr id="4293" name="Google Shape;4293;p129"/>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29"/>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129"/>
              <p:cNvGrpSpPr/>
              <p:nvPr/>
            </p:nvGrpSpPr>
            <p:grpSpPr>
              <a:xfrm>
                <a:off x="4687819" y="3405539"/>
                <a:ext cx="37776" cy="32451"/>
                <a:chOff x="4687819" y="3405539"/>
                <a:chExt cx="37776" cy="32451"/>
              </a:xfrm>
            </p:grpSpPr>
            <p:sp>
              <p:nvSpPr>
                <p:cNvPr id="4296" name="Google Shape;4296;p129"/>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29"/>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129"/>
              <p:cNvGrpSpPr/>
              <p:nvPr/>
            </p:nvGrpSpPr>
            <p:grpSpPr>
              <a:xfrm>
                <a:off x="4923101" y="3444809"/>
                <a:ext cx="52813" cy="45318"/>
                <a:chOff x="4923101" y="3444809"/>
                <a:chExt cx="52813" cy="45318"/>
              </a:xfrm>
            </p:grpSpPr>
            <p:sp>
              <p:nvSpPr>
                <p:cNvPr id="4299" name="Google Shape;4299;p129"/>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29"/>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129"/>
              <p:cNvGrpSpPr/>
              <p:nvPr/>
            </p:nvGrpSpPr>
            <p:grpSpPr>
              <a:xfrm>
                <a:off x="4846040" y="3654750"/>
                <a:ext cx="31405" cy="26993"/>
                <a:chOff x="4846040" y="3654750"/>
                <a:chExt cx="31405" cy="26993"/>
              </a:xfrm>
            </p:grpSpPr>
            <p:sp>
              <p:nvSpPr>
                <p:cNvPr id="4302" name="Google Shape;4302;p129"/>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29"/>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129"/>
              <p:cNvGrpSpPr/>
              <p:nvPr/>
            </p:nvGrpSpPr>
            <p:grpSpPr>
              <a:xfrm>
                <a:off x="4925673" y="3691700"/>
                <a:ext cx="40253" cy="34472"/>
                <a:chOff x="4925673" y="3691700"/>
                <a:chExt cx="40253" cy="34472"/>
              </a:xfrm>
            </p:grpSpPr>
            <p:sp>
              <p:nvSpPr>
                <p:cNvPr id="4305" name="Google Shape;4305;p129"/>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29"/>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129"/>
              <p:cNvGrpSpPr/>
              <p:nvPr/>
            </p:nvGrpSpPr>
            <p:grpSpPr>
              <a:xfrm>
                <a:off x="4894653" y="3740848"/>
                <a:ext cx="31405" cy="26906"/>
                <a:chOff x="4894653" y="3740848"/>
                <a:chExt cx="31405" cy="26906"/>
              </a:xfrm>
            </p:grpSpPr>
            <p:sp>
              <p:nvSpPr>
                <p:cNvPr id="4308" name="Google Shape;4308;p129"/>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29"/>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0" name="Google Shape;4310;p129"/>
              <p:cNvGrpSpPr/>
              <p:nvPr/>
            </p:nvGrpSpPr>
            <p:grpSpPr>
              <a:xfrm>
                <a:off x="4962300" y="3696348"/>
                <a:ext cx="38255" cy="32773"/>
                <a:chOff x="4962300" y="3696348"/>
                <a:chExt cx="38255" cy="32773"/>
              </a:xfrm>
            </p:grpSpPr>
            <p:sp>
              <p:nvSpPr>
                <p:cNvPr id="4311" name="Google Shape;4311;p129"/>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29"/>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129"/>
              <p:cNvGrpSpPr/>
              <p:nvPr/>
            </p:nvGrpSpPr>
            <p:grpSpPr>
              <a:xfrm>
                <a:off x="4980185" y="3743349"/>
                <a:ext cx="31499" cy="26969"/>
                <a:chOff x="4980185" y="3743349"/>
                <a:chExt cx="31499" cy="26969"/>
              </a:xfrm>
            </p:grpSpPr>
            <p:sp>
              <p:nvSpPr>
                <p:cNvPr id="4314" name="Google Shape;4314;p129"/>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29"/>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129"/>
              <p:cNvGrpSpPr/>
              <p:nvPr/>
            </p:nvGrpSpPr>
            <p:grpSpPr>
              <a:xfrm>
                <a:off x="5013768" y="3734312"/>
                <a:ext cx="31499" cy="26969"/>
                <a:chOff x="5013768" y="3734312"/>
                <a:chExt cx="31499" cy="26969"/>
              </a:xfrm>
            </p:grpSpPr>
            <p:sp>
              <p:nvSpPr>
                <p:cNvPr id="4317" name="Google Shape;4317;p129"/>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29"/>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129"/>
              <p:cNvGrpSpPr/>
              <p:nvPr/>
            </p:nvGrpSpPr>
            <p:grpSpPr>
              <a:xfrm>
                <a:off x="5036703" y="3764545"/>
                <a:ext cx="31499" cy="26898"/>
                <a:chOff x="5036703" y="3764545"/>
                <a:chExt cx="31499" cy="26898"/>
              </a:xfrm>
            </p:grpSpPr>
            <p:sp>
              <p:nvSpPr>
                <p:cNvPr id="4320" name="Google Shape;4320;p129"/>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29"/>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129"/>
              <p:cNvGrpSpPr/>
              <p:nvPr/>
            </p:nvGrpSpPr>
            <p:grpSpPr>
              <a:xfrm>
                <a:off x="4953546" y="3768352"/>
                <a:ext cx="31405" cy="26898"/>
                <a:chOff x="4953546" y="3768352"/>
                <a:chExt cx="31405" cy="26898"/>
              </a:xfrm>
            </p:grpSpPr>
            <p:sp>
              <p:nvSpPr>
                <p:cNvPr id="4323" name="Google Shape;4323;p129"/>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29"/>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129"/>
              <p:cNvGrpSpPr/>
              <p:nvPr/>
            </p:nvGrpSpPr>
            <p:grpSpPr>
              <a:xfrm>
                <a:off x="4964770" y="3814016"/>
                <a:ext cx="31499" cy="26993"/>
                <a:chOff x="4964770" y="3814016"/>
                <a:chExt cx="31499" cy="26993"/>
              </a:xfrm>
            </p:grpSpPr>
            <p:sp>
              <p:nvSpPr>
                <p:cNvPr id="4326" name="Google Shape;4326;p129"/>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29"/>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129"/>
              <p:cNvGrpSpPr/>
              <p:nvPr/>
            </p:nvGrpSpPr>
            <p:grpSpPr>
              <a:xfrm>
                <a:off x="4923290" y="3800504"/>
                <a:ext cx="31468" cy="26898"/>
                <a:chOff x="4923290" y="3800504"/>
                <a:chExt cx="31468" cy="26898"/>
              </a:xfrm>
            </p:grpSpPr>
            <p:sp>
              <p:nvSpPr>
                <p:cNvPr id="4329" name="Google Shape;4329;p129"/>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29"/>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129"/>
              <p:cNvGrpSpPr/>
              <p:nvPr/>
            </p:nvGrpSpPr>
            <p:grpSpPr>
              <a:xfrm>
                <a:off x="5108534" y="3650943"/>
                <a:ext cx="31405" cy="26993"/>
                <a:chOff x="5108534" y="3650943"/>
                <a:chExt cx="31405" cy="26993"/>
              </a:xfrm>
            </p:grpSpPr>
            <p:sp>
              <p:nvSpPr>
                <p:cNvPr id="4332" name="Google Shape;4332;p129"/>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29"/>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129"/>
              <p:cNvGrpSpPr/>
              <p:nvPr/>
            </p:nvGrpSpPr>
            <p:grpSpPr>
              <a:xfrm>
                <a:off x="5119380" y="3760739"/>
                <a:ext cx="31499" cy="26993"/>
                <a:chOff x="5119380" y="3760739"/>
                <a:chExt cx="31499" cy="26993"/>
              </a:xfrm>
            </p:grpSpPr>
            <p:sp>
              <p:nvSpPr>
                <p:cNvPr id="4335" name="Google Shape;4335;p129"/>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29"/>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129"/>
              <p:cNvGrpSpPr/>
              <p:nvPr/>
            </p:nvGrpSpPr>
            <p:grpSpPr>
              <a:xfrm>
                <a:off x="5119380" y="3788235"/>
                <a:ext cx="31499" cy="26993"/>
                <a:chOff x="5119380" y="3788235"/>
                <a:chExt cx="31499" cy="26993"/>
              </a:xfrm>
            </p:grpSpPr>
            <p:sp>
              <p:nvSpPr>
                <p:cNvPr id="4338" name="Google Shape;4338;p129"/>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29"/>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129"/>
              <p:cNvGrpSpPr/>
              <p:nvPr/>
            </p:nvGrpSpPr>
            <p:grpSpPr>
              <a:xfrm>
                <a:off x="5158005" y="3875284"/>
                <a:ext cx="31405" cy="27001"/>
                <a:chOff x="5158005" y="3875284"/>
                <a:chExt cx="31405" cy="27001"/>
              </a:xfrm>
            </p:grpSpPr>
            <p:sp>
              <p:nvSpPr>
                <p:cNvPr id="4341" name="Google Shape;4341;p129"/>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29"/>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129"/>
              <p:cNvGrpSpPr/>
              <p:nvPr/>
            </p:nvGrpSpPr>
            <p:grpSpPr>
              <a:xfrm>
                <a:off x="5233163" y="3764545"/>
                <a:ext cx="31499" cy="26898"/>
                <a:chOff x="5233163" y="3764545"/>
                <a:chExt cx="31499" cy="26898"/>
              </a:xfrm>
            </p:grpSpPr>
            <p:sp>
              <p:nvSpPr>
                <p:cNvPr id="4344" name="Google Shape;4344;p129"/>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29"/>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129"/>
              <p:cNvGrpSpPr/>
              <p:nvPr/>
            </p:nvGrpSpPr>
            <p:grpSpPr>
              <a:xfrm>
                <a:off x="5276168" y="3805545"/>
                <a:ext cx="31499" cy="26906"/>
                <a:chOff x="5276168" y="3805545"/>
                <a:chExt cx="31499" cy="26906"/>
              </a:xfrm>
            </p:grpSpPr>
            <p:sp>
              <p:nvSpPr>
                <p:cNvPr id="4347" name="Google Shape;4347;p129"/>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29"/>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129"/>
              <p:cNvGrpSpPr/>
              <p:nvPr/>
            </p:nvGrpSpPr>
            <p:grpSpPr>
              <a:xfrm>
                <a:off x="5294053" y="3851933"/>
                <a:ext cx="31405" cy="26945"/>
                <a:chOff x="5294053" y="3851933"/>
                <a:chExt cx="31405" cy="26945"/>
              </a:xfrm>
            </p:grpSpPr>
            <p:sp>
              <p:nvSpPr>
                <p:cNvPr id="4350" name="Google Shape;4350;p129"/>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29"/>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129"/>
              <p:cNvGrpSpPr/>
              <p:nvPr/>
            </p:nvGrpSpPr>
            <p:grpSpPr>
              <a:xfrm>
                <a:off x="5341723" y="3851902"/>
                <a:ext cx="31405" cy="26977"/>
                <a:chOff x="5341723" y="3851902"/>
                <a:chExt cx="31405" cy="26977"/>
              </a:xfrm>
            </p:grpSpPr>
            <p:sp>
              <p:nvSpPr>
                <p:cNvPr id="4353" name="Google Shape;4353;p129"/>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29"/>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129"/>
              <p:cNvGrpSpPr/>
              <p:nvPr/>
            </p:nvGrpSpPr>
            <p:grpSpPr>
              <a:xfrm>
                <a:off x="5054871" y="3507855"/>
                <a:ext cx="31405" cy="26993"/>
                <a:chOff x="5054871" y="3507855"/>
                <a:chExt cx="31405" cy="26993"/>
              </a:xfrm>
            </p:grpSpPr>
            <p:sp>
              <p:nvSpPr>
                <p:cNvPr id="4356" name="Google Shape;4356;p129"/>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29"/>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129"/>
              <p:cNvGrpSpPr/>
              <p:nvPr/>
            </p:nvGrpSpPr>
            <p:grpSpPr>
              <a:xfrm>
                <a:off x="4876579" y="3675325"/>
                <a:ext cx="31405" cy="26969"/>
                <a:chOff x="4876579" y="3675325"/>
                <a:chExt cx="31405" cy="26969"/>
              </a:xfrm>
            </p:grpSpPr>
            <p:sp>
              <p:nvSpPr>
                <p:cNvPr id="4359" name="Google Shape;4359;p129"/>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29"/>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129"/>
              <p:cNvGrpSpPr/>
              <p:nvPr/>
            </p:nvGrpSpPr>
            <p:grpSpPr>
              <a:xfrm>
                <a:off x="4842233" y="3688333"/>
                <a:ext cx="31405" cy="26993"/>
                <a:chOff x="4842233" y="3688333"/>
                <a:chExt cx="31405" cy="26993"/>
              </a:xfrm>
            </p:grpSpPr>
            <p:sp>
              <p:nvSpPr>
                <p:cNvPr id="4362" name="Google Shape;4362;p129"/>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29"/>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129"/>
              <p:cNvGrpSpPr/>
              <p:nvPr/>
            </p:nvGrpSpPr>
            <p:grpSpPr>
              <a:xfrm>
                <a:off x="5187876" y="3608032"/>
                <a:ext cx="31405" cy="27001"/>
                <a:chOff x="5187876" y="3608032"/>
                <a:chExt cx="31405" cy="27001"/>
              </a:xfrm>
            </p:grpSpPr>
            <p:sp>
              <p:nvSpPr>
                <p:cNvPr id="4365" name="Google Shape;4365;p129"/>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29"/>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7" name="Google Shape;4367;p129"/>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29"/>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9" name="Google Shape;4369;p129"/>
              <p:cNvGrpSpPr/>
              <p:nvPr/>
            </p:nvGrpSpPr>
            <p:grpSpPr>
              <a:xfrm>
                <a:off x="5269224" y="3304167"/>
                <a:ext cx="40253" cy="34402"/>
                <a:chOff x="5269224" y="3304167"/>
                <a:chExt cx="40253" cy="34402"/>
              </a:xfrm>
            </p:grpSpPr>
            <p:sp>
              <p:nvSpPr>
                <p:cNvPr id="4370" name="Google Shape;4370;p129"/>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29"/>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129"/>
              <p:cNvGrpSpPr/>
              <p:nvPr/>
            </p:nvGrpSpPr>
            <p:grpSpPr>
              <a:xfrm>
                <a:off x="5327354" y="3476615"/>
                <a:ext cx="49864" cy="42723"/>
                <a:chOff x="5327354" y="3476615"/>
                <a:chExt cx="49864" cy="42723"/>
              </a:xfrm>
            </p:grpSpPr>
            <p:sp>
              <p:nvSpPr>
                <p:cNvPr id="4373" name="Google Shape;4373;p129"/>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29"/>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 name="Google Shape;4375;p129"/>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29"/>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7" name="Google Shape;4377;p129"/>
              <p:cNvGrpSpPr/>
              <p:nvPr/>
            </p:nvGrpSpPr>
            <p:grpSpPr>
              <a:xfrm>
                <a:off x="5341723" y="3775957"/>
                <a:ext cx="31405" cy="26898"/>
                <a:chOff x="5341723" y="3775957"/>
                <a:chExt cx="31405" cy="26898"/>
              </a:xfrm>
            </p:grpSpPr>
            <p:sp>
              <p:nvSpPr>
                <p:cNvPr id="4378" name="Google Shape;4378;p129"/>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29"/>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129"/>
              <p:cNvGrpSpPr/>
              <p:nvPr/>
            </p:nvGrpSpPr>
            <p:grpSpPr>
              <a:xfrm>
                <a:off x="5439053" y="3699274"/>
                <a:ext cx="31405" cy="26898"/>
                <a:chOff x="5439053" y="3699274"/>
                <a:chExt cx="31405" cy="26898"/>
              </a:xfrm>
            </p:grpSpPr>
            <p:sp>
              <p:nvSpPr>
                <p:cNvPr id="4381" name="Google Shape;4381;p129"/>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29"/>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129"/>
              <p:cNvGrpSpPr/>
              <p:nvPr/>
            </p:nvGrpSpPr>
            <p:grpSpPr>
              <a:xfrm>
                <a:off x="5412414" y="3622307"/>
                <a:ext cx="31499" cy="26993"/>
                <a:chOff x="5412414" y="3622307"/>
                <a:chExt cx="31499" cy="26993"/>
              </a:xfrm>
            </p:grpSpPr>
            <p:sp>
              <p:nvSpPr>
                <p:cNvPr id="4384" name="Google Shape;4384;p129"/>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29"/>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129"/>
              <p:cNvGrpSpPr/>
              <p:nvPr/>
            </p:nvGrpSpPr>
            <p:grpSpPr>
              <a:xfrm>
                <a:off x="5476254" y="3473949"/>
                <a:ext cx="26835" cy="26930"/>
                <a:chOff x="5476254" y="3473949"/>
                <a:chExt cx="26835" cy="26930"/>
              </a:xfrm>
            </p:grpSpPr>
            <p:sp>
              <p:nvSpPr>
                <p:cNvPr id="4387" name="Google Shape;4387;p129"/>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29"/>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129"/>
              <p:cNvGrpSpPr/>
              <p:nvPr/>
            </p:nvGrpSpPr>
            <p:grpSpPr>
              <a:xfrm>
                <a:off x="5564547" y="3481594"/>
                <a:ext cx="31397" cy="26898"/>
                <a:chOff x="5564547" y="3481594"/>
                <a:chExt cx="31397" cy="26898"/>
              </a:xfrm>
            </p:grpSpPr>
            <p:sp>
              <p:nvSpPr>
                <p:cNvPr id="4390" name="Google Shape;4390;p129"/>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29"/>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129"/>
              <p:cNvGrpSpPr/>
              <p:nvPr/>
            </p:nvGrpSpPr>
            <p:grpSpPr>
              <a:xfrm>
                <a:off x="5534101" y="3470174"/>
                <a:ext cx="31397" cy="26906"/>
                <a:chOff x="5534101" y="3470174"/>
                <a:chExt cx="31397" cy="26906"/>
              </a:xfrm>
            </p:grpSpPr>
            <p:sp>
              <p:nvSpPr>
                <p:cNvPr id="4393" name="Google Shape;4393;p129"/>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29"/>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129"/>
              <p:cNvGrpSpPr/>
              <p:nvPr/>
            </p:nvGrpSpPr>
            <p:grpSpPr>
              <a:xfrm>
                <a:off x="5610879" y="3314486"/>
                <a:ext cx="31499" cy="26938"/>
                <a:chOff x="5610879" y="3314486"/>
                <a:chExt cx="31499" cy="26938"/>
              </a:xfrm>
            </p:grpSpPr>
            <p:sp>
              <p:nvSpPr>
                <p:cNvPr id="4396" name="Google Shape;4396;p129"/>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29"/>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129"/>
              <p:cNvGrpSpPr/>
              <p:nvPr/>
            </p:nvGrpSpPr>
            <p:grpSpPr>
              <a:xfrm>
                <a:off x="4834525" y="3501382"/>
                <a:ext cx="31499" cy="26898"/>
                <a:chOff x="4834525" y="3501382"/>
                <a:chExt cx="31499" cy="26898"/>
              </a:xfrm>
            </p:grpSpPr>
            <p:sp>
              <p:nvSpPr>
                <p:cNvPr id="4399" name="Google Shape;4399;p129"/>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29"/>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129"/>
              <p:cNvGrpSpPr/>
              <p:nvPr/>
            </p:nvGrpSpPr>
            <p:grpSpPr>
              <a:xfrm>
                <a:off x="4898460" y="3580158"/>
                <a:ext cx="31405" cy="26898"/>
                <a:chOff x="4898460" y="3580158"/>
                <a:chExt cx="31405" cy="26898"/>
              </a:xfrm>
            </p:grpSpPr>
            <p:sp>
              <p:nvSpPr>
                <p:cNvPr id="4402" name="Google Shape;4402;p129"/>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29"/>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129"/>
              <p:cNvGrpSpPr/>
              <p:nvPr/>
            </p:nvGrpSpPr>
            <p:grpSpPr>
              <a:xfrm>
                <a:off x="4882667" y="3608032"/>
                <a:ext cx="31499" cy="27001"/>
                <a:chOff x="4882667" y="3608032"/>
                <a:chExt cx="31499" cy="27001"/>
              </a:xfrm>
            </p:grpSpPr>
            <p:sp>
              <p:nvSpPr>
                <p:cNvPr id="4405" name="Google Shape;4405;p129"/>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29"/>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129"/>
              <p:cNvGrpSpPr/>
              <p:nvPr/>
            </p:nvGrpSpPr>
            <p:grpSpPr>
              <a:xfrm>
                <a:off x="4843373" y="3631407"/>
                <a:ext cx="16273" cy="16186"/>
                <a:chOff x="4843373" y="3631407"/>
                <a:chExt cx="16273" cy="16186"/>
              </a:xfrm>
            </p:grpSpPr>
            <p:sp>
              <p:nvSpPr>
                <p:cNvPr id="4408" name="Google Shape;4408;p129"/>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29"/>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129"/>
              <p:cNvGrpSpPr/>
              <p:nvPr/>
            </p:nvGrpSpPr>
            <p:grpSpPr>
              <a:xfrm>
                <a:off x="4727773" y="3591578"/>
                <a:ext cx="31499" cy="26898"/>
                <a:chOff x="4727773" y="3591578"/>
                <a:chExt cx="31499" cy="26898"/>
              </a:xfrm>
            </p:grpSpPr>
            <p:sp>
              <p:nvSpPr>
                <p:cNvPr id="4411" name="Google Shape;4411;p129"/>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29"/>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3" name="Google Shape;4413;p129"/>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29"/>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5" name="Google Shape;4415;p129"/>
              <p:cNvGrpSpPr/>
              <p:nvPr/>
            </p:nvGrpSpPr>
            <p:grpSpPr>
              <a:xfrm>
                <a:off x="4609421" y="3577398"/>
                <a:ext cx="31499" cy="27001"/>
                <a:chOff x="4609421" y="3577398"/>
                <a:chExt cx="31499" cy="27001"/>
              </a:xfrm>
            </p:grpSpPr>
            <p:sp>
              <p:nvSpPr>
                <p:cNvPr id="4416" name="Google Shape;4416;p129"/>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29"/>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129"/>
              <p:cNvGrpSpPr/>
              <p:nvPr/>
            </p:nvGrpSpPr>
            <p:grpSpPr>
              <a:xfrm>
                <a:off x="4649289" y="3577398"/>
                <a:ext cx="31499" cy="27001"/>
                <a:chOff x="4649289" y="3577398"/>
                <a:chExt cx="31499" cy="27001"/>
              </a:xfrm>
            </p:grpSpPr>
            <p:sp>
              <p:nvSpPr>
                <p:cNvPr id="4419" name="Google Shape;4419;p129"/>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29"/>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129"/>
              <p:cNvGrpSpPr/>
              <p:nvPr/>
            </p:nvGrpSpPr>
            <p:grpSpPr>
              <a:xfrm>
                <a:off x="4605614" y="3639523"/>
                <a:ext cx="31499" cy="26906"/>
                <a:chOff x="4605614" y="3639523"/>
                <a:chExt cx="31499" cy="26906"/>
              </a:xfrm>
            </p:grpSpPr>
            <p:sp>
              <p:nvSpPr>
                <p:cNvPr id="4422" name="Google Shape;4422;p129"/>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29"/>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129"/>
              <p:cNvGrpSpPr/>
              <p:nvPr/>
            </p:nvGrpSpPr>
            <p:grpSpPr>
              <a:xfrm>
                <a:off x="4785149" y="3618846"/>
                <a:ext cx="26930" cy="26843"/>
                <a:chOff x="4785149" y="3618846"/>
                <a:chExt cx="26930" cy="26843"/>
              </a:xfrm>
            </p:grpSpPr>
            <p:sp>
              <p:nvSpPr>
                <p:cNvPr id="4425" name="Google Shape;4425;p129"/>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29"/>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129"/>
              <p:cNvGrpSpPr/>
              <p:nvPr/>
            </p:nvGrpSpPr>
            <p:grpSpPr>
              <a:xfrm>
                <a:off x="4810167" y="3601567"/>
                <a:ext cx="31405" cy="26898"/>
                <a:chOff x="4810167" y="3601567"/>
                <a:chExt cx="31405" cy="26898"/>
              </a:xfrm>
            </p:grpSpPr>
            <p:sp>
              <p:nvSpPr>
                <p:cNvPr id="4428" name="Google Shape;4428;p129"/>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29"/>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129"/>
              <p:cNvGrpSpPr/>
              <p:nvPr/>
            </p:nvGrpSpPr>
            <p:grpSpPr>
              <a:xfrm>
                <a:off x="4831002" y="3373230"/>
                <a:ext cx="31405" cy="26898"/>
                <a:chOff x="4831002" y="3373230"/>
                <a:chExt cx="31405" cy="26898"/>
              </a:xfrm>
            </p:grpSpPr>
            <p:sp>
              <p:nvSpPr>
                <p:cNvPr id="4431" name="Google Shape;4431;p129"/>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29"/>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129"/>
              <p:cNvGrpSpPr/>
              <p:nvPr/>
            </p:nvGrpSpPr>
            <p:grpSpPr>
              <a:xfrm>
                <a:off x="4719311" y="3355054"/>
                <a:ext cx="31499" cy="27001"/>
                <a:chOff x="4719311" y="3355054"/>
                <a:chExt cx="31499" cy="27001"/>
              </a:xfrm>
            </p:grpSpPr>
            <p:sp>
              <p:nvSpPr>
                <p:cNvPr id="4434" name="Google Shape;4434;p129"/>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29"/>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129"/>
              <p:cNvGrpSpPr/>
              <p:nvPr/>
            </p:nvGrpSpPr>
            <p:grpSpPr>
              <a:xfrm>
                <a:off x="4798755" y="3450260"/>
                <a:ext cx="26930" cy="26930"/>
                <a:chOff x="4798755" y="3450260"/>
                <a:chExt cx="26930" cy="26930"/>
              </a:xfrm>
            </p:grpSpPr>
            <p:sp>
              <p:nvSpPr>
                <p:cNvPr id="4437" name="Google Shape;4437;p129"/>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29"/>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129"/>
              <p:cNvGrpSpPr/>
              <p:nvPr/>
            </p:nvGrpSpPr>
            <p:grpSpPr>
              <a:xfrm>
                <a:off x="4645576" y="3467555"/>
                <a:ext cx="31405" cy="26953"/>
                <a:chOff x="4645576" y="3467555"/>
                <a:chExt cx="31405" cy="26953"/>
              </a:xfrm>
            </p:grpSpPr>
            <p:sp>
              <p:nvSpPr>
                <p:cNvPr id="4440" name="Google Shape;4440;p129"/>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29"/>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129"/>
              <p:cNvGrpSpPr/>
              <p:nvPr/>
            </p:nvGrpSpPr>
            <p:grpSpPr>
              <a:xfrm>
                <a:off x="4687631" y="3583965"/>
                <a:ext cx="31499" cy="26898"/>
                <a:chOff x="4687631" y="3583965"/>
                <a:chExt cx="31499" cy="26898"/>
              </a:xfrm>
            </p:grpSpPr>
            <p:sp>
              <p:nvSpPr>
                <p:cNvPr id="4443" name="Google Shape;4443;p129"/>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29"/>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129"/>
              <p:cNvGrpSpPr/>
              <p:nvPr/>
            </p:nvGrpSpPr>
            <p:grpSpPr>
              <a:xfrm>
                <a:off x="4719311" y="3471314"/>
                <a:ext cx="31499" cy="27001"/>
                <a:chOff x="4719311" y="3471314"/>
                <a:chExt cx="31499" cy="27001"/>
              </a:xfrm>
            </p:grpSpPr>
            <p:sp>
              <p:nvSpPr>
                <p:cNvPr id="4446" name="Google Shape;4446;p129"/>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29"/>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129"/>
              <p:cNvGrpSpPr/>
              <p:nvPr/>
            </p:nvGrpSpPr>
            <p:grpSpPr>
              <a:xfrm>
                <a:off x="4719311" y="3434404"/>
                <a:ext cx="31499" cy="26898"/>
                <a:chOff x="4719311" y="3434404"/>
                <a:chExt cx="31499" cy="26898"/>
              </a:xfrm>
            </p:grpSpPr>
            <p:sp>
              <p:nvSpPr>
                <p:cNvPr id="4449" name="Google Shape;4449;p129"/>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29"/>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129"/>
              <p:cNvGrpSpPr/>
              <p:nvPr/>
            </p:nvGrpSpPr>
            <p:grpSpPr>
              <a:xfrm>
                <a:off x="4768876" y="3401772"/>
                <a:ext cx="31499" cy="26898"/>
                <a:chOff x="4768876" y="3401772"/>
                <a:chExt cx="31499" cy="26898"/>
              </a:xfrm>
            </p:grpSpPr>
            <p:sp>
              <p:nvSpPr>
                <p:cNvPr id="4452" name="Google Shape;4452;p129"/>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29"/>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129"/>
              <p:cNvGrpSpPr/>
              <p:nvPr/>
            </p:nvGrpSpPr>
            <p:grpSpPr>
              <a:xfrm>
                <a:off x="4762214" y="3471377"/>
                <a:ext cx="26938" cy="26938"/>
                <a:chOff x="4762214" y="3471377"/>
                <a:chExt cx="26938" cy="26938"/>
              </a:xfrm>
            </p:grpSpPr>
            <p:sp>
              <p:nvSpPr>
                <p:cNvPr id="4455" name="Google Shape;4455;p129"/>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29"/>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129"/>
              <p:cNvGrpSpPr/>
              <p:nvPr/>
            </p:nvGrpSpPr>
            <p:grpSpPr>
              <a:xfrm>
                <a:off x="4790473" y="3344782"/>
                <a:ext cx="31405" cy="26898"/>
                <a:chOff x="4790473" y="3344782"/>
                <a:chExt cx="31405" cy="26898"/>
              </a:xfrm>
            </p:grpSpPr>
            <p:sp>
              <p:nvSpPr>
                <p:cNvPr id="4458" name="Google Shape;4458;p129"/>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29"/>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129"/>
              <p:cNvGrpSpPr/>
              <p:nvPr/>
            </p:nvGrpSpPr>
            <p:grpSpPr>
              <a:xfrm>
                <a:off x="4823774" y="3950733"/>
                <a:ext cx="37398" cy="32034"/>
                <a:chOff x="4823774" y="3950733"/>
                <a:chExt cx="37398" cy="32034"/>
              </a:xfrm>
            </p:grpSpPr>
            <p:sp>
              <p:nvSpPr>
                <p:cNvPr id="4461" name="Google Shape;4461;p129"/>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29"/>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129"/>
              <p:cNvGrpSpPr/>
              <p:nvPr/>
            </p:nvGrpSpPr>
            <p:grpSpPr>
              <a:xfrm>
                <a:off x="4823396" y="4110566"/>
                <a:ext cx="31405" cy="26906"/>
                <a:chOff x="4823396" y="4110566"/>
                <a:chExt cx="31405" cy="26906"/>
              </a:xfrm>
            </p:grpSpPr>
            <p:sp>
              <p:nvSpPr>
                <p:cNvPr id="4464" name="Google Shape;4464;p129"/>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29"/>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129"/>
              <p:cNvGrpSpPr/>
              <p:nvPr/>
            </p:nvGrpSpPr>
            <p:grpSpPr>
              <a:xfrm>
                <a:off x="4838332" y="3821150"/>
                <a:ext cx="31499" cy="26898"/>
                <a:chOff x="4838332" y="3821150"/>
                <a:chExt cx="31499" cy="26898"/>
              </a:xfrm>
            </p:grpSpPr>
            <p:sp>
              <p:nvSpPr>
                <p:cNvPr id="4467" name="Google Shape;4467;p129"/>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29"/>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129"/>
              <p:cNvGrpSpPr/>
              <p:nvPr/>
            </p:nvGrpSpPr>
            <p:grpSpPr>
              <a:xfrm>
                <a:off x="4661275" y="3815007"/>
                <a:ext cx="36824" cy="31523"/>
                <a:chOff x="4661275" y="3815007"/>
                <a:chExt cx="36824" cy="31523"/>
              </a:xfrm>
            </p:grpSpPr>
            <p:sp>
              <p:nvSpPr>
                <p:cNvPr id="4470" name="Google Shape;4470;p129"/>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29"/>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129"/>
              <p:cNvGrpSpPr/>
              <p:nvPr/>
            </p:nvGrpSpPr>
            <p:grpSpPr>
              <a:xfrm>
                <a:off x="4558998" y="3851037"/>
                <a:ext cx="33591" cy="28699"/>
                <a:chOff x="4558998" y="3851037"/>
                <a:chExt cx="33591" cy="28699"/>
              </a:xfrm>
            </p:grpSpPr>
            <p:sp>
              <p:nvSpPr>
                <p:cNvPr id="4473" name="Google Shape;4473;p129"/>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29"/>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129"/>
              <p:cNvGrpSpPr/>
              <p:nvPr/>
            </p:nvGrpSpPr>
            <p:grpSpPr>
              <a:xfrm>
                <a:off x="4696762" y="3638587"/>
                <a:ext cx="33591" cy="28794"/>
                <a:chOff x="4696762" y="3638587"/>
                <a:chExt cx="33591" cy="28794"/>
              </a:xfrm>
            </p:grpSpPr>
            <p:sp>
              <p:nvSpPr>
                <p:cNvPr id="4476" name="Google Shape;4476;p129"/>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29"/>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129"/>
              <p:cNvGrpSpPr/>
              <p:nvPr/>
            </p:nvGrpSpPr>
            <p:grpSpPr>
              <a:xfrm>
                <a:off x="4929479" y="3939140"/>
                <a:ext cx="33497" cy="28692"/>
                <a:chOff x="4929479" y="3939140"/>
                <a:chExt cx="33497" cy="28692"/>
              </a:xfrm>
            </p:grpSpPr>
            <p:sp>
              <p:nvSpPr>
                <p:cNvPr id="4479" name="Google Shape;4479;p129"/>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29"/>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129"/>
              <p:cNvGrpSpPr/>
              <p:nvPr/>
            </p:nvGrpSpPr>
            <p:grpSpPr>
              <a:xfrm>
                <a:off x="4907119" y="3986039"/>
                <a:ext cx="33497" cy="28699"/>
                <a:chOff x="4907119" y="3986039"/>
                <a:chExt cx="33497" cy="28699"/>
              </a:xfrm>
            </p:grpSpPr>
            <p:sp>
              <p:nvSpPr>
                <p:cNvPr id="4482" name="Google Shape;4482;p129"/>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29"/>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129"/>
              <p:cNvGrpSpPr/>
              <p:nvPr/>
            </p:nvGrpSpPr>
            <p:grpSpPr>
              <a:xfrm>
                <a:off x="4911783" y="4048102"/>
                <a:ext cx="33591" cy="28762"/>
                <a:chOff x="4911783" y="4048102"/>
                <a:chExt cx="33591" cy="28762"/>
              </a:xfrm>
            </p:grpSpPr>
            <p:sp>
              <p:nvSpPr>
                <p:cNvPr id="4485" name="Google Shape;4485;p129"/>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29"/>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7" name="Google Shape;4487;p129"/>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29"/>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29"/>
              <p:cNvGrpSpPr/>
              <p:nvPr/>
            </p:nvGrpSpPr>
            <p:grpSpPr>
              <a:xfrm>
                <a:off x="4762623" y="3837847"/>
                <a:ext cx="42416" cy="36273"/>
                <a:chOff x="4762623" y="3837847"/>
                <a:chExt cx="42416" cy="36273"/>
              </a:xfrm>
            </p:grpSpPr>
            <p:sp>
              <p:nvSpPr>
                <p:cNvPr id="4490" name="Google Shape;4490;p129"/>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29"/>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129"/>
              <p:cNvGrpSpPr/>
              <p:nvPr/>
            </p:nvGrpSpPr>
            <p:grpSpPr>
              <a:xfrm>
                <a:off x="4746044" y="4104966"/>
                <a:ext cx="33497" cy="28699"/>
                <a:chOff x="4746044" y="4104966"/>
                <a:chExt cx="33497" cy="28699"/>
              </a:xfrm>
            </p:grpSpPr>
            <p:sp>
              <p:nvSpPr>
                <p:cNvPr id="4493" name="Google Shape;4493;p129"/>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29"/>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129"/>
              <p:cNvGrpSpPr/>
              <p:nvPr/>
            </p:nvGrpSpPr>
            <p:grpSpPr>
              <a:xfrm>
                <a:off x="4859646" y="4162554"/>
                <a:ext cx="33591" cy="28762"/>
                <a:chOff x="4859646" y="4162554"/>
                <a:chExt cx="33591" cy="28762"/>
              </a:xfrm>
            </p:grpSpPr>
            <p:sp>
              <p:nvSpPr>
                <p:cNvPr id="4496" name="Google Shape;4496;p129"/>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29"/>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8" name="Google Shape;4498;p129"/>
            <p:cNvGrpSpPr/>
            <p:nvPr/>
          </p:nvGrpSpPr>
          <p:grpSpPr>
            <a:xfrm>
              <a:off x="3597785" y="3274438"/>
              <a:ext cx="855610" cy="1122100"/>
              <a:chOff x="3597785" y="3274438"/>
              <a:chExt cx="855610" cy="1122100"/>
            </a:xfrm>
          </p:grpSpPr>
          <p:grpSp>
            <p:nvGrpSpPr>
              <p:cNvPr id="4499" name="Google Shape;4499;p129"/>
              <p:cNvGrpSpPr/>
              <p:nvPr/>
            </p:nvGrpSpPr>
            <p:grpSpPr>
              <a:xfrm>
                <a:off x="3617857" y="3284717"/>
                <a:ext cx="826785" cy="1099165"/>
                <a:chOff x="3617857" y="3284717"/>
                <a:chExt cx="826785" cy="1099165"/>
              </a:xfrm>
            </p:grpSpPr>
            <p:sp>
              <p:nvSpPr>
                <p:cNvPr id="4500" name="Google Shape;4500;p129"/>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29"/>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29"/>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29"/>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29"/>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29"/>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29"/>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29"/>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29"/>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29"/>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29"/>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29"/>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29"/>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29"/>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29"/>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29"/>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29"/>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29"/>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29"/>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29"/>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29"/>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29"/>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29"/>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29"/>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29"/>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29"/>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29"/>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29"/>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29"/>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29"/>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29"/>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29"/>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29"/>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29"/>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29"/>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29"/>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29"/>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29"/>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29"/>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29"/>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29"/>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29"/>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29"/>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29"/>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29"/>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29"/>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29"/>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29"/>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29"/>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29"/>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29"/>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29"/>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29"/>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29"/>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29"/>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29"/>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129"/>
              <p:cNvGrpSpPr/>
              <p:nvPr/>
            </p:nvGrpSpPr>
            <p:grpSpPr>
              <a:xfrm>
                <a:off x="4180904" y="4251758"/>
                <a:ext cx="37783" cy="32420"/>
                <a:chOff x="4180904" y="4251758"/>
                <a:chExt cx="37783" cy="32420"/>
              </a:xfrm>
            </p:grpSpPr>
            <p:sp>
              <p:nvSpPr>
                <p:cNvPr id="4557" name="Google Shape;4557;p129"/>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29"/>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129"/>
              <p:cNvGrpSpPr/>
              <p:nvPr/>
            </p:nvGrpSpPr>
            <p:grpSpPr>
              <a:xfrm>
                <a:off x="4201644" y="4081324"/>
                <a:ext cx="37783" cy="32364"/>
                <a:chOff x="4201644" y="4081324"/>
                <a:chExt cx="37783" cy="32364"/>
              </a:xfrm>
            </p:grpSpPr>
            <p:sp>
              <p:nvSpPr>
                <p:cNvPr id="4560" name="Google Shape;4560;p129"/>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29"/>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129"/>
              <p:cNvGrpSpPr/>
              <p:nvPr/>
            </p:nvGrpSpPr>
            <p:grpSpPr>
              <a:xfrm>
                <a:off x="4284416" y="3887428"/>
                <a:ext cx="37783" cy="32451"/>
                <a:chOff x="4284416" y="3887428"/>
                <a:chExt cx="37783" cy="32451"/>
              </a:xfrm>
            </p:grpSpPr>
            <p:sp>
              <p:nvSpPr>
                <p:cNvPr id="4563" name="Google Shape;4563;p129"/>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29"/>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129"/>
              <p:cNvGrpSpPr/>
              <p:nvPr/>
            </p:nvGrpSpPr>
            <p:grpSpPr>
              <a:xfrm>
                <a:off x="4223721" y="3860404"/>
                <a:ext cx="37870" cy="32364"/>
                <a:chOff x="4223721" y="3860404"/>
                <a:chExt cx="37870" cy="32364"/>
              </a:xfrm>
            </p:grpSpPr>
            <p:sp>
              <p:nvSpPr>
                <p:cNvPr id="4566" name="Google Shape;4566;p129"/>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29"/>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129"/>
              <p:cNvGrpSpPr/>
              <p:nvPr/>
            </p:nvGrpSpPr>
            <p:grpSpPr>
              <a:xfrm>
                <a:off x="4104889" y="3699242"/>
                <a:ext cx="37776" cy="32357"/>
                <a:chOff x="4104889" y="3699242"/>
                <a:chExt cx="37776" cy="32357"/>
              </a:xfrm>
            </p:grpSpPr>
            <p:sp>
              <p:nvSpPr>
                <p:cNvPr id="4569" name="Google Shape;4569;p129"/>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29"/>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1" name="Google Shape;4571;p129"/>
              <p:cNvGrpSpPr/>
              <p:nvPr/>
            </p:nvGrpSpPr>
            <p:grpSpPr>
              <a:xfrm>
                <a:off x="4143608" y="3475121"/>
                <a:ext cx="37878" cy="32420"/>
                <a:chOff x="4143608" y="3475121"/>
                <a:chExt cx="37878" cy="32420"/>
              </a:xfrm>
            </p:grpSpPr>
            <p:sp>
              <p:nvSpPr>
                <p:cNvPr id="4572" name="Google Shape;4572;p129"/>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29"/>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129"/>
              <p:cNvGrpSpPr/>
              <p:nvPr/>
            </p:nvGrpSpPr>
            <p:grpSpPr>
              <a:xfrm>
                <a:off x="4217248" y="3570893"/>
                <a:ext cx="37776" cy="32364"/>
                <a:chOff x="4217248" y="3570893"/>
                <a:chExt cx="37776" cy="32364"/>
              </a:xfrm>
            </p:grpSpPr>
            <p:sp>
              <p:nvSpPr>
                <p:cNvPr id="4575" name="Google Shape;4575;p129"/>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29"/>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129"/>
              <p:cNvGrpSpPr/>
              <p:nvPr/>
            </p:nvGrpSpPr>
            <p:grpSpPr>
              <a:xfrm>
                <a:off x="4255307" y="3431612"/>
                <a:ext cx="37776" cy="32451"/>
                <a:chOff x="4255307" y="3431612"/>
                <a:chExt cx="37776" cy="32451"/>
              </a:xfrm>
            </p:grpSpPr>
            <p:sp>
              <p:nvSpPr>
                <p:cNvPr id="4578" name="Google Shape;4578;p129"/>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29"/>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129"/>
              <p:cNvGrpSpPr/>
              <p:nvPr/>
            </p:nvGrpSpPr>
            <p:grpSpPr>
              <a:xfrm>
                <a:off x="3853052" y="3577398"/>
                <a:ext cx="37776" cy="32420"/>
                <a:chOff x="3853052" y="3577398"/>
                <a:chExt cx="37776" cy="32420"/>
              </a:xfrm>
            </p:grpSpPr>
            <p:sp>
              <p:nvSpPr>
                <p:cNvPr id="4581" name="Google Shape;4581;p129"/>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29"/>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129"/>
              <p:cNvGrpSpPr/>
              <p:nvPr/>
            </p:nvGrpSpPr>
            <p:grpSpPr>
              <a:xfrm>
                <a:off x="4039908" y="3412107"/>
                <a:ext cx="37776" cy="32357"/>
                <a:chOff x="4039908" y="3412107"/>
                <a:chExt cx="37776" cy="32357"/>
              </a:xfrm>
            </p:grpSpPr>
            <p:sp>
              <p:nvSpPr>
                <p:cNvPr id="4584" name="Google Shape;4584;p129"/>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29"/>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29"/>
              <p:cNvGrpSpPr/>
              <p:nvPr/>
            </p:nvGrpSpPr>
            <p:grpSpPr>
              <a:xfrm>
                <a:off x="4017360" y="3342061"/>
                <a:ext cx="37870" cy="32380"/>
                <a:chOff x="4017360" y="3342061"/>
                <a:chExt cx="37870" cy="32380"/>
              </a:xfrm>
            </p:grpSpPr>
            <p:sp>
              <p:nvSpPr>
                <p:cNvPr id="4587" name="Google Shape;4587;p129"/>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29"/>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9" name="Google Shape;4589;p129"/>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29"/>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1" name="Google Shape;4591;p129"/>
              <p:cNvGrpSpPr/>
              <p:nvPr/>
            </p:nvGrpSpPr>
            <p:grpSpPr>
              <a:xfrm>
                <a:off x="3750870" y="3418650"/>
                <a:ext cx="37776" cy="32380"/>
                <a:chOff x="3750870" y="3418650"/>
                <a:chExt cx="37776" cy="32380"/>
              </a:xfrm>
            </p:grpSpPr>
            <p:sp>
              <p:nvSpPr>
                <p:cNvPr id="4592" name="Google Shape;4592;p129"/>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29"/>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129"/>
              <p:cNvGrpSpPr/>
              <p:nvPr/>
            </p:nvGrpSpPr>
            <p:grpSpPr>
              <a:xfrm>
                <a:off x="3632509" y="3274438"/>
                <a:ext cx="37783" cy="32357"/>
                <a:chOff x="3632509" y="3274438"/>
                <a:chExt cx="37783" cy="32357"/>
              </a:xfrm>
            </p:grpSpPr>
            <p:sp>
              <p:nvSpPr>
                <p:cNvPr id="4595" name="Google Shape;4595;p129"/>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29"/>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29"/>
              <p:cNvGrpSpPr/>
              <p:nvPr/>
            </p:nvGrpSpPr>
            <p:grpSpPr>
              <a:xfrm>
                <a:off x="3906424" y="3297561"/>
                <a:ext cx="37776" cy="32451"/>
                <a:chOff x="3906424" y="3297561"/>
                <a:chExt cx="37776" cy="32451"/>
              </a:xfrm>
            </p:grpSpPr>
            <p:sp>
              <p:nvSpPr>
                <p:cNvPr id="4598" name="Google Shape;4598;p129"/>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29"/>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129"/>
              <p:cNvGrpSpPr/>
              <p:nvPr/>
            </p:nvGrpSpPr>
            <p:grpSpPr>
              <a:xfrm>
                <a:off x="3866084" y="3412107"/>
                <a:ext cx="37776" cy="32357"/>
                <a:chOff x="3866084" y="3412107"/>
                <a:chExt cx="37776" cy="32357"/>
              </a:xfrm>
            </p:grpSpPr>
            <p:sp>
              <p:nvSpPr>
                <p:cNvPr id="4601" name="Google Shape;4601;p129"/>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29"/>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129"/>
              <p:cNvGrpSpPr/>
              <p:nvPr/>
            </p:nvGrpSpPr>
            <p:grpSpPr>
              <a:xfrm>
                <a:off x="4023919" y="3766409"/>
                <a:ext cx="37783" cy="32357"/>
                <a:chOff x="4023919" y="3766409"/>
                <a:chExt cx="37783" cy="32357"/>
              </a:xfrm>
            </p:grpSpPr>
            <p:sp>
              <p:nvSpPr>
                <p:cNvPr id="4604" name="Google Shape;4604;p129"/>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29"/>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129"/>
              <p:cNvGrpSpPr/>
              <p:nvPr/>
            </p:nvGrpSpPr>
            <p:grpSpPr>
              <a:xfrm>
                <a:off x="3973882" y="3779449"/>
                <a:ext cx="37776" cy="32357"/>
                <a:chOff x="3973882" y="3779449"/>
                <a:chExt cx="37776" cy="32357"/>
              </a:xfrm>
            </p:grpSpPr>
            <p:sp>
              <p:nvSpPr>
                <p:cNvPr id="4607" name="Google Shape;4607;p129"/>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29"/>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129"/>
              <p:cNvGrpSpPr/>
              <p:nvPr/>
            </p:nvGrpSpPr>
            <p:grpSpPr>
              <a:xfrm>
                <a:off x="4073398" y="3838028"/>
                <a:ext cx="37776" cy="32380"/>
                <a:chOff x="4073398" y="3838028"/>
                <a:chExt cx="37776" cy="32380"/>
              </a:xfrm>
            </p:grpSpPr>
            <p:sp>
              <p:nvSpPr>
                <p:cNvPr id="4610" name="Google Shape;4610;p129"/>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29"/>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129"/>
              <p:cNvGrpSpPr/>
              <p:nvPr/>
            </p:nvGrpSpPr>
            <p:grpSpPr>
              <a:xfrm>
                <a:off x="4342672" y="4144496"/>
                <a:ext cx="37752" cy="32364"/>
                <a:chOff x="4342672" y="4144496"/>
                <a:chExt cx="37752" cy="32364"/>
              </a:xfrm>
            </p:grpSpPr>
            <p:sp>
              <p:nvSpPr>
                <p:cNvPr id="4613" name="Google Shape;4613;p129"/>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29"/>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129"/>
              <p:cNvGrpSpPr/>
              <p:nvPr/>
            </p:nvGrpSpPr>
            <p:grpSpPr>
              <a:xfrm>
                <a:off x="4406386" y="4056872"/>
                <a:ext cx="37783" cy="32364"/>
                <a:chOff x="4406386" y="4056872"/>
                <a:chExt cx="37783" cy="32364"/>
              </a:xfrm>
            </p:grpSpPr>
            <p:sp>
              <p:nvSpPr>
                <p:cNvPr id="4616" name="Google Shape;4616;p129"/>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29"/>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129"/>
              <p:cNvGrpSpPr/>
              <p:nvPr/>
            </p:nvGrpSpPr>
            <p:grpSpPr>
              <a:xfrm>
                <a:off x="4284416" y="4245254"/>
                <a:ext cx="37783" cy="32357"/>
                <a:chOff x="4284416" y="4245254"/>
                <a:chExt cx="37783" cy="32357"/>
              </a:xfrm>
            </p:grpSpPr>
            <p:sp>
              <p:nvSpPr>
                <p:cNvPr id="4619" name="Google Shape;4619;p129"/>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29"/>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129"/>
              <p:cNvGrpSpPr/>
              <p:nvPr/>
            </p:nvGrpSpPr>
            <p:grpSpPr>
              <a:xfrm>
                <a:off x="4219057" y="4331258"/>
                <a:ext cx="37776" cy="32364"/>
                <a:chOff x="4219057" y="4331258"/>
                <a:chExt cx="37776" cy="32364"/>
              </a:xfrm>
            </p:grpSpPr>
            <p:sp>
              <p:nvSpPr>
                <p:cNvPr id="4622" name="Google Shape;4622;p129"/>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29"/>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129"/>
              <p:cNvGrpSpPr/>
              <p:nvPr/>
            </p:nvGrpSpPr>
            <p:grpSpPr>
              <a:xfrm>
                <a:off x="4204122" y="4141688"/>
                <a:ext cx="33497" cy="28699"/>
                <a:chOff x="4204122" y="4141688"/>
                <a:chExt cx="33497" cy="28699"/>
              </a:xfrm>
            </p:grpSpPr>
            <p:sp>
              <p:nvSpPr>
                <p:cNvPr id="4625" name="Google Shape;4625;p129"/>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29"/>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129"/>
              <p:cNvGrpSpPr/>
              <p:nvPr/>
            </p:nvGrpSpPr>
            <p:grpSpPr>
              <a:xfrm>
                <a:off x="4301546" y="4003869"/>
                <a:ext cx="38916" cy="33324"/>
                <a:chOff x="4301546" y="4003869"/>
                <a:chExt cx="38916" cy="33324"/>
              </a:xfrm>
            </p:grpSpPr>
            <p:sp>
              <p:nvSpPr>
                <p:cNvPr id="4628" name="Google Shape;4628;p129"/>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29"/>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129"/>
              <p:cNvGrpSpPr/>
              <p:nvPr/>
            </p:nvGrpSpPr>
            <p:grpSpPr>
              <a:xfrm>
                <a:off x="4210681" y="3924669"/>
                <a:ext cx="36549" cy="31366"/>
                <a:chOff x="4210681" y="3924669"/>
                <a:chExt cx="36549" cy="31366"/>
              </a:xfrm>
            </p:grpSpPr>
            <p:sp>
              <p:nvSpPr>
                <p:cNvPr id="4631" name="Google Shape;4631;p129"/>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29"/>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29"/>
              <p:cNvGrpSpPr/>
              <p:nvPr/>
            </p:nvGrpSpPr>
            <p:grpSpPr>
              <a:xfrm>
                <a:off x="3987771" y="3628874"/>
                <a:ext cx="31499" cy="26993"/>
                <a:chOff x="3987771" y="3628874"/>
                <a:chExt cx="31499" cy="26993"/>
              </a:xfrm>
            </p:grpSpPr>
            <p:sp>
              <p:nvSpPr>
                <p:cNvPr id="4634" name="Google Shape;4634;p129"/>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29"/>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129"/>
              <p:cNvGrpSpPr/>
              <p:nvPr/>
            </p:nvGrpSpPr>
            <p:grpSpPr>
              <a:xfrm>
                <a:off x="4087382" y="3775674"/>
                <a:ext cx="31405" cy="26898"/>
                <a:chOff x="4087382" y="3775674"/>
                <a:chExt cx="31405" cy="26898"/>
              </a:xfrm>
            </p:grpSpPr>
            <p:sp>
              <p:nvSpPr>
                <p:cNvPr id="4637" name="Google Shape;4637;p129"/>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29"/>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129"/>
              <p:cNvGrpSpPr/>
              <p:nvPr/>
            </p:nvGrpSpPr>
            <p:grpSpPr>
              <a:xfrm>
                <a:off x="4118873" y="3856637"/>
                <a:ext cx="31405" cy="26906"/>
                <a:chOff x="4118873" y="3856637"/>
                <a:chExt cx="31405" cy="26906"/>
              </a:xfrm>
            </p:grpSpPr>
            <p:sp>
              <p:nvSpPr>
                <p:cNvPr id="4640" name="Google Shape;4640;p129"/>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29"/>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129"/>
              <p:cNvGrpSpPr/>
              <p:nvPr/>
            </p:nvGrpSpPr>
            <p:grpSpPr>
              <a:xfrm>
                <a:off x="4168541" y="3639523"/>
                <a:ext cx="31499" cy="26906"/>
                <a:chOff x="4168541" y="3639523"/>
                <a:chExt cx="31499" cy="26906"/>
              </a:xfrm>
            </p:grpSpPr>
            <p:sp>
              <p:nvSpPr>
                <p:cNvPr id="4643" name="Google Shape;4643;p129"/>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29"/>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129"/>
              <p:cNvGrpSpPr/>
              <p:nvPr/>
            </p:nvGrpSpPr>
            <p:grpSpPr>
              <a:xfrm>
                <a:off x="3965789" y="3393545"/>
                <a:ext cx="31405" cy="26945"/>
                <a:chOff x="3965789" y="3393545"/>
                <a:chExt cx="31405" cy="26945"/>
              </a:xfrm>
            </p:grpSpPr>
            <p:sp>
              <p:nvSpPr>
                <p:cNvPr id="4646" name="Google Shape;4646;p129"/>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29"/>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129"/>
              <p:cNvGrpSpPr/>
              <p:nvPr/>
            </p:nvGrpSpPr>
            <p:grpSpPr>
              <a:xfrm>
                <a:off x="3925166" y="3491008"/>
                <a:ext cx="31405" cy="27001"/>
                <a:chOff x="3925166" y="3491008"/>
                <a:chExt cx="31405" cy="27001"/>
              </a:xfrm>
            </p:grpSpPr>
            <p:sp>
              <p:nvSpPr>
                <p:cNvPr id="4649" name="Google Shape;4649;p129"/>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29"/>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129"/>
              <p:cNvGrpSpPr/>
              <p:nvPr/>
            </p:nvGrpSpPr>
            <p:grpSpPr>
              <a:xfrm>
                <a:off x="3682845" y="3340976"/>
                <a:ext cx="31397" cy="26898"/>
                <a:chOff x="3682845" y="3340976"/>
                <a:chExt cx="31397" cy="26898"/>
              </a:xfrm>
            </p:grpSpPr>
            <p:sp>
              <p:nvSpPr>
                <p:cNvPr id="4652" name="Google Shape;4652;p129"/>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29"/>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129"/>
              <p:cNvGrpSpPr/>
              <p:nvPr/>
            </p:nvGrpSpPr>
            <p:grpSpPr>
              <a:xfrm>
                <a:off x="3795393" y="3353725"/>
                <a:ext cx="31499" cy="26993"/>
                <a:chOff x="3795393" y="3353725"/>
                <a:chExt cx="31499" cy="26993"/>
              </a:xfrm>
            </p:grpSpPr>
            <p:sp>
              <p:nvSpPr>
                <p:cNvPr id="4655" name="Google Shape;4655;p129"/>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29"/>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129"/>
              <p:cNvGrpSpPr/>
              <p:nvPr/>
            </p:nvGrpSpPr>
            <p:grpSpPr>
              <a:xfrm>
                <a:off x="4176909" y="4363221"/>
                <a:ext cx="38924" cy="33316"/>
                <a:chOff x="4176909" y="4363221"/>
                <a:chExt cx="38924" cy="33316"/>
              </a:xfrm>
            </p:grpSpPr>
            <p:sp>
              <p:nvSpPr>
                <p:cNvPr id="4658" name="Google Shape;4658;p129"/>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29"/>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129"/>
              <p:cNvGrpSpPr/>
              <p:nvPr/>
            </p:nvGrpSpPr>
            <p:grpSpPr>
              <a:xfrm>
                <a:off x="4226191" y="4007660"/>
                <a:ext cx="33560" cy="28770"/>
                <a:chOff x="4226191" y="4007660"/>
                <a:chExt cx="33560" cy="28770"/>
              </a:xfrm>
            </p:grpSpPr>
            <p:sp>
              <p:nvSpPr>
                <p:cNvPr id="4661" name="Google Shape;4661;p129"/>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29"/>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129"/>
              <p:cNvGrpSpPr/>
              <p:nvPr/>
            </p:nvGrpSpPr>
            <p:grpSpPr>
              <a:xfrm>
                <a:off x="3597785" y="3377045"/>
                <a:ext cx="33591" cy="28699"/>
                <a:chOff x="3597785" y="3377045"/>
                <a:chExt cx="33591" cy="28699"/>
              </a:xfrm>
            </p:grpSpPr>
            <p:sp>
              <p:nvSpPr>
                <p:cNvPr id="4664" name="Google Shape;4664;p129"/>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29"/>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129"/>
              <p:cNvGrpSpPr/>
              <p:nvPr/>
            </p:nvGrpSpPr>
            <p:grpSpPr>
              <a:xfrm>
                <a:off x="3887870" y="3669796"/>
                <a:ext cx="33591" cy="28692"/>
                <a:chOff x="3887870" y="3669796"/>
                <a:chExt cx="33591" cy="28692"/>
              </a:xfrm>
            </p:grpSpPr>
            <p:sp>
              <p:nvSpPr>
                <p:cNvPr id="4667" name="Google Shape;4667;p129"/>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29"/>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129"/>
              <p:cNvGrpSpPr/>
              <p:nvPr/>
            </p:nvGrpSpPr>
            <p:grpSpPr>
              <a:xfrm>
                <a:off x="3818320" y="3481625"/>
                <a:ext cx="33497" cy="28770"/>
                <a:chOff x="3818320" y="3481625"/>
                <a:chExt cx="33497" cy="28770"/>
              </a:xfrm>
            </p:grpSpPr>
            <p:sp>
              <p:nvSpPr>
                <p:cNvPr id="4670" name="Google Shape;4670;p129"/>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29"/>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129"/>
              <p:cNvGrpSpPr/>
              <p:nvPr/>
            </p:nvGrpSpPr>
            <p:grpSpPr>
              <a:xfrm>
                <a:off x="4278139" y="4120948"/>
                <a:ext cx="37492" cy="32129"/>
                <a:chOff x="4278139" y="4120948"/>
                <a:chExt cx="37492" cy="32129"/>
              </a:xfrm>
            </p:grpSpPr>
            <p:sp>
              <p:nvSpPr>
                <p:cNvPr id="4673" name="Google Shape;4673;p129"/>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29"/>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129"/>
              <p:cNvGrpSpPr/>
              <p:nvPr/>
            </p:nvGrpSpPr>
            <p:grpSpPr>
              <a:xfrm>
                <a:off x="4419898" y="3977388"/>
                <a:ext cx="33497" cy="28692"/>
                <a:chOff x="4419898" y="3977388"/>
                <a:chExt cx="33497" cy="28692"/>
              </a:xfrm>
            </p:grpSpPr>
            <p:sp>
              <p:nvSpPr>
                <p:cNvPr id="4676" name="Google Shape;4676;p129"/>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29"/>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129"/>
              <p:cNvGrpSpPr/>
              <p:nvPr/>
            </p:nvGrpSpPr>
            <p:grpSpPr>
              <a:xfrm>
                <a:off x="4158930" y="4034684"/>
                <a:ext cx="33497" cy="28762"/>
                <a:chOff x="4158930" y="4034684"/>
                <a:chExt cx="33497" cy="28762"/>
              </a:xfrm>
            </p:grpSpPr>
            <p:sp>
              <p:nvSpPr>
                <p:cNvPr id="4679" name="Google Shape;4679;p129"/>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29"/>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129"/>
              <p:cNvGrpSpPr/>
              <p:nvPr/>
            </p:nvGrpSpPr>
            <p:grpSpPr>
              <a:xfrm>
                <a:off x="4134949" y="3957049"/>
                <a:ext cx="33497" cy="28770"/>
                <a:chOff x="4134949" y="3957049"/>
                <a:chExt cx="33497" cy="28770"/>
              </a:xfrm>
            </p:grpSpPr>
            <p:sp>
              <p:nvSpPr>
                <p:cNvPr id="4682" name="Google Shape;4682;p129"/>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29"/>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129"/>
              <p:cNvGrpSpPr/>
              <p:nvPr/>
            </p:nvGrpSpPr>
            <p:grpSpPr>
              <a:xfrm>
                <a:off x="4193653" y="4184403"/>
                <a:ext cx="43580" cy="37264"/>
                <a:chOff x="4193653" y="4184403"/>
                <a:chExt cx="43580" cy="37264"/>
              </a:xfrm>
            </p:grpSpPr>
            <p:sp>
              <p:nvSpPr>
                <p:cNvPr id="4685" name="Google Shape;4685;p129"/>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29"/>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129"/>
              <p:cNvGrpSpPr/>
              <p:nvPr/>
            </p:nvGrpSpPr>
            <p:grpSpPr>
              <a:xfrm>
                <a:off x="4343600" y="3943844"/>
                <a:ext cx="43580" cy="37312"/>
                <a:chOff x="4343600" y="3943844"/>
                <a:chExt cx="43580" cy="37312"/>
              </a:xfrm>
            </p:grpSpPr>
            <p:sp>
              <p:nvSpPr>
                <p:cNvPr id="4688" name="Google Shape;4688;p129"/>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29"/>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29"/>
              <p:cNvGrpSpPr/>
              <p:nvPr/>
            </p:nvGrpSpPr>
            <p:grpSpPr>
              <a:xfrm>
                <a:off x="4172339" y="3381693"/>
                <a:ext cx="31499" cy="27001"/>
                <a:chOff x="4172339" y="3381693"/>
                <a:chExt cx="31499" cy="27001"/>
              </a:xfrm>
            </p:grpSpPr>
            <p:sp>
              <p:nvSpPr>
                <p:cNvPr id="4691" name="Google Shape;4691;p129"/>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29"/>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93" name="Google Shape;4693;p129"/>
          <p:cNvGrpSpPr/>
          <p:nvPr/>
        </p:nvGrpSpPr>
        <p:grpSpPr>
          <a:xfrm>
            <a:off x="6647587" y="3567393"/>
            <a:ext cx="560636" cy="516497"/>
            <a:chOff x="6652051" y="3714143"/>
            <a:chExt cx="560636" cy="516497"/>
          </a:xfrm>
        </p:grpSpPr>
        <p:grpSp>
          <p:nvGrpSpPr>
            <p:cNvPr id="4694" name="Google Shape;4694;p129"/>
            <p:cNvGrpSpPr/>
            <p:nvPr/>
          </p:nvGrpSpPr>
          <p:grpSpPr>
            <a:xfrm>
              <a:off x="6669657" y="3716715"/>
              <a:ext cx="466768" cy="464314"/>
              <a:chOff x="3139766" y="765669"/>
              <a:chExt cx="886380" cy="881888"/>
            </a:xfrm>
          </p:grpSpPr>
          <p:grpSp>
            <p:nvGrpSpPr>
              <p:cNvPr id="4695" name="Google Shape;4695;p129"/>
              <p:cNvGrpSpPr/>
              <p:nvPr/>
            </p:nvGrpSpPr>
            <p:grpSpPr>
              <a:xfrm>
                <a:off x="3139766" y="765669"/>
                <a:ext cx="886380" cy="881888"/>
                <a:chOff x="3139766" y="765669"/>
                <a:chExt cx="886380" cy="881888"/>
              </a:xfrm>
            </p:grpSpPr>
            <p:sp>
              <p:nvSpPr>
                <p:cNvPr id="4696" name="Google Shape;4696;p12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2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2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2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2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2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2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2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2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5" name="Google Shape;4705;p12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2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2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2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9" name="Google Shape;4709;p12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129"/>
          <p:cNvGrpSpPr/>
          <p:nvPr/>
        </p:nvGrpSpPr>
        <p:grpSpPr>
          <a:xfrm>
            <a:off x="7646296" y="3047976"/>
            <a:ext cx="104231" cy="320340"/>
            <a:chOff x="7564426" y="3224343"/>
            <a:chExt cx="119985" cy="368801"/>
          </a:xfrm>
        </p:grpSpPr>
        <p:sp>
          <p:nvSpPr>
            <p:cNvPr id="4711" name="Google Shape;4711;p12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2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129"/>
          <p:cNvGrpSpPr/>
          <p:nvPr/>
        </p:nvGrpSpPr>
        <p:grpSpPr>
          <a:xfrm>
            <a:off x="7345785" y="3042077"/>
            <a:ext cx="189489" cy="332132"/>
            <a:chOff x="8370831" y="3202002"/>
            <a:chExt cx="218129" cy="382376"/>
          </a:xfrm>
        </p:grpSpPr>
        <p:sp>
          <p:nvSpPr>
            <p:cNvPr id="4714" name="Google Shape;4714;p12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2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129"/>
          <p:cNvGrpSpPr/>
          <p:nvPr/>
        </p:nvGrpSpPr>
        <p:grpSpPr>
          <a:xfrm>
            <a:off x="8069174" y="3453209"/>
            <a:ext cx="309429" cy="267000"/>
            <a:chOff x="6742064" y="3750480"/>
            <a:chExt cx="399315" cy="344560"/>
          </a:xfrm>
        </p:grpSpPr>
        <p:sp>
          <p:nvSpPr>
            <p:cNvPr id="4717" name="Google Shape;4717;p12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2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129"/>
          <p:cNvGrpSpPr/>
          <p:nvPr/>
        </p:nvGrpSpPr>
        <p:grpSpPr>
          <a:xfrm>
            <a:off x="7608193" y="3804257"/>
            <a:ext cx="180437" cy="281608"/>
            <a:chOff x="7248525" y="3739696"/>
            <a:chExt cx="230531" cy="359790"/>
          </a:xfrm>
        </p:grpSpPr>
        <p:sp>
          <p:nvSpPr>
            <p:cNvPr id="4720" name="Google Shape;4720;p12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2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129"/>
          <p:cNvGrpSpPr/>
          <p:nvPr/>
        </p:nvGrpSpPr>
        <p:grpSpPr>
          <a:xfrm>
            <a:off x="7854113" y="3447481"/>
            <a:ext cx="162896" cy="278710"/>
            <a:chOff x="7601242" y="3729267"/>
            <a:chExt cx="222566" cy="380803"/>
          </a:xfrm>
        </p:grpSpPr>
        <p:sp>
          <p:nvSpPr>
            <p:cNvPr id="4723" name="Google Shape;4723;p12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2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5" name="Google Shape;4725;p129"/>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6" name="Google Shape;4726;p129"/>
          <p:cNvGrpSpPr/>
          <p:nvPr/>
        </p:nvGrpSpPr>
        <p:grpSpPr>
          <a:xfrm>
            <a:off x="7343758" y="3448622"/>
            <a:ext cx="193543" cy="275990"/>
            <a:chOff x="8304647" y="3738687"/>
            <a:chExt cx="225076" cy="320956"/>
          </a:xfrm>
        </p:grpSpPr>
        <p:sp>
          <p:nvSpPr>
            <p:cNvPr id="4727" name="Google Shape;4727;p12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2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2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129"/>
          <p:cNvGrpSpPr/>
          <p:nvPr/>
        </p:nvGrpSpPr>
        <p:grpSpPr>
          <a:xfrm>
            <a:off x="7616251" y="3448622"/>
            <a:ext cx="178492" cy="275990"/>
            <a:chOff x="8615101" y="3738687"/>
            <a:chExt cx="207573" cy="320956"/>
          </a:xfrm>
        </p:grpSpPr>
        <p:sp>
          <p:nvSpPr>
            <p:cNvPr id="4731" name="Google Shape;4731;p12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2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2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4" name="Google Shape;4734;p129"/>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5" name="Google Shape;4735;p129"/>
          <p:cNvGrpSpPr/>
          <p:nvPr/>
        </p:nvGrpSpPr>
        <p:grpSpPr>
          <a:xfrm>
            <a:off x="7841782" y="3851282"/>
            <a:ext cx="187557" cy="187557"/>
            <a:chOff x="8565775" y="671075"/>
            <a:chExt cx="441000" cy="441000"/>
          </a:xfrm>
        </p:grpSpPr>
        <p:sp>
          <p:nvSpPr>
            <p:cNvPr id="4736" name="Google Shape;4736;p12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2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129"/>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29"/>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0" name="Google Shape;4740;p129"/>
          <p:cNvGrpSpPr/>
          <p:nvPr/>
        </p:nvGrpSpPr>
        <p:grpSpPr>
          <a:xfrm>
            <a:off x="5996254" y="2923808"/>
            <a:ext cx="587865" cy="517731"/>
            <a:chOff x="6000718" y="3070557"/>
            <a:chExt cx="587865" cy="517731"/>
          </a:xfrm>
        </p:grpSpPr>
        <p:sp>
          <p:nvSpPr>
            <p:cNvPr id="4741" name="Google Shape;4741;p12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2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2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2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2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2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2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2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2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2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129"/>
          <p:cNvGrpSpPr/>
          <p:nvPr/>
        </p:nvGrpSpPr>
        <p:grpSpPr>
          <a:xfrm>
            <a:off x="6011059" y="3567468"/>
            <a:ext cx="557665" cy="516387"/>
            <a:chOff x="6015523" y="3714217"/>
            <a:chExt cx="557665" cy="516387"/>
          </a:xfrm>
        </p:grpSpPr>
        <p:grpSp>
          <p:nvGrpSpPr>
            <p:cNvPr id="4752" name="Google Shape;4752;p129"/>
            <p:cNvGrpSpPr/>
            <p:nvPr/>
          </p:nvGrpSpPr>
          <p:grpSpPr>
            <a:xfrm>
              <a:off x="6036094" y="3716980"/>
              <a:ext cx="529822" cy="510480"/>
              <a:chOff x="3148311" y="-545634"/>
              <a:chExt cx="1006118" cy="969572"/>
            </a:xfrm>
          </p:grpSpPr>
          <p:sp>
            <p:nvSpPr>
              <p:cNvPr id="4753" name="Google Shape;4753;p12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2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2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2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2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2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2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2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2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2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3" name="Google Shape;4763;p12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129"/>
          <p:cNvGrpSpPr/>
          <p:nvPr/>
        </p:nvGrpSpPr>
        <p:grpSpPr>
          <a:xfrm>
            <a:off x="6639841" y="2926879"/>
            <a:ext cx="576302" cy="511871"/>
            <a:chOff x="6644304" y="3073628"/>
            <a:chExt cx="576302" cy="511871"/>
          </a:xfrm>
        </p:grpSpPr>
        <p:grpSp>
          <p:nvGrpSpPr>
            <p:cNvPr id="4765" name="Google Shape;4765;p129"/>
            <p:cNvGrpSpPr/>
            <p:nvPr/>
          </p:nvGrpSpPr>
          <p:grpSpPr>
            <a:xfrm>
              <a:off x="6712169" y="3073651"/>
              <a:ext cx="481611" cy="506713"/>
              <a:chOff x="1833536" y="-546641"/>
              <a:chExt cx="914567" cy="962419"/>
            </a:xfrm>
          </p:grpSpPr>
          <p:grpSp>
            <p:nvGrpSpPr>
              <p:cNvPr id="4766" name="Google Shape;4766;p129"/>
              <p:cNvGrpSpPr/>
              <p:nvPr/>
            </p:nvGrpSpPr>
            <p:grpSpPr>
              <a:xfrm>
                <a:off x="1833536" y="-524249"/>
                <a:ext cx="914567" cy="940027"/>
                <a:chOff x="1833536" y="-524249"/>
                <a:chExt cx="914567" cy="940027"/>
              </a:xfrm>
            </p:grpSpPr>
            <p:sp>
              <p:nvSpPr>
                <p:cNvPr id="4767" name="Google Shape;4767;p12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2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2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2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2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2" name="Google Shape;4772;p12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2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2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2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6" name="Google Shape;4776;p12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129"/>
          <p:cNvGrpSpPr/>
          <p:nvPr/>
        </p:nvGrpSpPr>
        <p:grpSpPr>
          <a:xfrm>
            <a:off x="5904877" y="1016248"/>
            <a:ext cx="2435960" cy="1297725"/>
            <a:chOff x="233350" y="949250"/>
            <a:chExt cx="7137300" cy="3802300"/>
          </a:xfrm>
        </p:grpSpPr>
        <p:sp>
          <p:nvSpPr>
            <p:cNvPr id="4778" name="Google Shape;4778;p12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2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2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2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2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2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2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2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2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2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2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2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2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2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2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2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2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2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2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2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2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2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2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2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2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2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2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2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2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2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2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2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2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2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2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2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2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2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2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2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2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2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2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2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2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2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2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2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2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2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2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129"/>
          <p:cNvGrpSpPr/>
          <p:nvPr/>
        </p:nvGrpSpPr>
        <p:grpSpPr>
          <a:xfrm>
            <a:off x="3530626" y="1013128"/>
            <a:ext cx="2078182" cy="1366558"/>
            <a:chOff x="235800" y="830650"/>
            <a:chExt cx="6978450" cy="4588844"/>
          </a:xfrm>
        </p:grpSpPr>
        <p:sp>
          <p:nvSpPr>
            <p:cNvPr id="4830" name="Google Shape;4830;p12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2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2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2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2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2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129"/>
          <p:cNvGrpSpPr/>
          <p:nvPr/>
        </p:nvGrpSpPr>
        <p:grpSpPr>
          <a:xfrm>
            <a:off x="698034" y="977939"/>
            <a:ext cx="2665073" cy="1317140"/>
            <a:chOff x="793334" y="1192826"/>
            <a:chExt cx="2665073" cy="1317140"/>
          </a:xfrm>
        </p:grpSpPr>
        <p:sp>
          <p:nvSpPr>
            <p:cNvPr id="4837" name="Google Shape;4837;p12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2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2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2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2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2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2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2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2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2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2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2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2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2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2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2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2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2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2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2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2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2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2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2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2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2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2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2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2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2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2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2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2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2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2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2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2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2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2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2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2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2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2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2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2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2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2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2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2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2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2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2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2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2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2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2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2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2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2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2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2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2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2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2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2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2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2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2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2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2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2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2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2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2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2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2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2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2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2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2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2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2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2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2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2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2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2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2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2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2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2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2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2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2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2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2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2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2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2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2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2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2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2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2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2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2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2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2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2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2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2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2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2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2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2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2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2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2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2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2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2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2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2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2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2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2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2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2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2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2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2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2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2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2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2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2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2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2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2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2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2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2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2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2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2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2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2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2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2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2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2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2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2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2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2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2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2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2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2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2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2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2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2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2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2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2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2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2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2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2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2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2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2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2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2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2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2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2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2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2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2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2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2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2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2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2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2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2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2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2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2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2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2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2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2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2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2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2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2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2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2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2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2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2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2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2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2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2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2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2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2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2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2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2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2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2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2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2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2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2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2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2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2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2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2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2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2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2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2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2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2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2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2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2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2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2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2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2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2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2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2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2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2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2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2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2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2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2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2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2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2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2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2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2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2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2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2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2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2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2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2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2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2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2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2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2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2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2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2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2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2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2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2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2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2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2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2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2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2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2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2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2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2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2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2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2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2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2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2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2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2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2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2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2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2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2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2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2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2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2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2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2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2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2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2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2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2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2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2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2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2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2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2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2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2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2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2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2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2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2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2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2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2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2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2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2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2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2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2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2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2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2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2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2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2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2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2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2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2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2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2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2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2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2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2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2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2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2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2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2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2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2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2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2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2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2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2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2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2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2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2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2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2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2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2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2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2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2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2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2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2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2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2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2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2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2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2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2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2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2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2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2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2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2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2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2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2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2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2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2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2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2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2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2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2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2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2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2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2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2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2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2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2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2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2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2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2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2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2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2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2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2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2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2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2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2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2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2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2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2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2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2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2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2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2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2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2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2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2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2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2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2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2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2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2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2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2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2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2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2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2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2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2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2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2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2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2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2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2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2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2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2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2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2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2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2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2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2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2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2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2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2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2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2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2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2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2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2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2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2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2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2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2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2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2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2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2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2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2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2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2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2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2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2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2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2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2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2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2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2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2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2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2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2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2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2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2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2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2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2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2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2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2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2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2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2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2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2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2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2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2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2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2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2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2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2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2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2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2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2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2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2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2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2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2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2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2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2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2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2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2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2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2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2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2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2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2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2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2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2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2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2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2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2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2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2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2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2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2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2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2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2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2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2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2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2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2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2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2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2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2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2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2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2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2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2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2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2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2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2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2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2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2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2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2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2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2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2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2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2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2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2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2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2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2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2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2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2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2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2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2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2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2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2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2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2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2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2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2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2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2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2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2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2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2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2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2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2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2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2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2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2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2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2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2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2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2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2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2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2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2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2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2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2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2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2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2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2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2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2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2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2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2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2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2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2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2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2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2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2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2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2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2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2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2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2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2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2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2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2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2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2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2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2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2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2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2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2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2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2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2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2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2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2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2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2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2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2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2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2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2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2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2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2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2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2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2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2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2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2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2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2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2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2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2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2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2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2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2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2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2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2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2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2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2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2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2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2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2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2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2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2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2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2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2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2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2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2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2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2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2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2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2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2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2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2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2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2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2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2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2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2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2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2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2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2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2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2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2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2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2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2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2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2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2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2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2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2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2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2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2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2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2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2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2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2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2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2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2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2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2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2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2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2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2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2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2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2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2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2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2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2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2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2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2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2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2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2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2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2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2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2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2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2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2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2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2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2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2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2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2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2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2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2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2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2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2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2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2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2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2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2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2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2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2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2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2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2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2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2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2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2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2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2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2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2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2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2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2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2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2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2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2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2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2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2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2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2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2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2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2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2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2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2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2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2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2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2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2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2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2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2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2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2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2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2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2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2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2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2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2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2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2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2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2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2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2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2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2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2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2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2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2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2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2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2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2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2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2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2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2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2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2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2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2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2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2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2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2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2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2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2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2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2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2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2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2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2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2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2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2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2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2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2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2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2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2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2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2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2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2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2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2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2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2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2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2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2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2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2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2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2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2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2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2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2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2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2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2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2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2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2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2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2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2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2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2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2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2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2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2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2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2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2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2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2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2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2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2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2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2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2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2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2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2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2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2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2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2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2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2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2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2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2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2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2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2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2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2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2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2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2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2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2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2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2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2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2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2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2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2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2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2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2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2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2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2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2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2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2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2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2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2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2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2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2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2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2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2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2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2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2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2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2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2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2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2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2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2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2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2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2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2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2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2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2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2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2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2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2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2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2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2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2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2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2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2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2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2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2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2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2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2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2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2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2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2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2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2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2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2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2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2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2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2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2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2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2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2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2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2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2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2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2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2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2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2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2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2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2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2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2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2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2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2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2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2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2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2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2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2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2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2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2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2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2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2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2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2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2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2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2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2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2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2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2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2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2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2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2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2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2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2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2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2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2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2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2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2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2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2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2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2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2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2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2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2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2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2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2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2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2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2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2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2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2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2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2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2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2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2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2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2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2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2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2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2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2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2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2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2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2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2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2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2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2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2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2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2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2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2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2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2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2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2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2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2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2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2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2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2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2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2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2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2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2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2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2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2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2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2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2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2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2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2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2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2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2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2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2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2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2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2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2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2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2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2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2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2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2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2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2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2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2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2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2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2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2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2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2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2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2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2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2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2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2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2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2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2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2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2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2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2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2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2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2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2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2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2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2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2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2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2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2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2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2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2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2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2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2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2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2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2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2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2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2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2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2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2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2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2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2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2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2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2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2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2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2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2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2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2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2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2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2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2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2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2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2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2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2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2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2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2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2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2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2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2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2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2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2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2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2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2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2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2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2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2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2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2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2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2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2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2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2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2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2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2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2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2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2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2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2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2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2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2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2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2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2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2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2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2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2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2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2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2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2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2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2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2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2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2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2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2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2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2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2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2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2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2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2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2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2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2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2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2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2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2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2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2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2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2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2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2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2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2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2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2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2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2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2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2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2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2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2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2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2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2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2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2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2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2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2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2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2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2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2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2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2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2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2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2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2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2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2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2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2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2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2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2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2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2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2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2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2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2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2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2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2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2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2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2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2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2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2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2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2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2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2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2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2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2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2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2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2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2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2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2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2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2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2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2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2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2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2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2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2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2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2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2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2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2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2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2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2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2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2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2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2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2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2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2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2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2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2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2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2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2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2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2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2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2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2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2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2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2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2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2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2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2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2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2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2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2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2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2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2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2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2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2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2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2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2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2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2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2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2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2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2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2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2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2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2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2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2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2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2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2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2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2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2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2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2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2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2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2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2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2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2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2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2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2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2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2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2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2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2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2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2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2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2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2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2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2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2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2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2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2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2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2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2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2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2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2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2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2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2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2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2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2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2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2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2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2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2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2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2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2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2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2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2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2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2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2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2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2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2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2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2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2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2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2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2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2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2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2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2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2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2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2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2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2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2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2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2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2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2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2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2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2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2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2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2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2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2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2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2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2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2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2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2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2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2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2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2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2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2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2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2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2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2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2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2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2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2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2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2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2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2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2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2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2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2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2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2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2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2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2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2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2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2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2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2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2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2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2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2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2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2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2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2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2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2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2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2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2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2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2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2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2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2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2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2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2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2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2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2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2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2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2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2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2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2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2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2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2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2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2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2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2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2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2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2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2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2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2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2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2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2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2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2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2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2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2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2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2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2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2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2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2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2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2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2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2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2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2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2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2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2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2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2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2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2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2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2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2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2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2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2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2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2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2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2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2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2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2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2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2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2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2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2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2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2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2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2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2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2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2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2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2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2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2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2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2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2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2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2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2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2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2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2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2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2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2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2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2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2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2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2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2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2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2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2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2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2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2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2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2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2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2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2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2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2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2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2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2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2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2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2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2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2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2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2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2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2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2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2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2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2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2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2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2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2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2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2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2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2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2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2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2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2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2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2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2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2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2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2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2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2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2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2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2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2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2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2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2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2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2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2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2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2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2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2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2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2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2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2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2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2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2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2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2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2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2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2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2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2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2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2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2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2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2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2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2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2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2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2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2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2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2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2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2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2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2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2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2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2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2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2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2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2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2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2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2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2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2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2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2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2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2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2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2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2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2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2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2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2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2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2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2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2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2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2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2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2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2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2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2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2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2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2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2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2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2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2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2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2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2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2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2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2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2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2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2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2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2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2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2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2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2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2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2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2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2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2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2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2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2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2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2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2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2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2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2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2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2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2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2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2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2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2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2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2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2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2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2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2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2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2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2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2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2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2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2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2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2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2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2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2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2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2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2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2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2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2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2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2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2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2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2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2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2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2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2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2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2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2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2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2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2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2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2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2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2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2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2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2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2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2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2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2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2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2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2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2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2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2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2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2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2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2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2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2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2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2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2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2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2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2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2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2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2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2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2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2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2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2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2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2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2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2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2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2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2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2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2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2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2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2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2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2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2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2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2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2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2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2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2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2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2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2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2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2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2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2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2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2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2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2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2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2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2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2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2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2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2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2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2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2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2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2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2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2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2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2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2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2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2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2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2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2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2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2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2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2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2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2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2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2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2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2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2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2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2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2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2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2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2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2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2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2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2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2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2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2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2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2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2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2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2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2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2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2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2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2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2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2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2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2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2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2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2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2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2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2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2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2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2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2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2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2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2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2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2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2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2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2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2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2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2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2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2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2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2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2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2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2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2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2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2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2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2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2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2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2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2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2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2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2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2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2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2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2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2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2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2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2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2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2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2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2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2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2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2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2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2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2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2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2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2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2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2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2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2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2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2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2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2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2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2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2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2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2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2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2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2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2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2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2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2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2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2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2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2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2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2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2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2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2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2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2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2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2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2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2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2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2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2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2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2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2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2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2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2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2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2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2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2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2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2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2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2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2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2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2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2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2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2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2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2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2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2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2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2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2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2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2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2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2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2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2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2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2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2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2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2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2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2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2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2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2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2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2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2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2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2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2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2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2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2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2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2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2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2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2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2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2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2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2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2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2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2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2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2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2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2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2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2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2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2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2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2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2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2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2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2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2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2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2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2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2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2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2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2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2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2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2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2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2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2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2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2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2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2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2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2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2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2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2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2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2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2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2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2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2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2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2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2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2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2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2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2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2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2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2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2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2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2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2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2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2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2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2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2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2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2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2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2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2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2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2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2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2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2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2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2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2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2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2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2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2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2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2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2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2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2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2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2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2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2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2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2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2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2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2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2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2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2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2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2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2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2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2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2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2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2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2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2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2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2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2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2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2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2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2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2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2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2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2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2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2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2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2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2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2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2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2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2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2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2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2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2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2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2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2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2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2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2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2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2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2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2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2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2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2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2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2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2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2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2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2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2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2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2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2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2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2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2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2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2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2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2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2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2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2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2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2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2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2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2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2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2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2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2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2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2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2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2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2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2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2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2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2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2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2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2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2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2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2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2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2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2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2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2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2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2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2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2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2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2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2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2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2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2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2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2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2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2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2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2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2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2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2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2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2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2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2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2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2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2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2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2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2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2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2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2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2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2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2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2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2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2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2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2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2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2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2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2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2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2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2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2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2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2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2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2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2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2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2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2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2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2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2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2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2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2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2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2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2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2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2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2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2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2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2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2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2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2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2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2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2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2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2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2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2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2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2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2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2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2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2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2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2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2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2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2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2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2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2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2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2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2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2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2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2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2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2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2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2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2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2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2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2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2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2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2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2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2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2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2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2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2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2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2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2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2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2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2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2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2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2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2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2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2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2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2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2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2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2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2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2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2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2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2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2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2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2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2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2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2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2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2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2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2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2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2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2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2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2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2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2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2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2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2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2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2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2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2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2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2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2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2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2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2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2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2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2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2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2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2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2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2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2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2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2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2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2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2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2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2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2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2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2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2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2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2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2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2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2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2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2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2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2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2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2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2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2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2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2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2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2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2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2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2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2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2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2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2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2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2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2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2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2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2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2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2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2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2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2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2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2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2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2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2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2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2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2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2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2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2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2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2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2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2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2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2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2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2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2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2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2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2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2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2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2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2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2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2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2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2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2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2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2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2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2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2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2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2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2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2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2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2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2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2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2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2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2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2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2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2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2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2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2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2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2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2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2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2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2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2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2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2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2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2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2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2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2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2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2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2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2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2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2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2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2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2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2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2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2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2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2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2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2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2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2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2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2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2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2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2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2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2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2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2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2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2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2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2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2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2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2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2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2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2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2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2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2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2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2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2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2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2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2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2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2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2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2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2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2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2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2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2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2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2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2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2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2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2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2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2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2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2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2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2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2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2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2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2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2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2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2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2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2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2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2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2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2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2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2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2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2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2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2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2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2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2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2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2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2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2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2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2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2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2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2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2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2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2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2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2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2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2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2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2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2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2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2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2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2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2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2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2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2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2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2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2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2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2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2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2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2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2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2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2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2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2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2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2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2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2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2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2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2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2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2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2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2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2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2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2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2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2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2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2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2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2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2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2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2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2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2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2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2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2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2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2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2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2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2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2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2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2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2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2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2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2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2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2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2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2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2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2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2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2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2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2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2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2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2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2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2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2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2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2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2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2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2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2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2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2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2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2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2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2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2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2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2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2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2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2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2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2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2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2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2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2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2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2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2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2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2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2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2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2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2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2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2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2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2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2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2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2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2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2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2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2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2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2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2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2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2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2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2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2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2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2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2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2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2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2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2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2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2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2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2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2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2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2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2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2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2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2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2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2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2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2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2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2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2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2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2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2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2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2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2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2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2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2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2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2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2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2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2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2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2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2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2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2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2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2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2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2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2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2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2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2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2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2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2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2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2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2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2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2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2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2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2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2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2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2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2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2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2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2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2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2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2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2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2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2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2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2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2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2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2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2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2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2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2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2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2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2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2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2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2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2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2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2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2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2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2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2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2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2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2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2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2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2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2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2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2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2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2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2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2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2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2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2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2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2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2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2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2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2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2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2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2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2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2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2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2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2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2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2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2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2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2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2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2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2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2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2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2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2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2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2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2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2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2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2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2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2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2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2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2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2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2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2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2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2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2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2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2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2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2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2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2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2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2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2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2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2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2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2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2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2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2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2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2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2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2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2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2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2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2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2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2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2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2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2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2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2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2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2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2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2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2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2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2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2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2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2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2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2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2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2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2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2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2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2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2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2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2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2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2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2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2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2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2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2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2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2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2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2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2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2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2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2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2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2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2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2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2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2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2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2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2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2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2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2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2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2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2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2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2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2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2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2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2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2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2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2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2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2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2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2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2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2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2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2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2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2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2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2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2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2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2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2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2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2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2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2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2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2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2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2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2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2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2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2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2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2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2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2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2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2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2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2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2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2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2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2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2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2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2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2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2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2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2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2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2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2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2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2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2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2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2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2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2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2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2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2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2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2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2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2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2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2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2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2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2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2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2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2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2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2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2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2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2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2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2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2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2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2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2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2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2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2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2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2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2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2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2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2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2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2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2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2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2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2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2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2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2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2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2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2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2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2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2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2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2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2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2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2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2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2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2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2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2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2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2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2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2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2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2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2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2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2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2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2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2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2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2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2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2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2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2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2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2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2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2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2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2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2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2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2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2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2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2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2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2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2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2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2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7" name="Shape 8807"/>
        <p:cNvGrpSpPr/>
        <p:nvPr/>
      </p:nvGrpSpPr>
      <p:grpSpPr>
        <a:xfrm>
          <a:off x="0" y="0"/>
          <a:ext cx="0" cy="0"/>
          <a:chOff x="0" y="0"/>
          <a:chExt cx="0" cy="0"/>
        </a:xfrm>
      </p:grpSpPr>
      <p:grpSp>
        <p:nvGrpSpPr>
          <p:cNvPr id="8808" name="Google Shape;8808;p130"/>
          <p:cNvGrpSpPr/>
          <p:nvPr/>
        </p:nvGrpSpPr>
        <p:grpSpPr>
          <a:xfrm>
            <a:off x="2100561" y="3398658"/>
            <a:ext cx="1102891" cy="760337"/>
            <a:chOff x="4967783" y="2151471"/>
            <a:chExt cx="3920692" cy="2702940"/>
          </a:xfrm>
        </p:grpSpPr>
        <p:grpSp>
          <p:nvGrpSpPr>
            <p:cNvPr id="8809" name="Google Shape;8809;p130"/>
            <p:cNvGrpSpPr/>
            <p:nvPr/>
          </p:nvGrpSpPr>
          <p:grpSpPr>
            <a:xfrm>
              <a:off x="5045709" y="2252109"/>
              <a:ext cx="3761071" cy="2501708"/>
              <a:chOff x="2691784" y="1805334"/>
              <a:chExt cx="3761071" cy="2501708"/>
            </a:xfrm>
          </p:grpSpPr>
          <p:sp>
            <p:nvSpPr>
              <p:cNvPr id="8810" name="Google Shape;8810;p13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130"/>
            <p:cNvGrpSpPr/>
            <p:nvPr/>
          </p:nvGrpSpPr>
          <p:grpSpPr>
            <a:xfrm>
              <a:off x="4967783" y="2151471"/>
              <a:ext cx="3920692" cy="2702940"/>
              <a:chOff x="2613858" y="1704696"/>
              <a:chExt cx="3920692" cy="2702940"/>
            </a:xfrm>
          </p:grpSpPr>
          <p:sp>
            <p:nvSpPr>
              <p:cNvPr id="8818" name="Google Shape;8818;p13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3" name="Google Shape;8823;p130"/>
          <p:cNvGrpSpPr/>
          <p:nvPr/>
        </p:nvGrpSpPr>
        <p:grpSpPr>
          <a:xfrm>
            <a:off x="3504470" y="1286935"/>
            <a:ext cx="1561911" cy="708580"/>
            <a:chOff x="3530532" y="1496185"/>
            <a:chExt cx="1561911" cy="708580"/>
          </a:xfrm>
        </p:grpSpPr>
        <p:grpSp>
          <p:nvGrpSpPr>
            <p:cNvPr id="8824" name="Google Shape;8824;p130"/>
            <p:cNvGrpSpPr/>
            <p:nvPr/>
          </p:nvGrpSpPr>
          <p:grpSpPr>
            <a:xfrm>
              <a:off x="3720318" y="1857562"/>
              <a:ext cx="1372125" cy="54"/>
              <a:chOff x="3720318" y="1857562"/>
              <a:chExt cx="1372125" cy="54"/>
            </a:xfrm>
          </p:grpSpPr>
          <p:cxnSp>
            <p:nvCxnSpPr>
              <p:cNvPr id="8825" name="Google Shape;8825;p130"/>
              <p:cNvCxnSpPr>
                <a:endCxn id="882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7" name="Google Shape;8827;p13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8" name="Google Shape;8828;p13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9" name="Google Shape;8829;p130"/>
              <p:cNvCxnSpPr>
                <a:stCxn id="882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830" name="Google Shape;8830;p130"/>
            <p:cNvGrpSpPr/>
            <p:nvPr/>
          </p:nvGrpSpPr>
          <p:grpSpPr>
            <a:xfrm>
              <a:off x="3567462" y="1496185"/>
              <a:ext cx="286500" cy="272914"/>
              <a:chOff x="3567462" y="1496185"/>
              <a:chExt cx="286500" cy="272914"/>
            </a:xfrm>
          </p:grpSpPr>
          <p:cxnSp>
            <p:nvCxnSpPr>
              <p:cNvPr id="8831" name="Google Shape;8831;p13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32" name="Google Shape;8832;p13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3" name="Google Shape;8833;p13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130"/>
            <p:cNvGrpSpPr/>
            <p:nvPr/>
          </p:nvGrpSpPr>
          <p:grpSpPr>
            <a:xfrm>
              <a:off x="3929014" y="1960574"/>
              <a:ext cx="286500" cy="242342"/>
              <a:chOff x="3929014" y="1960574"/>
              <a:chExt cx="286500" cy="242342"/>
            </a:xfrm>
          </p:grpSpPr>
          <p:cxnSp>
            <p:nvCxnSpPr>
              <p:cNvPr id="8836" name="Google Shape;8836;p13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837" name="Google Shape;8837;p13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130"/>
            <p:cNvGrpSpPr/>
            <p:nvPr/>
          </p:nvGrpSpPr>
          <p:grpSpPr>
            <a:xfrm>
              <a:off x="4290828" y="1496185"/>
              <a:ext cx="286500" cy="272914"/>
              <a:chOff x="4290828" y="1496185"/>
              <a:chExt cx="286500" cy="272914"/>
            </a:xfrm>
          </p:grpSpPr>
          <p:cxnSp>
            <p:nvCxnSpPr>
              <p:cNvPr id="8839" name="Google Shape;8839;p13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40" name="Google Shape;8840;p13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1" name="Google Shape;8841;p13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2" name="Google Shape;8842;p130"/>
            <p:cNvGrpSpPr/>
            <p:nvPr/>
          </p:nvGrpSpPr>
          <p:grpSpPr>
            <a:xfrm>
              <a:off x="4657726" y="1959674"/>
              <a:ext cx="286500" cy="245092"/>
              <a:chOff x="4657726" y="1959674"/>
              <a:chExt cx="286500" cy="245092"/>
            </a:xfrm>
          </p:grpSpPr>
          <p:cxnSp>
            <p:nvCxnSpPr>
              <p:cNvPr id="8843" name="Google Shape;8843;p13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844" name="Google Shape;8844;p13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5" name="Google Shape;8845;p130"/>
          <p:cNvGrpSpPr/>
          <p:nvPr/>
        </p:nvGrpSpPr>
        <p:grpSpPr>
          <a:xfrm>
            <a:off x="3486489" y="2149032"/>
            <a:ext cx="1597032" cy="378649"/>
            <a:chOff x="3512551" y="2358282"/>
            <a:chExt cx="1597032" cy="378649"/>
          </a:xfrm>
        </p:grpSpPr>
        <p:grpSp>
          <p:nvGrpSpPr>
            <p:cNvPr id="8846" name="Google Shape;8846;p130"/>
            <p:cNvGrpSpPr/>
            <p:nvPr/>
          </p:nvGrpSpPr>
          <p:grpSpPr>
            <a:xfrm>
              <a:off x="3738198" y="2553002"/>
              <a:ext cx="1145834" cy="117"/>
              <a:chOff x="3738198" y="2553002"/>
              <a:chExt cx="1145834" cy="117"/>
            </a:xfrm>
          </p:grpSpPr>
          <p:cxnSp>
            <p:nvCxnSpPr>
              <p:cNvPr id="8847" name="Google Shape;8847;p13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48" name="Google Shape;8848;p13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49" name="Google Shape;8849;p130"/>
              <p:cNvCxnSpPr>
                <a:stCxn id="8850" idx="6"/>
                <a:endCxn id="885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852" name="Google Shape;8852;p130"/>
            <p:cNvGrpSpPr/>
            <p:nvPr/>
          </p:nvGrpSpPr>
          <p:grpSpPr>
            <a:xfrm>
              <a:off x="3969644" y="2440153"/>
              <a:ext cx="225900" cy="296779"/>
              <a:chOff x="3969644" y="2440153"/>
              <a:chExt cx="225900" cy="296779"/>
            </a:xfrm>
          </p:grpSpPr>
          <p:cxnSp>
            <p:nvCxnSpPr>
              <p:cNvPr id="8853" name="Google Shape;8853;p13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851" name="Google Shape;8851;p13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130"/>
            <p:cNvGrpSpPr/>
            <p:nvPr/>
          </p:nvGrpSpPr>
          <p:grpSpPr>
            <a:xfrm>
              <a:off x="4426818" y="2358282"/>
              <a:ext cx="225600" cy="307471"/>
              <a:chOff x="4426818" y="2358282"/>
              <a:chExt cx="225600" cy="307471"/>
            </a:xfrm>
          </p:grpSpPr>
          <p:cxnSp>
            <p:nvCxnSpPr>
              <p:cNvPr id="8856" name="Google Shape;8856;p130"/>
              <p:cNvCxnSpPr>
                <a:stCxn id="885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858" name="Google Shape;8858;p13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130"/>
            <p:cNvGrpSpPr/>
            <p:nvPr/>
          </p:nvGrpSpPr>
          <p:grpSpPr>
            <a:xfrm>
              <a:off x="4883984" y="2440153"/>
              <a:ext cx="225600" cy="296479"/>
              <a:chOff x="4883984" y="2440153"/>
              <a:chExt cx="225600" cy="296479"/>
            </a:xfrm>
          </p:grpSpPr>
          <p:cxnSp>
            <p:nvCxnSpPr>
              <p:cNvPr id="8860" name="Google Shape;8860;p13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61" name="Google Shape;8861;p13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130"/>
            <p:cNvGrpSpPr/>
            <p:nvPr/>
          </p:nvGrpSpPr>
          <p:grpSpPr>
            <a:xfrm>
              <a:off x="3512551" y="2358356"/>
              <a:ext cx="225647" cy="307629"/>
              <a:chOff x="2182679" y="2005014"/>
              <a:chExt cx="792300" cy="1080158"/>
            </a:xfrm>
          </p:grpSpPr>
          <p:cxnSp>
            <p:nvCxnSpPr>
              <p:cNvPr id="8864" name="Google Shape;8864;p130"/>
              <p:cNvCxnSpPr>
                <a:stCxn id="886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850" name="Google Shape;8850;p13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6" name="Google Shape;8866;p130"/>
          <p:cNvGrpSpPr/>
          <p:nvPr/>
        </p:nvGrpSpPr>
        <p:grpSpPr>
          <a:xfrm>
            <a:off x="6846571" y="972829"/>
            <a:ext cx="1559809" cy="722610"/>
            <a:chOff x="634175" y="2986275"/>
            <a:chExt cx="3147949" cy="1458344"/>
          </a:xfrm>
        </p:grpSpPr>
        <p:cxnSp>
          <p:nvCxnSpPr>
            <p:cNvPr id="8867" name="Google Shape;8867;p130"/>
            <p:cNvCxnSpPr>
              <a:stCxn id="8868" idx="4"/>
              <a:endCxn id="886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70" name="Google Shape;8870;p130"/>
            <p:cNvCxnSpPr>
              <a:stCxn id="8869" idx="0"/>
              <a:endCxn id="887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2" name="Google Shape;8872;p130"/>
            <p:cNvCxnSpPr>
              <a:stCxn id="8871" idx="4"/>
              <a:endCxn id="887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4" name="Google Shape;8874;p130"/>
            <p:cNvCxnSpPr>
              <a:stCxn id="8873" idx="0"/>
              <a:endCxn id="887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75" name="Google Shape;8875;p13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1" name="Google Shape;8871;p13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68" name="Google Shape;8868;p13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3" name="Google Shape;8873;p13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69" name="Google Shape;8869;p13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76" name="Google Shape;8876;p130"/>
          <p:cNvGrpSpPr/>
          <p:nvPr/>
        </p:nvGrpSpPr>
        <p:grpSpPr>
          <a:xfrm>
            <a:off x="3500361" y="2682737"/>
            <a:ext cx="1570719" cy="294123"/>
            <a:chOff x="998425" y="1182125"/>
            <a:chExt cx="1065400" cy="199500"/>
          </a:xfrm>
        </p:grpSpPr>
        <p:sp>
          <p:nvSpPr>
            <p:cNvPr id="8877" name="Google Shape;8877;p13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3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3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3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3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130"/>
          <p:cNvGrpSpPr/>
          <p:nvPr/>
        </p:nvGrpSpPr>
        <p:grpSpPr>
          <a:xfrm>
            <a:off x="6843617" y="1800224"/>
            <a:ext cx="1565716" cy="366729"/>
            <a:chOff x="1247650" y="2075423"/>
            <a:chExt cx="6648477" cy="1557238"/>
          </a:xfrm>
        </p:grpSpPr>
        <p:sp>
          <p:nvSpPr>
            <p:cNvPr id="8883" name="Google Shape;8883;p13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3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3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3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130"/>
          <p:cNvGrpSpPr/>
          <p:nvPr/>
        </p:nvGrpSpPr>
        <p:grpSpPr>
          <a:xfrm>
            <a:off x="6827929" y="2949039"/>
            <a:ext cx="1597061" cy="663440"/>
            <a:chOff x="6796238" y="3158297"/>
            <a:chExt cx="1630319" cy="677257"/>
          </a:xfrm>
        </p:grpSpPr>
        <p:cxnSp>
          <p:nvCxnSpPr>
            <p:cNvPr id="8890" name="Google Shape;8890;p13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1" name="Google Shape;8891;p13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2" name="Google Shape;8892;p13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893" name="Google Shape;8893;p13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894" name="Google Shape;8894;p130"/>
            <p:cNvGrpSpPr/>
            <p:nvPr/>
          </p:nvGrpSpPr>
          <p:grpSpPr>
            <a:xfrm>
              <a:off x="6796238" y="3311904"/>
              <a:ext cx="1630319" cy="377697"/>
              <a:chOff x="6796238" y="3311904"/>
              <a:chExt cx="1630319" cy="377697"/>
            </a:xfrm>
          </p:grpSpPr>
          <p:sp>
            <p:nvSpPr>
              <p:cNvPr id="8895" name="Google Shape;8895;p13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8" name="Google Shape;8898;p130"/>
          <p:cNvGrpSpPr/>
          <p:nvPr/>
        </p:nvGrpSpPr>
        <p:grpSpPr>
          <a:xfrm>
            <a:off x="5349067" y="970431"/>
            <a:ext cx="1368606" cy="1593805"/>
            <a:chOff x="1839112" y="2209163"/>
            <a:chExt cx="1918159" cy="2233784"/>
          </a:xfrm>
        </p:grpSpPr>
        <p:sp>
          <p:nvSpPr>
            <p:cNvPr id="8899" name="Google Shape;8899;p13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2" name="Google Shape;8902;p130"/>
            <p:cNvCxnSpPr>
              <a:stCxn id="8899" idx="6"/>
              <a:endCxn id="890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3" name="Google Shape;8903;p130"/>
            <p:cNvCxnSpPr>
              <a:stCxn id="8900" idx="4"/>
              <a:endCxn id="890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905" name="Google Shape;8905;p130"/>
            <p:cNvCxnSpPr>
              <a:stCxn id="8904" idx="6"/>
              <a:endCxn id="890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6" name="Google Shape;8906;p130"/>
            <p:cNvCxnSpPr>
              <a:stCxn id="8901" idx="4"/>
              <a:endCxn id="890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904" name="Google Shape;8904;p13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9" name="Google Shape;8909;p130"/>
            <p:cNvCxnSpPr>
              <a:endCxn id="890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910" name="Google Shape;8910;p130"/>
          <p:cNvGrpSpPr/>
          <p:nvPr/>
        </p:nvGrpSpPr>
        <p:grpSpPr>
          <a:xfrm>
            <a:off x="3481440" y="976667"/>
            <a:ext cx="1637968" cy="154942"/>
            <a:chOff x="238125" y="2506075"/>
            <a:chExt cx="7115411" cy="673075"/>
          </a:xfrm>
        </p:grpSpPr>
        <p:sp>
          <p:nvSpPr>
            <p:cNvPr id="8911" name="Google Shape;8911;p13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130"/>
          <p:cNvGrpSpPr/>
          <p:nvPr/>
        </p:nvGrpSpPr>
        <p:grpSpPr>
          <a:xfrm>
            <a:off x="720125" y="1298264"/>
            <a:ext cx="2476762" cy="91743"/>
            <a:chOff x="1464850" y="436376"/>
            <a:chExt cx="6001362" cy="222300"/>
          </a:xfrm>
        </p:grpSpPr>
        <p:sp>
          <p:nvSpPr>
            <p:cNvPr id="8917" name="Google Shape;8917;p13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2" name="Google Shape;8922;p13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3" name="Google Shape;8923;p13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4" name="Google Shape;8924;p13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5" name="Google Shape;8925;p13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926" name="Google Shape;8926;p130"/>
          <p:cNvGrpSpPr/>
          <p:nvPr/>
        </p:nvGrpSpPr>
        <p:grpSpPr>
          <a:xfrm>
            <a:off x="706392" y="2533730"/>
            <a:ext cx="1452710" cy="651923"/>
            <a:chOff x="803162" y="2667727"/>
            <a:chExt cx="1411906" cy="633611"/>
          </a:xfrm>
        </p:grpSpPr>
        <p:cxnSp>
          <p:nvCxnSpPr>
            <p:cNvPr id="8927" name="Google Shape;8927;p130"/>
            <p:cNvCxnSpPr>
              <a:stCxn id="8928" idx="2"/>
              <a:endCxn id="892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0" name="Google Shape;8930;p130"/>
            <p:cNvCxnSpPr>
              <a:stCxn id="8931" idx="0"/>
              <a:endCxn id="892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2" name="Google Shape;8932;p130"/>
            <p:cNvCxnSpPr>
              <a:stCxn id="8931" idx="2"/>
              <a:endCxn id="893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4" name="Google Shape;8934;p130"/>
            <p:cNvCxnSpPr>
              <a:stCxn id="8935" idx="0"/>
              <a:endCxn id="893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6" name="Google Shape;8936;p130"/>
            <p:cNvCxnSpPr>
              <a:stCxn id="8929" idx="2"/>
              <a:endCxn id="893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8" name="Google Shape;8938;p130"/>
            <p:cNvCxnSpPr>
              <a:stCxn id="8939" idx="0"/>
              <a:endCxn id="892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935" name="Google Shape;8935;p13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3" name="Google Shape;8933;p13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9" name="Google Shape;8939;p13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7" name="Google Shape;8937;p13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29" name="Google Shape;8929;p13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1" name="Google Shape;8931;p13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28" name="Google Shape;8928;p13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940" name="Google Shape;8940;p130"/>
          <p:cNvGrpSpPr/>
          <p:nvPr/>
        </p:nvGrpSpPr>
        <p:grpSpPr>
          <a:xfrm>
            <a:off x="706394" y="969268"/>
            <a:ext cx="2518541" cy="209309"/>
            <a:chOff x="803163" y="1111966"/>
            <a:chExt cx="2447800" cy="203430"/>
          </a:xfrm>
        </p:grpSpPr>
        <p:grpSp>
          <p:nvGrpSpPr>
            <p:cNvPr id="8941" name="Google Shape;8941;p130"/>
            <p:cNvGrpSpPr/>
            <p:nvPr/>
          </p:nvGrpSpPr>
          <p:grpSpPr>
            <a:xfrm>
              <a:off x="1958180" y="1111966"/>
              <a:ext cx="588019" cy="121396"/>
              <a:chOff x="4808316" y="2800065"/>
              <a:chExt cx="1999386" cy="412910"/>
            </a:xfrm>
          </p:grpSpPr>
          <p:sp>
            <p:nvSpPr>
              <p:cNvPr id="8942" name="Google Shape;8942;p13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130"/>
              <p:cNvGrpSpPr/>
              <p:nvPr/>
            </p:nvGrpSpPr>
            <p:grpSpPr>
              <a:xfrm>
                <a:off x="4808316" y="2800065"/>
                <a:ext cx="92400" cy="411825"/>
                <a:chOff x="845575" y="2563700"/>
                <a:chExt cx="92400" cy="411825"/>
              </a:xfrm>
            </p:grpSpPr>
            <p:cxnSp>
              <p:nvCxnSpPr>
                <p:cNvPr id="8944" name="Google Shape;8944;p13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45" name="Google Shape;8945;p13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946" name="Google Shape;8946;p13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947" name="Google Shape;8947;p13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8" name="Google Shape;8948;p130"/>
            <p:cNvGrpSpPr/>
            <p:nvPr/>
          </p:nvGrpSpPr>
          <p:grpSpPr>
            <a:xfrm>
              <a:off x="803163" y="1111974"/>
              <a:ext cx="591158" cy="121545"/>
              <a:chOff x="803163" y="1111974"/>
              <a:chExt cx="591158" cy="121545"/>
            </a:xfrm>
          </p:grpSpPr>
          <p:grpSp>
            <p:nvGrpSpPr>
              <p:cNvPr id="8949" name="Google Shape;8949;p130"/>
              <p:cNvGrpSpPr/>
              <p:nvPr/>
            </p:nvGrpSpPr>
            <p:grpSpPr>
              <a:xfrm>
                <a:off x="803163" y="1111974"/>
                <a:ext cx="27175" cy="121077"/>
                <a:chOff x="845575" y="2563700"/>
                <a:chExt cx="92400" cy="411825"/>
              </a:xfrm>
            </p:grpSpPr>
            <p:cxnSp>
              <p:nvCxnSpPr>
                <p:cNvPr id="8950" name="Google Shape;8950;p13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1" name="Google Shape;8951;p13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2" name="Google Shape;8952;p13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130"/>
            <p:cNvGrpSpPr/>
            <p:nvPr/>
          </p:nvGrpSpPr>
          <p:grpSpPr>
            <a:xfrm>
              <a:off x="1381910" y="1194219"/>
              <a:ext cx="588341" cy="121177"/>
              <a:chOff x="1381910" y="1194219"/>
              <a:chExt cx="588341" cy="121177"/>
            </a:xfrm>
          </p:grpSpPr>
          <p:grpSp>
            <p:nvGrpSpPr>
              <p:cNvPr id="8954" name="Google Shape;8954;p130"/>
              <p:cNvGrpSpPr/>
              <p:nvPr/>
            </p:nvGrpSpPr>
            <p:grpSpPr>
              <a:xfrm rot="10800000">
                <a:off x="1381910" y="1194319"/>
                <a:ext cx="27175" cy="121077"/>
                <a:chOff x="2070100" y="2563700"/>
                <a:chExt cx="92400" cy="411825"/>
              </a:xfrm>
            </p:grpSpPr>
            <p:cxnSp>
              <p:nvCxnSpPr>
                <p:cNvPr id="8955" name="Google Shape;8955;p13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6" name="Google Shape;8956;p13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7" name="Google Shape;8957;p13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130"/>
            <p:cNvGrpSpPr/>
            <p:nvPr/>
          </p:nvGrpSpPr>
          <p:grpSpPr>
            <a:xfrm>
              <a:off x="2532079" y="1194219"/>
              <a:ext cx="704927" cy="121177"/>
              <a:chOff x="2532079" y="1194219"/>
              <a:chExt cx="704927" cy="121177"/>
            </a:xfrm>
          </p:grpSpPr>
          <p:grpSp>
            <p:nvGrpSpPr>
              <p:cNvPr id="8959" name="Google Shape;8959;p130"/>
              <p:cNvGrpSpPr/>
              <p:nvPr/>
            </p:nvGrpSpPr>
            <p:grpSpPr>
              <a:xfrm rot="10800000">
                <a:off x="2532079" y="1194319"/>
                <a:ext cx="27175" cy="121077"/>
                <a:chOff x="2070100" y="2563700"/>
                <a:chExt cx="92400" cy="411825"/>
              </a:xfrm>
            </p:grpSpPr>
            <p:cxnSp>
              <p:nvCxnSpPr>
                <p:cNvPr id="8960" name="Google Shape;8960;p13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1" name="Google Shape;8961;p13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13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3" name="Google Shape;8963;p130"/>
          <p:cNvGrpSpPr/>
          <p:nvPr/>
        </p:nvGrpSpPr>
        <p:grpSpPr>
          <a:xfrm>
            <a:off x="3499404" y="3665900"/>
            <a:ext cx="1567778" cy="491677"/>
            <a:chOff x="5194708" y="3484366"/>
            <a:chExt cx="3148148" cy="987304"/>
          </a:xfrm>
        </p:grpSpPr>
        <p:grpSp>
          <p:nvGrpSpPr>
            <p:cNvPr id="8964" name="Google Shape;8964;p130"/>
            <p:cNvGrpSpPr/>
            <p:nvPr/>
          </p:nvGrpSpPr>
          <p:grpSpPr>
            <a:xfrm>
              <a:off x="7531521" y="3484366"/>
              <a:ext cx="811335" cy="987304"/>
              <a:chOff x="3379425" y="1617275"/>
              <a:chExt cx="1090650" cy="1327200"/>
            </a:xfrm>
          </p:grpSpPr>
          <p:sp>
            <p:nvSpPr>
              <p:cNvPr id="8965" name="Google Shape;8965;p13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130"/>
            <p:cNvGrpSpPr/>
            <p:nvPr/>
          </p:nvGrpSpPr>
          <p:grpSpPr>
            <a:xfrm>
              <a:off x="6752546" y="3484366"/>
              <a:ext cx="811428" cy="987304"/>
              <a:chOff x="2332275" y="1617275"/>
              <a:chExt cx="1090775" cy="1327200"/>
            </a:xfrm>
          </p:grpSpPr>
          <p:sp>
            <p:nvSpPr>
              <p:cNvPr id="8969" name="Google Shape;8969;p13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130"/>
            <p:cNvGrpSpPr/>
            <p:nvPr/>
          </p:nvGrpSpPr>
          <p:grpSpPr>
            <a:xfrm>
              <a:off x="5973664" y="3484366"/>
              <a:ext cx="811335" cy="987304"/>
              <a:chOff x="1285250" y="1617275"/>
              <a:chExt cx="1090650" cy="1327200"/>
            </a:xfrm>
          </p:grpSpPr>
          <p:sp>
            <p:nvSpPr>
              <p:cNvPr id="8973" name="Google Shape;8973;p13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130"/>
            <p:cNvGrpSpPr/>
            <p:nvPr/>
          </p:nvGrpSpPr>
          <p:grpSpPr>
            <a:xfrm>
              <a:off x="5194708" y="3484366"/>
              <a:ext cx="811409" cy="987304"/>
              <a:chOff x="238125" y="1617275"/>
              <a:chExt cx="1090750" cy="1327200"/>
            </a:xfrm>
          </p:grpSpPr>
          <p:sp>
            <p:nvSpPr>
              <p:cNvPr id="8977" name="Google Shape;8977;p13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0" name="Google Shape;8980;p130"/>
          <p:cNvGrpSpPr/>
          <p:nvPr/>
        </p:nvGrpSpPr>
        <p:grpSpPr>
          <a:xfrm>
            <a:off x="3460013" y="3146311"/>
            <a:ext cx="1616964" cy="346256"/>
            <a:chOff x="1808063" y="4294338"/>
            <a:chExt cx="3370782" cy="721817"/>
          </a:xfrm>
        </p:grpSpPr>
        <p:sp>
          <p:nvSpPr>
            <p:cNvPr id="8981" name="Google Shape;8981;p13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3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130"/>
          <p:cNvGrpSpPr/>
          <p:nvPr/>
        </p:nvGrpSpPr>
        <p:grpSpPr>
          <a:xfrm>
            <a:off x="738225" y="3432340"/>
            <a:ext cx="1295882" cy="646587"/>
            <a:chOff x="834100" y="3642869"/>
            <a:chExt cx="1259483" cy="628426"/>
          </a:xfrm>
        </p:grpSpPr>
        <p:sp>
          <p:nvSpPr>
            <p:cNvPr id="8992" name="Google Shape;8992;p13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130"/>
            <p:cNvGrpSpPr/>
            <p:nvPr/>
          </p:nvGrpSpPr>
          <p:grpSpPr>
            <a:xfrm>
              <a:off x="1360364" y="3847835"/>
              <a:ext cx="208119" cy="224359"/>
              <a:chOff x="1360769" y="3847100"/>
              <a:chExt cx="208119" cy="224359"/>
            </a:xfrm>
          </p:grpSpPr>
          <p:sp>
            <p:nvSpPr>
              <p:cNvPr id="9018" name="Google Shape;9018;p13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3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3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8" name="Google Shape;9038;p13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3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130"/>
          <p:cNvGrpSpPr/>
          <p:nvPr/>
        </p:nvGrpSpPr>
        <p:grpSpPr>
          <a:xfrm rot="5400000">
            <a:off x="5951338" y="3228837"/>
            <a:ext cx="164064" cy="1414916"/>
            <a:chOff x="4428249" y="1369375"/>
            <a:chExt cx="36905" cy="429569"/>
          </a:xfrm>
        </p:grpSpPr>
        <p:sp>
          <p:nvSpPr>
            <p:cNvPr id="9053" name="Google Shape;9053;p13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3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3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3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3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3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3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3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3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3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3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3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3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3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3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3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3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3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3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130"/>
          <p:cNvGrpSpPr/>
          <p:nvPr/>
        </p:nvGrpSpPr>
        <p:grpSpPr>
          <a:xfrm flipH="1" rot="10800000">
            <a:off x="5323767" y="2817380"/>
            <a:ext cx="1419207" cy="24808"/>
            <a:chOff x="219558" y="4738465"/>
            <a:chExt cx="5852400" cy="102300"/>
          </a:xfrm>
        </p:grpSpPr>
        <p:cxnSp>
          <p:nvCxnSpPr>
            <p:cNvPr id="9086" name="Google Shape;9086;p13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87" name="Google Shape;9087;p13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130"/>
          <p:cNvGrpSpPr/>
          <p:nvPr/>
        </p:nvGrpSpPr>
        <p:grpSpPr>
          <a:xfrm>
            <a:off x="5335086" y="3190444"/>
            <a:ext cx="1396570" cy="385016"/>
            <a:chOff x="5286284" y="2966544"/>
            <a:chExt cx="1396570" cy="385016"/>
          </a:xfrm>
        </p:grpSpPr>
        <p:cxnSp>
          <p:nvCxnSpPr>
            <p:cNvPr id="9093" name="Google Shape;9093;p13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094" name="Google Shape;9094;p13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095" name="Google Shape;9095;p130"/>
            <p:cNvGrpSpPr/>
            <p:nvPr/>
          </p:nvGrpSpPr>
          <p:grpSpPr>
            <a:xfrm>
              <a:off x="5287688" y="3173364"/>
              <a:ext cx="1395166" cy="74100"/>
              <a:chOff x="5287688" y="3173364"/>
              <a:chExt cx="1395166" cy="74100"/>
            </a:xfrm>
          </p:grpSpPr>
          <p:cxnSp>
            <p:nvCxnSpPr>
              <p:cNvPr id="9096" name="Google Shape;9096;p13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097" name="Google Shape;9097;p13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098" name="Google Shape;9098;p13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99" name="Google Shape;9099;p13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0" name="Google Shape;9100;p13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1" name="Google Shape;9101;p13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2" name="Google Shape;9102;p13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3" name="Google Shape;9103;p13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104" name="Google Shape;9104;p13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105" name="Google Shape;9105;p130"/>
          <p:cNvGrpSpPr/>
          <p:nvPr/>
        </p:nvGrpSpPr>
        <p:grpSpPr>
          <a:xfrm>
            <a:off x="2021151" y="1609220"/>
            <a:ext cx="1182276" cy="662027"/>
            <a:chOff x="2029517" y="1732295"/>
            <a:chExt cx="1149068" cy="643432"/>
          </a:xfrm>
        </p:grpSpPr>
        <p:grpSp>
          <p:nvGrpSpPr>
            <p:cNvPr id="9106" name="Google Shape;9106;p130"/>
            <p:cNvGrpSpPr/>
            <p:nvPr/>
          </p:nvGrpSpPr>
          <p:grpSpPr>
            <a:xfrm>
              <a:off x="2708660" y="1746937"/>
              <a:ext cx="455427" cy="244429"/>
              <a:chOff x="2700693" y="1746937"/>
              <a:chExt cx="455427" cy="244429"/>
            </a:xfrm>
          </p:grpSpPr>
          <p:grpSp>
            <p:nvGrpSpPr>
              <p:cNvPr id="9107" name="Google Shape;9107;p130"/>
              <p:cNvGrpSpPr/>
              <p:nvPr/>
            </p:nvGrpSpPr>
            <p:grpSpPr>
              <a:xfrm>
                <a:off x="2905682" y="1782817"/>
                <a:ext cx="250438" cy="208549"/>
                <a:chOff x="2905682" y="1782817"/>
                <a:chExt cx="250438" cy="208549"/>
              </a:xfrm>
            </p:grpSpPr>
            <p:cxnSp>
              <p:nvCxnSpPr>
                <p:cNvPr id="9108" name="Google Shape;9108;p13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09" name="Google Shape;9109;p13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130"/>
              <p:cNvGrpSpPr/>
              <p:nvPr/>
            </p:nvGrpSpPr>
            <p:grpSpPr>
              <a:xfrm>
                <a:off x="2700693" y="1746937"/>
                <a:ext cx="449967" cy="72374"/>
                <a:chOff x="2700693" y="1746937"/>
                <a:chExt cx="449967" cy="72374"/>
              </a:xfrm>
            </p:grpSpPr>
            <p:cxnSp>
              <p:nvCxnSpPr>
                <p:cNvPr id="9111" name="Google Shape;9111;p13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2" name="Google Shape;9112;p13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3" name="Google Shape;9113;p130"/>
            <p:cNvGrpSpPr/>
            <p:nvPr/>
          </p:nvGrpSpPr>
          <p:grpSpPr>
            <a:xfrm>
              <a:off x="2029517" y="1732295"/>
              <a:ext cx="1149068" cy="643432"/>
              <a:chOff x="2029517" y="1732295"/>
              <a:chExt cx="1149068" cy="643432"/>
            </a:xfrm>
          </p:grpSpPr>
          <p:grpSp>
            <p:nvGrpSpPr>
              <p:cNvPr id="9114" name="Google Shape;9114;p130"/>
              <p:cNvGrpSpPr/>
              <p:nvPr/>
            </p:nvGrpSpPr>
            <p:grpSpPr>
              <a:xfrm>
                <a:off x="2703618" y="2103152"/>
                <a:ext cx="474966" cy="260017"/>
                <a:chOff x="2703618" y="2103152"/>
                <a:chExt cx="474966" cy="260017"/>
              </a:xfrm>
            </p:grpSpPr>
            <p:grpSp>
              <p:nvGrpSpPr>
                <p:cNvPr id="9115" name="Google Shape;9115;p130"/>
                <p:cNvGrpSpPr/>
                <p:nvPr/>
              </p:nvGrpSpPr>
              <p:grpSpPr>
                <a:xfrm>
                  <a:off x="2703618" y="2290640"/>
                  <a:ext cx="450291" cy="72529"/>
                  <a:chOff x="2703618" y="2290640"/>
                  <a:chExt cx="450291" cy="72529"/>
                </a:xfrm>
              </p:grpSpPr>
              <p:cxnSp>
                <p:nvCxnSpPr>
                  <p:cNvPr id="9116" name="Google Shape;9116;p13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7" name="Google Shape;9117;p13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130"/>
                <p:cNvGrpSpPr/>
                <p:nvPr/>
              </p:nvGrpSpPr>
              <p:grpSpPr>
                <a:xfrm>
                  <a:off x="2908607" y="2103152"/>
                  <a:ext cx="269977" cy="223538"/>
                  <a:chOff x="2908607" y="2103152"/>
                  <a:chExt cx="269977" cy="223538"/>
                </a:xfrm>
              </p:grpSpPr>
              <p:cxnSp>
                <p:nvCxnSpPr>
                  <p:cNvPr id="9119" name="Google Shape;9119;p13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20" name="Google Shape;9120;p13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1" name="Google Shape;9121;p130"/>
              <p:cNvGrpSpPr/>
              <p:nvPr/>
            </p:nvGrpSpPr>
            <p:grpSpPr>
              <a:xfrm>
                <a:off x="2029517" y="1732295"/>
                <a:ext cx="685827" cy="643432"/>
                <a:chOff x="2029517" y="1732295"/>
                <a:chExt cx="685827" cy="643432"/>
              </a:xfrm>
            </p:grpSpPr>
            <p:sp>
              <p:nvSpPr>
                <p:cNvPr id="9122" name="Google Shape;9122;p13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3" name="Google Shape;9123;p130"/>
                <p:cNvGrpSpPr/>
                <p:nvPr/>
              </p:nvGrpSpPr>
              <p:grpSpPr>
                <a:xfrm>
                  <a:off x="2158948" y="1732295"/>
                  <a:ext cx="556396" cy="333108"/>
                  <a:chOff x="2158948" y="1732295"/>
                  <a:chExt cx="556396" cy="333108"/>
                </a:xfrm>
              </p:grpSpPr>
              <p:cxnSp>
                <p:nvCxnSpPr>
                  <p:cNvPr id="9124" name="Google Shape;9124;p13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5" name="Google Shape;9125;p13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130"/>
                <p:cNvGrpSpPr/>
                <p:nvPr/>
              </p:nvGrpSpPr>
              <p:grpSpPr>
                <a:xfrm>
                  <a:off x="2159908" y="2065057"/>
                  <a:ext cx="550884" cy="310670"/>
                  <a:chOff x="2159908" y="2065057"/>
                  <a:chExt cx="550884" cy="310670"/>
                </a:xfrm>
              </p:grpSpPr>
              <p:cxnSp>
                <p:nvCxnSpPr>
                  <p:cNvPr id="9127" name="Google Shape;9127;p13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8" name="Google Shape;9128;p13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129" name="Google Shape;9129;p130"/>
          <p:cNvGrpSpPr/>
          <p:nvPr/>
        </p:nvGrpSpPr>
        <p:grpSpPr>
          <a:xfrm>
            <a:off x="706400" y="1556833"/>
            <a:ext cx="962651" cy="810058"/>
            <a:chOff x="732462" y="1766083"/>
            <a:chExt cx="962651" cy="810058"/>
          </a:xfrm>
        </p:grpSpPr>
        <p:grpSp>
          <p:nvGrpSpPr>
            <p:cNvPr id="9130" name="Google Shape;9130;p130"/>
            <p:cNvGrpSpPr/>
            <p:nvPr/>
          </p:nvGrpSpPr>
          <p:grpSpPr>
            <a:xfrm>
              <a:off x="732462" y="1908333"/>
              <a:ext cx="339369" cy="524756"/>
              <a:chOff x="844912" y="1819635"/>
              <a:chExt cx="329836" cy="510016"/>
            </a:xfrm>
          </p:grpSpPr>
          <p:sp>
            <p:nvSpPr>
              <p:cNvPr id="9131" name="Google Shape;9131;p13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3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3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3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3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3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130"/>
            <p:cNvGrpSpPr/>
            <p:nvPr/>
          </p:nvGrpSpPr>
          <p:grpSpPr>
            <a:xfrm>
              <a:off x="1184858" y="2256650"/>
              <a:ext cx="510255" cy="319491"/>
              <a:chOff x="1284601" y="2158168"/>
              <a:chExt cx="495923" cy="310517"/>
            </a:xfrm>
          </p:grpSpPr>
          <p:sp>
            <p:nvSpPr>
              <p:cNvPr id="9138" name="Google Shape;9138;p13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130"/>
              <p:cNvGrpSpPr/>
              <p:nvPr/>
            </p:nvGrpSpPr>
            <p:grpSpPr>
              <a:xfrm>
                <a:off x="1507666" y="2158168"/>
                <a:ext cx="272858" cy="310517"/>
                <a:chOff x="1507666" y="2158168"/>
                <a:chExt cx="272858" cy="310517"/>
              </a:xfrm>
            </p:grpSpPr>
            <p:grpSp>
              <p:nvGrpSpPr>
                <p:cNvPr id="9140" name="Google Shape;9140;p130"/>
                <p:cNvGrpSpPr/>
                <p:nvPr/>
              </p:nvGrpSpPr>
              <p:grpSpPr>
                <a:xfrm>
                  <a:off x="1507666" y="2176104"/>
                  <a:ext cx="166395" cy="273149"/>
                  <a:chOff x="1507666" y="2176104"/>
                  <a:chExt cx="166395" cy="273149"/>
                </a:xfrm>
              </p:grpSpPr>
              <p:sp>
                <p:nvSpPr>
                  <p:cNvPr id="9141" name="Google Shape;9141;p13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3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3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3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3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8" name="Google Shape;9148;p13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3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0" name="Google Shape;9150;p130"/>
            <p:cNvGrpSpPr/>
            <p:nvPr/>
          </p:nvGrpSpPr>
          <p:grpSpPr>
            <a:xfrm>
              <a:off x="1184858" y="1766083"/>
              <a:ext cx="510255" cy="319491"/>
              <a:chOff x="1284601" y="1681380"/>
              <a:chExt cx="495923" cy="310517"/>
            </a:xfrm>
          </p:grpSpPr>
          <p:sp>
            <p:nvSpPr>
              <p:cNvPr id="9151" name="Google Shape;9151;p13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2" name="Google Shape;9152;p130"/>
              <p:cNvGrpSpPr/>
              <p:nvPr/>
            </p:nvGrpSpPr>
            <p:grpSpPr>
              <a:xfrm>
                <a:off x="1507666" y="1681380"/>
                <a:ext cx="272858" cy="310517"/>
                <a:chOff x="1507666" y="1681380"/>
                <a:chExt cx="272858" cy="310517"/>
              </a:xfrm>
            </p:grpSpPr>
            <p:grpSp>
              <p:nvGrpSpPr>
                <p:cNvPr id="9153" name="Google Shape;9153;p130"/>
                <p:cNvGrpSpPr/>
                <p:nvPr/>
              </p:nvGrpSpPr>
              <p:grpSpPr>
                <a:xfrm>
                  <a:off x="1507666" y="1700120"/>
                  <a:ext cx="166395" cy="272984"/>
                  <a:chOff x="1507666" y="1700120"/>
                  <a:chExt cx="166395" cy="272984"/>
                </a:xfrm>
              </p:grpSpPr>
              <p:sp>
                <p:nvSpPr>
                  <p:cNvPr id="9154" name="Google Shape;9154;p13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3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3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3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3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3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1" name="Google Shape;9161;p13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3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63" name="Google Shape;9163;p130"/>
          <p:cNvGrpSpPr/>
          <p:nvPr/>
        </p:nvGrpSpPr>
        <p:grpSpPr>
          <a:xfrm>
            <a:off x="6815341" y="2324262"/>
            <a:ext cx="1622269" cy="552443"/>
            <a:chOff x="6894650" y="2574740"/>
            <a:chExt cx="1445100" cy="492111"/>
          </a:xfrm>
        </p:grpSpPr>
        <p:sp>
          <p:nvSpPr>
            <p:cNvPr id="9164" name="Google Shape;9164;p13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3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9" name="Google Shape;9169;p13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70" name="Google Shape;9170;p130"/>
          <p:cNvGrpSpPr/>
          <p:nvPr/>
        </p:nvGrpSpPr>
        <p:grpSpPr>
          <a:xfrm>
            <a:off x="6834884" y="3698518"/>
            <a:ext cx="1583206" cy="475705"/>
            <a:chOff x="6953919" y="3907920"/>
            <a:chExt cx="1377300" cy="475705"/>
          </a:xfrm>
        </p:grpSpPr>
        <p:cxnSp>
          <p:nvCxnSpPr>
            <p:cNvPr id="9171" name="Google Shape;9171;p13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72" name="Google Shape;9172;p13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73" name="Google Shape;9173;p13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74" name="Google Shape;9174;p13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75" name="Google Shape;9175;p13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76" name="Google Shape;9176;p130"/>
          <p:cNvGrpSpPr/>
          <p:nvPr/>
        </p:nvGrpSpPr>
        <p:grpSpPr>
          <a:xfrm>
            <a:off x="2338472" y="2459663"/>
            <a:ext cx="836286" cy="824529"/>
            <a:chOff x="2389399" y="2595741"/>
            <a:chExt cx="812796" cy="801369"/>
          </a:xfrm>
        </p:grpSpPr>
        <p:grpSp>
          <p:nvGrpSpPr>
            <p:cNvPr id="9177" name="Google Shape;9177;p130"/>
            <p:cNvGrpSpPr/>
            <p:nvPr/>
          </p:nvGrpSpPr>
          <p:grpSpPr>
            <a:xfrm>
              <a:off x="2492145" y="2881565"/>
              <a:ext cx="607300" cy="229751"/>
              <a:chOff x="2492145" y="2881565"/>
              <a:chExt cx="607300" cy="229751"/>
            </a:xfrm>
          </p:grpSpPr>
          <p:sp>
            <p:nvSpPr>
              <p:cNvPr id="9178" name="Google Shape;9178;p13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3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3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130"/>
            <p:cNvGrpSpPr/>
            <p:nvPr/>
          </p:nvGrpSpPr>
          <p:grpSpPr>
            <a:xfrm>
              <a:off x="2389399" y="2595741"/>
              <a:ext cx="812796" cy="296825"/>
              <a:chOff x="2389399" y="2595741"/>
              <a:chExt cx="812796" cy="296825"/>
            </a:xfrm>
          </p:grpSpPr>
          <p:grpSp>
            <p:nvGrpSpPr>
              <p:cNvPr id="9182" name="Google Shape;9182;p130"/>
              <p:cNvGrpSpPr/>
              <p:nvPr/>
            </p:nvGrpSpPr>
            <p:grpSpPr>
              <a:xfrm>
                <a:off x="2389399" y="2595741"/>
                <a:ext cx="363638" cy="296825"/>
                <a:chOff x="2389399" y="2595741"/>
                <a:chExt cx="363638" cy="296825"/>
              </a:xfrm>
            </p:grpSpPr>
            <p:grpSp>
              <p:nvGrpSpPr>
                <p:cNvPr id="9183" name="Google Shape;9183;p130"/>
                <p:cNvGrpSpPr/>
                <p:nvPr/>
              </p:nvGrpSpPr>
              <p:grpSpPr>
                <a:xfrm>
                  <a:off x="2493852" y="2794333"/>
                  <a:ext cx="259185" cy="98232"/>
                  <a:chOff x="2493852" y="2794333"/>
                  <a:chExt cx="259185" cy="98232"/>
                </a:xfrm>
              </p:grpSpPr>
              <p:sp>
                <p:nvSpPr>
                  <p:cNvPr id="9184" name="Google Shape;9184;p13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3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3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130"/>
                <p:cNvGrpSpPr/>
                <p:nvPr/>
              </p:nvGrpSpPr>
              <p:grpSpPr>
                <a:xfrm>
                  <a:off x="2389399" y="2595741"/>
                  <a:ext cx="224343" cy="182054"/>
                  <a:chOff x="2389399" y="2595741"/>
                  <a:chExt cx="224343" cy="182054"/>
                </a:xfrm>
              </p:grpSpPr>
              <p:sp>
                <p:nvSpPr>
                  <p:cNvPr id="9188" name="Google Shape;9188;p13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3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0" name="Google Shape;9190;p130"/>
              <p:cNvGrpSpPr/>
              <p:nvPr/>
            </p:nvGrpSpPr>
            <p:grpSpPr>
              <a:xfrm>
                <a:off x="2683630" y="2595741"/>
                <a:ext cx="224334" cy="296825"/>
                <a:chOff x="2683630" y="2595741"/>
                <a:chExt cx="224334" cy="296825"/>
              </a:xfrm>
            </p:grpSpPr>
            <p:grpSp>
              <p:nvGrpSpPr>
                <p:cNvPr id="9191" name="Google Shape;9191;p130"/>
                <p:cNvGrpSpPr/>
                <p:nvPr/>
              </p:nvGrpSpPr>
              <p:grpSpPr>
                <a:xfrm>
                  <a:off x="2788083" y="2794333"/>
                  <a:ext cx="15356" cy="98232"/>
                  <a:chOff x="2788083" y="2794333"/>
                  <a:chExt cx="15356" cy="98232"/>
                </a:xfrm>
              </p:grpSpPr>
              <p:sp>
                <p:nvSpPr>
                  <p:cNvPr id="9192" name="Google Shape;9192;p13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3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3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130"/>
                <p:cNvGrpSpPr/>
                <p:nvPr/>
              </p:nvGrpSpPr>
              <p:grpSpPr>
                <a:xfrm>
                  <a:off x="2683630" y="2595741"/>
                  <a:ext cx="224334" cy="182054"/>
                  <a:chOff x="2683630" y="2595741"/>
                  <a:chExt cx="224334" cy="182054"/>
                </a:xfrm>
              </p:grpSpPr>
              <p:sp>
                <p:nvSpPr>
                  <p:cNvPr id="9196" name="Google Shape;9196;p13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3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8" name="Google Shape;9198;p130"/>
              <p:cNvGrpSpPr/>
              <p:nvPr/>
            </p:nvGrpSpPr>
            <p:grpSpPr>
              <a:xfrm>
                <a:off x="2838475" y="2595741"/>
                <a:ext cx="363719" cy="296825"/>
                <a:chOff x="2838475" y="2595741"/>
                <a:chExt cx="363719" cy="296825"/>
              </a:xfrm>
            </p:grpSpPr>
            <p:grpSp>
              <p:nvGrpSpPr>
                <p:cNvPr id="9199" name="Google Shape;9199;p130"/>
                <p:cNvGrpSpPr/>
                <p:nvPr/>
              </p:nvGrpSpPr>
              <p:grpSpPr>
                <a:xfrm>
                  <a:off x="2838475" y="2794333"/>
                  <a:ext cx="259185" cy="98232"/>
                  <a:chOff x="2838475" y="2794333"/>
                  <a:chExt cx="259185" cy="98232"/>
                </a:xfrm>
              </p:grpSpPr>
              <p:sp>
                <p:nvSpPr>
                  <p:cNvPr id="9200" name="Google Shape;9200;p13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3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3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130"/>
                <p:cNvGrpSpPr/>
                <p:nvPr/>
              </p:nvGrpSpPr>
              <p:grpSpPr>
                <a:xfrm>
                  <a:off x="2977852" y="2595741"/>
                  <a:ext cx="224343" cy="182054"/>
                  <a:chOff x="2977852" y="2595741"/>
                  <a:chExt cx="224343" cy="182054"/>
                </a:xfrm>
              </p:grpSpPr>
              <p:sp>
                <p:nvSpPr>
                  <p:cNvPr id="9204" name="Google Shape;9204;p13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3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06" name="Google Shape;9206;p130"/>
            <p:cNvGrpSpPr/>
            <p:nvPr/>
          </p:nvGrpSpPr>
          <p:grpSpPr>
            <a:xfrm>
              <a:off x="2389399" y="3100241"/>
              <a:ext cx="812796" cy="296869"/>
              <a:chOff x="2389399" y="3100241"/>
              <a:chExt cx="812796" cy="296869"/>
            </a:xfrm>
          </p:grpSpPr>
          <p:grpSp>
            <p:nvGrpSpPr>
              <p:cNvPr id="9207" name="Google Shape;9207;p130"/>
              <p:cNvGrpSpPr/>
              <p:nvPr/>
            </p:nvGrpSpPr>
            <p:grpSpPr>
              <a:xfrm>
                <a:off x="2683630" y="3100241"/>
                <a:ext cx="224334" cy="296869"/>
                <a:chOff x="2683630" y="3100241"/>
                <a:chExt cx="224334" cy="296869"/>
              </a:xfrm>
            </p:grpSpPr>
            <p:grpSp>
              <p:nvGrpSpPr>
                <p:cNvPr id="9208" name="Google Shape;9208;p130"/>
                <p:cNvGrpSpPr/>
                <p:nvPr/>
              </p:nvGrpSpPr>
              <p:grpSpPr>
                <a:xfrm>
                  <a:off x="2788083" y="3100241"/>
                  <a:ext cx="15356" cy="98237"/>
                  <a:chOff x="2788083" y="3100241"/>
                  <a:chExt cx="15356" cy="98237"/>
                </a:xfrm>
              </p:grpSpPr>
              <p:sp>
                <p:nvSpPr>
                  <p:cNvPr id="9209" name="Google Shape;9209;p13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3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130"/>
                <p:cNvGrpSpPr/>
                <p:nvPr/>
              </p:nvGrpSpPr>
              <p:grpSpPr>
                <a:xfrm>
                  <a:off x="2683630" y="3215065"/>
                  <a:ext cx="224334" cy="182045"/>
                  <a:chOff x="2683630" y="3215065"/>
                  <a:chExt cx="224334" cy="182045"/>
                </a:xfrm>
              </p:grpSpPr>
              <p:sp>
                <p:nvSpPr>
                  <p:cNvPr id="9213" name="Google Shape;9213;p13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3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5" name="Google Shape;9215;p130"/>
              <p:cNvGrpSpPr/>
              <p:nvPr/>
            </p:nvGrpSpPr>
            <p:grpSpPr>
              <a:xfrm>
                <a:off x="2389399" y="3100241"/>
                <a:ext cx="363638" cy="296869"/>
                <a:chOff x="2389399" y="3100241"/>
                <a:chExt cx="363638" cy="296869"/>
              </a:xfrm>
            </p:grpSpPr>
            <p:grpSp>
              <p:nvGrpSpPr>
                <p:cNvPr id="9216" name="Google Shape;9216;p130"/>
                <p:cNvGrpSpPr/>
                <p:nvPr/>
              </p:nvGrpSpPr>
              <p:grpSpPr>
                <a:xfrm>
                  <a:off x="2493852" y="3100241"/>
                  <a:ext cx="259185" cy="98237"/>
                  <a:chOff x="2493852" y="3100241"/>
                  <a:chExt cx="259185" cy="98237"/>
                </a:xfrm>
              </p:grpSpPr>
              <p:sp>
                <p:nvSpPr>
                  <p:cNvPr id="9217" name="Google Shape;9217;p13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3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3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130"/>
                <p:cNvGrpSpPr/>
                <p:nvPr/>
              </p:nvGrpSpPr>
              <p:grpSpPr>
                <a:xfrm>
                  <a:off x="2389399" y="3215065"/>
                  <a:ext cx="224343" cy="182045"/>
                  <a:chOff x="2389399" y="3215065"/>
                  <a:chExt cx="224343" cy="182045"/>
                </a:xfrm>
              </p:grpSpPr>
              <p:sp>
                <p:nvSpPr>
                  <p:cNvPr id="9221" name="Google Shape;9221;p13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3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3" name="Google Shape;9223;p130"/>
              <p:cNvGrpSpPr/>
              <p:nvPr/>
            </p:nvGrpSpPr>
            <p:grpSpPr>
              <a:xfrm>
                <a:off x="2838475" y="3100241"/>
                <a:ext cx="363719" cy="296869"/>
                <a:chOff x="2838475" y="3100241"/>
                <a:chExt cx="363719" cy="296869"/>
              </a:xfrm>
            </p:grpSpPr>
            <p:grpSp>
              <p:nvGrpSpPr>
                <p:cNvPr id="9224" name="Google Shape;9224;p130"/>
                <p:cNvGrpSpPr/>
                <p:nvPr/>
              </p:nvGrpSpPr>
              <p:grpSpPr>
                <a:xfrm>
                  <a:off x="2838475" y="3100241"/>
                  <a:ext cx="259185" cy="98237"/>
                  <a:chOff x="2838475" y="3100241"/>
                  <a:chExt cx="259185" cy="98237"/>
                </a:xfrm>
              </p:grpSpPr>
              <p:sp>
                <p:nvSpPr>
                  <p:cNvPr id="9225" name="Google Shape;9225;p13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3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3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130"/>
                <p:cNvGrpSpPr/>
                <p:nvPr/>
              </p:nvGrpSpPr>
              <p:grpSpPr>
                <a:xfrm>
                  <a:off x="2977852" y="3215065"/>
                  <a:ext cx="224343" cy="182045"/>
                  <a:chOff x="2977852" y="3215065"/>
                  <a:chExt cx="224343" cy="182045"/>
                </a:xfrm>
              </p:grpSpPr>
              <p:sp>
                <p:nvSpPr>
                  <p:cNvPr id="9229" name="Google Shape;9229;p13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3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4" name="Shape 9234"/>
        <p:cNvGrpSpPr/>
        <p:nvPr/>
      </p:nvGrpSpPr>
      <p:grpSpPr>
        <a:xfrm>
          <a:off x="0" y="0"/>
          <a:ext cx="0" cy="0"/>
          <a:chOff x="0" y="0"/>
          <a:chExt cx="0" cy="0"/>
        </a:xfrm>
      </p:grpSpPr>
      <p:grpSp>
        <p:nvGrpSpPr>
          <p:cNvPr id="9235" name="Google Shape;9235;p131"/>
          <p:cNvGrpSpPr/>
          <p:nvPr/>
        </p:nvGrpSpPr>
        <p:grpSpPr>
          <a:xfrm>
            <a:off x="702075" y="3155925"/>
            <a:ext cx="2390414" cy="1024800"/>
            <a:chOff x="728925" y="3296613"/>
            <a:chExt cx="2390414" cy="1024800"/>
          </a:xfrm>
        </p:grpSpPr>
        <p:grpSp>
          <p:nvGrpSpPr>
            <p:cNvPr id="9236" name="Google Shape;9236;p131"/>
            <p:cNvGrpSpPr/>
            <p:nvPr/>
          </p:nvGrpSpPr>
          <p:grpSpPr>
            <a:xfrm>
              <a:off x="728925" y="3619800"/>
              <a:ext cx="2390414" cy="500893"/>
              <a:chOff x="728925" y="3619800"/>
              <a:chExt cx="2390414" cy="500893"/>
            </a:xfrm>
          </p:grpSpPr>
          <p:sp>
            <p:nvSpPr>
              <p:cNvPr id="9237" name="Google Shape;9237;p13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8" name="Google Shape;9238;p13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39" name="Google Shape;9239;p131"/>
            <p:cNvGrpSpPr/>
            <p:nvPr/>
          </p:nvGrpSpPr>
          <p:grpSpPr>
            <a:xfrm>
              <a:off x="1348050" y="3296613"/>
              <a:ext cx="1706152" cy="1024800"/>
              <a:chOff x="1348050" y="3296613"/>
              <a:chExt cx="1706152" cy="1024800"/>
            </a:xfrm>
          </p:grpSpPr>
          <p:sp>
            <p:nvSpPr>
              <p:cNvPr id="9240" name="Google Shape;9240;p13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1" name="Google Shape;9241;p13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2" name="Google Shape;9242;p13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3" name="Google Shape;9243;p13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4" name="Google Shape;9244;p13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45" name="Google Shape;9245;p131"/>
            <p:cNvGrpSpPr/>
            <p:nvPr/>
          </p:nvGrpSpPr>
          <p:grpSpPr>
            <a:xfrm>
              <a:off x="1455707" y="3654858"/>
              <a:ext cx="1491150" cy="417657"/>
              <a:chOff x="1455707" y="3654858"/>
              <a:chExt cx="1491150" cy="417657"/>
            </a:xfrm>
          </p:grpSpPr>
          <p:sp>
            <p:nvSpPr>
              <p:cNvPr id="9246" name="Google Shape;9246;p13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3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3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3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3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3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3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3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3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3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3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3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3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3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3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3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3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3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3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3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66" name="Google Shape;9266;p131"/>
          <p:cNvGraphicFramePr/>
          <p:nvPr/>
        </p:nvGraphicFramePr>
        <p:xfrm>
          <a:off x="5937775" y="2153837"/>
          <a:ext cx="3000000" cy="3000000"/>
        </p:xfrm>
        <a:graphic>
          <a:graphicData uri="http://schemas.openxmlformats.org/drawingml/2006/table">
            <a:tbl>
              <a:tblPr>
                <a:noFill/>
                <a:tableStyleId>{6B559A85-E3F2-4DD9-B4AC-259FDCF23E7D}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267" name="Google Shape;9267;p131"/>
          <p:cNvGrpSpPr/>
          <p:nvPr/>
        </p:nvGrpSpPr>
        <p:grpSpPr>
          <a:xfrm>
            <a:off x="710451" y="981601"/>
            <a:ext cx="2396505" cy="976502"/>
            <a:chOff x="749309" y="1112739"/>
            <a:chExt cx="2371603" cy="976502"/>
          </a:xfrm>
        </p:grpSpPr>
        <p:grpSp>
          <p:nvGrpSpPr>
            <p:cNvPr id="9268" name="Google Shape;9268;p131"/>
            <p:cNvGrpSpPr/>
            <p:nvPr/>
          </p:nvGrpSpPr>
          <p:grpSpPr>
            <a:xfrm>
              <a:off x="1092126" y="1112739"/>
              <a:ext cx="2028786" cy="975464"/>
              <a:chOff x="1092126" y="1112739"/>
              <a:chExt cx="2028786" cy="975464"/>
            </a:xfrm>
          </p:grpSpPr>
          <p:sp>
            <p:nvSpPr>
              <p:cNvPr id="9269" name="Google Shape;9269;p13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3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3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3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3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3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3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3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3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3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3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3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3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3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3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3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3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3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3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3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3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3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3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131"/>
            <p:cNvGrpSpPr/>
            <p:nvPr/>
          </p:nvGrpSpPr>
          <p:grpSpPr>
            <a:xfrm>
              <a:off x="749309" y="1112739"/>
              <a:ext cx="314700" cy="975464"/>
              <a:chOff x="749309" y="1112739"/>
              <a:chExt cx="314700" cy="975464"/>
            </a:xfrm>
          </p:grpSpPr>
          <p:sp>
            <p:nvSpPr>
              <p:cNvPr id="9294" name="Google Shape;9294;p13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3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3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3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13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3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3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3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302" name="Google Shape;9302;p131"/>
          <p:cNvGraphicFramePr/>
          <p:nvPr/>
        </p:nvGraphicFramePr>
        <p:xfrm>
          <a:off x="5937800" y="981587"/>
          <a:ext cx="3000000" cy="3000000"/>
        </p:xfrm>
        <a:graphic>
          <a:graphicData uri="http://schemas.openxmlformats.org/drawingml/2006/table">
            <a:tbl>
              <a:tblPr>
                <a:noFill/>
                <a:tableStyleId>{6B559A85-E3F2-4DD9-B4AC-259FDCF23E7D}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303" name="Google Shape;9303;p131"/>
          <p:cNvGraphicFramePr/>
          <p:nvPr/>
        </p:nvGraphicFramePr>
        <p:xfrm>
          <a:off x="3358663" y="2153837"/>
          <a:ext cx="3000000" cy="3000000"/>
        </p:xfrm>
        <a:graphic>
          <a:graphicData uri="http://schemas.openxmlformats.org/drawingml/2006/table">
            <a:tbl>
              <a:tblPr>
                <a:noFill/>
                <a:tableStyleId>{6B559A85-E3F2-4DD9-B4AC-259FDCF23E7D}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304" name="Google Shape;9304;p131"/>
          <p:cNvGrpSpPr/>
          <p:nvPr/>
        </p:nvGrpSpPr>
        <p:grpSpPr>
          <a:xfrm>
            <a:off x="3360649" y="3144798"/>
            <a:ext cx="2363377" cy="1047062"/>
            <a:chOff x="3358399" y="3285485"/>
            <a:chExt cx="2363377" cy="1047062"/>
          </a:xfrm>
        </p:grpSpPr>
        <p:grpSp>
          <p:nvGrpSpPr>
            <p:cNvPr id="9305" name="Google Shape;9305;p131"/>
            <p:cNvGrpSpPr/>
            <p:nvPr/>
          </p:nvGrpSpPr>
          <p:grpSpPr>
            <a:xfrm>
              <a:off x="3358412" y="3285485"/>
              <a:ext cx="2363244" cy="139500"/>
              <a:chOff x="3358412" y="3285485"/>
              <a:chExt cx="2363244" cy="139500"/>
            </a:xfrm>
          </p:grpSpPr>
          <p:sp>
            <p:nvSpPr>
              <p:cNvPr id="9306" name="Google Shape;9306;p13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3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3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3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131"/>
            <p:cNvGrpSpPr/>
            <p:nvPr/>
          </p:nvGrpSpPr>
          <p:grpSpPr>
            <a:xfrm>
              <a:off x="3358412" y="3466996"/>
              <a:ext cx="2363244" cy="139500"/>
              <a:chOff x="3358412" y="3466996"/>
              <a:chExt cx="2363244" cy="139500"/>
            </a:xfrm>
          </p:grpSpPr>
          <p:sp>
            <p:nvSpPr>
              <p:cNvPr id="9312" name="Google Shape;9312;p13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3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3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3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3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131"/>
            <p:cNvGrpSpPr/>
            <p:nvPr/>
          </p:nvGrpSpPr>
          <p:grpSpPr>
            <a:xfrm>
              <a:off x="3358412" y="3648507"/>
              <a:ext cx="2363244" cy="139500"/>
              <a:chOff x="3358412" y="3648507"/>
              <a:chExt cx="2363244" cy="139500"/>
            </a:xfrm>
          </p:grpSpPr>
          <p:sp>
            <p:nvSpPr>
              <p:cNvPr id="9318" name="Google Shape;9318;p13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3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3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3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131"/>
            <p:cNvGrpSpPr/>
            <p:nvPr/>
          </p:nvGrpSpPr>
          <p:grpSpPr>
            <a:xfrm>
              <a:off x="3358412" y="3830018"/>
              <a:ext cx="2363244" cy="139500"/>
              <a:chOff x="3358412" y="3830018"/>
              <a:chExt cx="2363244" cy="139500"/>
            </a:xfrm>
          </p:grpSpPr>
          <p:sp>
            <p:nvSpPr>
              <p:cNvPr id="9324" name="Google Shape;9324;p13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3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3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3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131"/>
            <p:cNvGrpSpPr/>
            <p:nvPr/>
          </p:nvGrpSpPr>
          <p:grpSpPr>
            <a:xfrm>
              <a:off x="3358399" y="4011514"/>
              <a:ext cx="2363377" cy="139537"/>
              <a:chOff x="3294800" y="4134603"/>
              <a:chExt cx="2638876" cy="152400"/>
            </a:xfrm>
          </p:grpSpPr>
          <p:sp>
            <p:nvSpPr>
              <p:cNvPr id="9330" name="Google Shape;9330;p13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3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3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3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3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131"/>
            <p:cNvGrpSpPr/>
            <p:nvPr/>
          </p:nvGrpSpPr>
          <p:grpSpPr>
            <a:xfrm>
              <a:off x="3358399" y="4193010"/>
              <a:ext cx="2363377" cy="139537"/>
              <a:chOff x="3294800" y="4134603"/>
              <a:chExt cx="2638876" cy="152400"/>
            </a:xfrm>
          </p:grpSpPr>
          <p:sp>
            <p:nvSpPr>
              <p:cNvPr id="9336" name="Google Shape;9336;p13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3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3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3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3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341" name="Google Shape;9341;p131"/>
          <p:cNvGraphicFramePr/>
          <p:nvPr/>
        </p:nvGraphicFramePr>
        <p:xfrm>
          <a:off x="711450" y="2153837"/>
          <a:ext cx="3000000" cy="3000000"/>
        </p:xfrm>
        <a:graphic>
          <a:graphicData uri="http://schemas.openxmlformats.org/drawingml/2006/table">
            <a:tbl>
              <a:tblPr>
                <a:noFill/>
                <a:tableStyleId>{6B559A85-E3F2-4DD9-B4AC-259FDCF23E7D}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342" name="Google Shape;9342;p131"/>
          <p:cNvGrpSpPr/>
          <p:nvPr/>
        </p:nvGrpSpPr>
        <p:grpSpPr>
          <a:xfrm>
            <a:off x="4161119" y="2557652"/>
            <a:ext cx="1302095" cy="60959"/>
            <a:chOff x="3558802" y="4011427"/>
            <a:chExt cx="1866000" cy="111300"/>
          </a:xfrm>
        </p:grpSpPr>
        <p:sp>
          <p:nvSpPr>
            <p:cNvPr id="9343" name="Google Shape;9343;p13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3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131"/>
          <p:cNvGrpSpPr/>
          <p:nvPr/>
        </p:nvGrpSpPr>
        <p:grpSpPr>
          <a:xfrm>
            <a:off x="4706607" y="2839811"/>
            <a:ext cx="914340" cy="60959"/>
            <a:chOff x="3558802" y="4011427"/>
            <a:chExt cx="1866000" cy="111300"/>
          </a:xfrm>
        </p:grpSpPr>
        <p:sp>
          <p:nvSpPr>
            <p:cNvPr id="9346" name="Google Shape;9346;p13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3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131"/>
          <p:cNvGrpSpPr/>
          <p:nvPr/>
        </p:nvGrpSpPr>
        <p:grpSpPr>
          <a:xfrm>
            <a:off x="5874449" y="3167609"/>
            <a:ext cx="2519825" cy="1001454"/>
            <a:chOff x="1906114" y="789980"/>
            <a:chExt cx="1487676" cy="606868"/>
          </a:xfrm>
        </p:grpSpPr>
        <p:cxnSp>
          <p:nvCxnSpPr>
            <p:cNvPr id="9349" name="Google Shape;9349;p13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0" name="Google Shape;9350;p13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1" name="Google Shape;9351;p13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352" name="Google Shape;9352;p13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353" name="Google Shape;9353;p13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354" name="Google Shape;9354;p13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355" name="Google Shape;9355;p13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356" name="Google Shape;9356;p13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3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3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3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3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363" name="Google Shape;9363;p13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364" name="Google Shape;9364;p13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365" name="Google Shape;9365;p13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31"/>
          <p:cNvGrpSpPr/>
          <p:nvPr/>
        </p:nvGrpSpPr>
        <p:grpSpPr>
          <a:xfrm>
            <a:off x="3355812" y="951645"/>
            <a:ext cx="2363393" cy="1005865"/>
            <a:chOff x="3292400" y="1193188"/>
            <a:chExt cx="2615240" cy="1131075"/>
          </a:xfrm>
        </p:grpSpPr>
        <p:sp>
          <p:nvSpPr>
            <p:cNvPr id="9367" name="Google Shape;9367;p13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8" name="Google Shape;9368;p13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9" name="Google Shape;9369;p13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370" name="Google Shape;9370;p13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371" name="Google Shape;9371;p13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372" name="Google Shape;9372;p13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373" name="Google Shape;9373;p13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374" name="Google Shape;9374;p13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375" name="Google Shape;9375;p13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376" name="Google Shape;9376;p13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377" name="Google Shape;9377;p13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78" name="Google Shape;9378;p13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379" name="Google Shape;9379;p13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80" name="Google Shape;9380;p13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381" name="Google Shape;9381;p131"/>
            <p:cNvGrpSpPr/>
            <p:nvPr/>
          </p:nvGrpSpPr>
          <p:grpSpPr>
            <a:xfrm>
              <a:off x="3748438" y="1378608"/>
              <a:ext cx="2159202" cy="903971"/>
              <a:chOff x="1683525" y="2179850"/>
              <a:chExt cx="4519050" cy="2134525"/>
            </a:xfrm>
          </p:grpSpPr>
          <p:sp>
            <p:nvSpPr>
              <p:cNvPr id="9382" name="Google Shape;9382;p13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3" name="Google Shape;9383;p13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4" name="Google Shape;9384;p13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5" name="Google Shape;9385;p13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6" name="Google Shape;9386;p13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7" name="Google Shape;9387;p13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8" name="Google Shape;9388;p13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9" name="Google Shape;9389;p13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0" name="Google Shape;9390;p13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1" name="Google Shape;9391;p13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2" name="Google Shape;9392;p13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3" name="Google Shape;9393;p13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7" name="Shape 9397"/>
        <p:cNvGrpSpPr/>
        <p:nvPr/>
      </p:nvGrpSpPr>
      <p:grpSpPr>
        <a:xfrm>
          <a:off x="0" y="0"/>
          <a:ext cx="0" cy="0"/>
          <a:chOff x="0" y="0"/>
          <a:chExt cx="0" cy="0"/>
        </a:xfrm>
      </p:grpSpPr>
      <p:grpSp>
        <p:nvGrpSpPr>
          <p:cNvPr id="9398" name="Google Shape;9398;p132"/>
          <p:cNvGrpSpPr/>
          <p:nvPr/>
        </p:nvGrpSpPr>
        <p:grpSpPr>
          <a:xfrm>
            <a:off x="4796684" y="970929"/>
            <a:ext cx="745431" cy="718863"/>
            <a:chOff x="4249973" y="1201875"/>
            <a:chExt cx="1958568" cy="1888762"/>
          </a:xfrm>
        </p:grpSpPr>
        <p:sp>
          <p:nvSpPr>
            <p:cNvPr id="9399" name="Google Shape;9399;p13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0" name="Google Shape;9400;p132"/>
            <p:cNvGrpSpPr/>
            <p:nvPr/>
          </p:nvGrpSpPr>
          <p:grpSpPr>
            <a:xfrm>
              <a:off x="5853086" y="1789142"/>
              <a:ext cx="355454" cy="1048099"/>
              <a:chOff x="5576108" y="2016725"/>
              <a:chExt cx="565200" cy="1666560"/>
            </a:xfrm>
          </p:grpSpPr>
          <p:sp>
            <p:nvSpPr>
              <p:cNvPr id="9401" name="Google Shape;9401;p13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2" name="Google Shape;9402;p13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132"/>
            <p:cNvGrpSpPr/>
            <p:nvPr/>
          </p:nvGrpSpPr>
          <p:grpSpPr>
            <a:xfrm>
              <a:off x="4869455" y="2691676"/>
              <a:ext cx="1013897" cy="398961"/>
              <a:chOff x="4012057" y="3451825"/>
              <a:chExt cx="1612175" cy="634379"/>
            </a:xfrm>
          </p:grpSpPr>
          <p:sp>
            <p:nvSpPr>
              <p:cNvPr id="9404" name="Google Shape;9404;p13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5" name="Google Shape;9405;p13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132"/>
            <p:cNvGrpSpPr/>
            <p:nvPr/>
          </p:nvGrpSpPr>
          <p:grpSpPr>
            <a:xfrm>
              <a:off x="4276937" y="2155961"/>
              <a:ext cx="651965" cy="891358"/>
              <a:chOff x="3069908" y="2599997"/>
              <a:chExt cx="1036675" cy="1417328"/>
            </a:xfrm>
          </p:grpSpPr>
          <p:sp>
            <p:nvSpPr>
              <p:cNvPr id="9407" name="Google Shape;9407;p13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8" name="Google Shape;9408;p13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132"/>
            <p:cNvGrpSpPr/>
            <p:nvPr/>
          </p:nvGrpSpPr>
          <p:grpSpPr>
            <a:xfrm>
              <a:off x="5054918" y="1201875"/>
              <a:ext cx="999548" cy="602711"/>
              <a:chOff x="4306958" y="1082925"/>
              <a:chExt cx="1589359" cy="958358"/>
            </a:xfrm>
          </p:grpSpPr>
          <p:sp>
            <p:nvSpPr>
              <p:cNvPr id="9410" name="Google Shape;9410;p13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1" name="Google Shape;9411;p13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32"/>
            <p:cNvGrpSpPr/>
            <p:nvPr/>
          </p:nvGrpSpPr>
          <p:grpSpPr>
            <a:xfrm>
              <a:off x="4249973" y="1303451"/>
              <a:ext cx="799317" cy="841334"/>
              <a:chOff x="3027033" y="1244439"/>
              <a:chExt cx="1270977" cy="1337786"/>
            </a:xfrm>
          </p:grpSpPr>
          <p:sp>
            <p:nvSpPr>
              <p:cNvPr id="9413" name="Google Shape;9413;p13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4" name="Google Shape;9414;p13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5" name="Google Shape;9415;p132"/>
          <p:cNvGrpSpPr/>
          <p:nvPr/>
        </p:nvGrpSpPr>
        <p:grpSpPr>
          <a:xfrm>
            <a:off x="713057" y="1849378"/>
            <a:ext cx="761767" cy="729896"/>
            <a:chOff x="2657744" y="2337745"/>
            <a:chExt cx="832987" cy="798137"/>
          </a:xfrm>
        </p:grpSpPr>
        <p:sp>
          <p:nvSpPr>
            <p:cNvPr id="9416" name="Google Shape;9416;p13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3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3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3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3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3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132"/>
          <p:cNvGrpSpPr/>
          <p:nvPr/>
        </p:nvGrpSpPr>
        <p:grpSpPr>
          <a:xfrm>
            <a:off x="3224022" y="1852584"/>
            <a:ext cx="685569" cy="723586"/>
            <a:chOff x="3398134" y="2057755"/>
            <a:chExt cx="704087" cy="743130"/>
          </a:xfrm>
        </p:grpSpPr>
        <p:grpSp>
          <p:nvGrpSpPr>
            <p:cNvPr id="9423" name="Google Shape;9423;p132"/>
            <p:cNvGrpSpPr/>
            <p:nvPr/>
          </p:nvGrpSpPr>
          <p:grpSpPr>
            <a:xfrm>
              <a:off x="3398134" y="2290183"/>
              <a:ext cx="315300" cy="219900"/>
              <a:chOff x="3398134" y="2290183"/>
              <a:chExt cx="315300" cy="219900"/>
            </a:xfrm>
          </p:grpSpPr>
          <p:sp>
            <p:nvSpPr>
              <p:cNvPr id="9424" name="Google Shape;9424;p13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5" name="Google Shape;9425;p132"/>
              <p:cNvCxnSpPr>
                <a:stCxn id="942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426" name="Google Shape;9426;p132"/>
            <p:cNvGrpSpPr/>
            <p:nvPr/>
          </p:nvGrpSpPr>
          <p:grpSpPr>
            <a:xfrm>
              <a:off x="3547823" y="2467358"/>
              <a:ext cx="219900" cy="333527"/>
              <a:chOff x="3547823" y="2467358"/>
              <a:chExt cx="219900" cy="333527"/>
            </a:xfrm>
          </p:grpSpPr>
          <p:sp>
            <p:nvSpPr>
              <p:cNvPr id="9427" name="Google Shape;9427;p13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8" name="Google Shape;9428;p13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429" name="Google Shape;9429;p132"/>
            <p:cNvGrpSpPr/>
            <p:nvPr/>
          </p:nvGrpSpPr>
          <p:grpSpPr>
            <a:xfrm>
              <a:off x="3734138" y="2467358"/>
              <a:ext cx="219900" cy="333527"/>
              <a:chOff x="3734138" y="2467358"/>
              <a:chExt cx="219900" cy="333527"/>
            </a:xfrm>
          </p:grpSpPr>
          <p:sp>
            <p:nvSpPr>
              <p:cNvPr id="9430" name="Google Shape;9430;p13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1" name="Google Shape;9431;p13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432" name="Google Shape;9432;p132"/>
            <p:cNvGrpSpPr/>
            <p:nvPr/>
          </p:nvGrpSpPr>
          <p:grpSpPr>
            <a:xfrm>
              <a:off x="3787560" y="2288011"/>
              <a:ext cx="314661" cy="219900"/>
              <a:chOff x="3787560" y="2288011"/>
              <a:chExt cx="314661" cy="219900"/>
            </a:xfrm>
          </p:grpSpPr>
          <p:sp>
            <p:nvSpPr>
              <p:cNvPr id="9433" name="Google Shape;9433;p13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4" name="Google Shape;9434;p13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435" name="Google Shape;9435;p132"/>
            <p:cNvGrpSpPr/>
            <p:nvPr/>
          </p:nvGrpSpPr>
          <p:grpSpPr>
            <a:xfrm>
              <a:off x="3637290" y="2057755"/>
              <a:ext cx="219900" cy="335499"/>
              <a:chOff x="3637290" y="2057755"/>
              <a:chExt cx="219900" cy="335499"/>
            </a:xfrm>
          </p:grpSpPr>
          <p:sp>
            <p:nvSpPr>
              <p:cNvPr id="9436" name="Google Shape;9436;p13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437" name="Google Shape;9437;p13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438" name="Google Shape;9438;p132"/>
          <p:cNvGrpSpPr/>
          <p:nvPr/>
        </p:nvGrpSpPr>
        <p:grpSpPr>
          <a:xfrm>
            <a:off x="4899244" y="1859280"/>
            <a:ext cx="710153" cy="710153"/>
            <a:chOff x="5007123" y="2079403"/>
            <a:chExt cx="687600" cy="687600"/>
          </a:xfrm>
        </p:grpSpPr>
        <p:sp>
          <p:nvSpPr>
            <p:cNvPr id="9439" name="Google Shape;9439;p13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3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3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3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132"/>
          <p:cNvGrpSpPr/>
          <p:nvPr/>
        </p:nvGrpSpPr>
        <p:grpSpPr>
          <a:xfrm>
            <a:off x="5708681" y="1853787"/>
            <a:ext cx="720998" cy="721183"/>
            <a:chOff x="5797446" y="2063053"/>
            <a:chExt cx="698100" cy="698280"/>
          </a:xfrm>
        </p:grpSpPr>
        <p:sp>
          <p:nvSpPr>
            <p:cNvPr id="9444" name="Google Shape;9444;p13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3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3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3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132"/>
          <p:cNvGrpSpPr/>
          <p:nvPr/>
        </p:nvGrpSpPr>
        <p:grpSpPr>
          <a:xfrm>
            <a:off x="8153828" y="3499392"/>
            <a:ext cx="280585" cy="673164"/>
            <a:chOff x="8075075" y="3754290"/>
            <a:chExt cx="255612" cy="613194"/>
          </a:xfrm>
        </p:grpSpPr>
        <p:grpSp>
          <p:nvGrpSpPr>
            <p:cNvPr id="9449" name="Google Shape;9449;p132"/>
            <p:cNvGrpSpPr/>
            <p:nvPr/>
          </p:nvGrpSpPr>
          <p:grpSpPr>
            <a:xfrm>
              <a:off x="8075075" y="3754290"/>
              <a:ext cx="255612" cy="613194"/>
              <a:chOff x="8075075" y="3754290"/>
              <a:chExt cx="255612" cy="613194"/>
            </a:xfrm>
          </p:grpSpPr>
          <p:sp>
            <p:nvSpPr>
              <p:cNvPr id="9450" name="Google Shape;9450;p13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3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13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132"/>
          <p:cNvGrpSpPr/>
          <p:nvPr/>
        </p:nvGrpSpPr>
        <p:grpSpPr>
          <a:xfrm>
            <a:off x="5270887" y="3488188"/>
            <a:ext cx="470352" cy="683745"/>
            <a:chOff x="1697726" y="3244179"/>
            <a:chExt cx="788124" cy="1146069"/>
          </a:xfrm>
        </p:grpSpPr>
        <p:sp>
          <p:nvSpPr>
            <p:cNvPr id="9454" name="Google Shape;9454;p13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3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6" name="Google Shape;9456;p132"/>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132"/>
          <p:cNvGrpSpPr/>
          <p:nvPr/>
        </p:nvGrpSpPr>
        <p:grpSpPr>
          <a:xfrm>
            <a:off x="5892037" y="3499390"/>
            <a:ext cx="293891" cy="293845"/>
            <a:chOff x="6134814" y="3754290"/>
            <a:chExt cx="293891" cy="293845"/>
          </a:xfrm>
        </p:grpSpPr>
        <p:sp>
          <p:nvSpPr>
            <p:cNvPr id="9458" name="Google Shape;9458;p13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3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132"/>
          <p:cNvGrpSpPr/>
          <p:nvPr/>
        </p:nvGrpSpPr>
        <p:grpSpPr>
          <a:xfrm>
            <a:off x="5892037" y="3878061"/>
            <a:ext cx="293891" cy="293891"/>
            <a:chOff x="6134814" y="4086186"/>
            <a:chExt cx="293891" cy="293891"/>
          </a:xfrm>
        </p:grpSpPr>
        <p:sp>
          <p:nvSpPr>
            <p:cNvPr id="9461" name="Google Shape;9461;p13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3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3" name="Google Shape;9463;p132"/>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2"/>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5" name="Google Shape;9465;p132"/>
          <p:cNvGrpSpPr/>
          <p:nvPr/>
        </p:nvGrpSpPr>
        <p:grpSpPr>
          <a:xfrm>
            <a:off x="7817013" y="2706754"/>
            <a:ext cx="622883" cy="621944"/>
            <a:chOff x="1187048" y="238125"/>
            <a:chExt cx="5256397" cy="5248476"/>
          </a:xfrm>
        </p:grpSpPr>
        <p:sp>
          <p:nvSpPr>
            <p:cNvPr id="9466" name="Google Shape;9466;p13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3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3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132"/>
          <p:cNvGrpSpPr/>
          <p:nvPr/>
        </p:nvGrpSpPr>
        <p:grpSpPr>
          <a:xfrm>
            <a:off x="2274118" y="2716363"/>
            <a:ext cx="1310987" cy="612407"/>
            <a:chOff x="238125" y="1188750"/>
            <a:chExt cx="7140450" cy="3335550"/>
          </a:xfrm>
        </p:grpSpPr>
        <p:sp>
          <p:nvSpPr>
            <p:cNvPr id="9471" name="Google Shape;9471;p13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3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3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3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3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132"/>
          <p:cNvGrpSpPr/>
          <p:nvPr/>
        </p:nvGrpSpPr>
        <p:grpSpPr>
          <a:xfrm>
            <a:off x="6599990" y="2706917"/>
            <a:ext cx="1110299" cy="621702"/>
            <a:chOff x="238125" y="1335475"/>
            <a:chExt cx="5418735" cy="3034175"/>
          </a:xfrm>
        </p:grpSpPr>
        <p:sp>
          <p:nvSpPr>
            <p:cNvPr id="9477" name="Google Shape;9477;p13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3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32"/>
          <p:cNvGrpSpPr/>
          <p:nvPr/>
        </p:nvGrpSpPr>
        <p:grpSpPr>
          <a:xfrm>
            <a:off x="5417649" y="2703814"/>
            <a:ext cx="1074451" cy="627181"/>
            <a:chOff x="5359127" y="2910889"/>
            <a:chExt cx="1097723" cy="640831"/>
          </a:xfrm>
        </p:grpSpPr>
        <p:grpSp>
          <p:nvGrpSpPr>
            <p:cNvPr id="9481" name="Google Shape;9481;p132"/>
            <p:cNvGrpSpPr/>
            <p:nvPr/>
          </p:nvGrpSpPr>
          <p:grpSpPr>
            <a:xfrm>
              <a:off x="5929791" y="3263088"/>
              <a:ext cx="527060" cy="287097"/>
              <a:chOff x="5929791" y="3263088"/>
              <a:chExt cx="527060" cy="287097"/>
            </a:xfrm>
          </p:grpSpPr>
          <p:sp>
            <p:nvSpPr>
              <p:cNvPr id="9482" name="Google Shape;9482;p13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3" name="Google Shape;9483;p13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4" name="Google Shape;9484;p132"/>
            <p:cNvGrpSpPr/>
            <p:nvPr/>
          </p:nvGrpSpPr>
          <p:grpSpPr>
            <a:xfrm>
              <a:off x="5359127" y="3263089"/>
              <a:ext cx="526428" cy="288631"/>
              <a:chOff x="5359127" y="3263089"/>
              <a:chExt cx="526428" cy="288631"/>
            </a:xfrm>
          </p:grpSpPr>
          <p:sp>
            <p:nvSpPr>
              <p:cNvPr id="9485" name="Google Shape;9485;p13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6" name="Google Shape;9486;p13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7" name="Google Shape;9487;p132"/>
            <p:cNvGrpSpPr/>
            <p:nvPr/>
          </p:nvGrpSpPr>
          <p:grpSpPr>
            <a:xfrm>
              <a:off x="5551525" y="2910889"/>
              <a:ext cx="520901" cy="610283"/>
              <a:chOff x="5551525" y="2910889"/>
              <a:chExt cx="520901" cy="610283"/>
            </a:xfrm>
          </p:grpSpPr>
          <p:sp>
            <p:nvSpPr>
              <p:cNvPr id="9488" name="Google Shape;9488;p13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9" name="Google Shape;9489;p13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90" name="Google Shape;9490;p132"/>
            <p:cNvGrpSpPr/>
            <p:nvPr/>
          </p:nvGrpSpPr>
          <p:grpSpPr>
            <a:xfrm>
              <a:off x="5743962" y="2919100"/>
              <a:ext cx="623674" cy="284502"/>
              <a:chOff x="5743962" y="2919100"/>
              <a:chExt cx="623674" cy="284502"/>
            </a:xfrm>
          </p:grpSpPr>
          <p:sp>
            <p:nvSpPr>
              <p:cNvPr id="9491" name="Google Shape;9491;p13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92" name="Google Shape;9492;p13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493" name="Google Shape;9493;p132"/>
          <p:cNvGrpSpPr/>
          <p:nvPr/>
        </p:nvGrpSpPr>
        <p:grpSpPr>
          <a:xfrm>
            <a:off x="7568863" y="1854526"/>
            <a:ext cx="874976" cy="719600"/>
            <a:chOff x="7608988" y="2093194"/>
            <a:chExt cx="817276" cy="672147"/>
          </a:xfrm>
        </p:grpSpPr>
        <p:cxnSp>
          <p:nvCxnSpPr>
            <p:cNvPr id="9494" name="Google Shape;9494;p13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5" name="Google Shape;9495;p13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6" name="Google Shape;9496;p13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7" name="Google Shape;9497;p13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8" name="Google Shape;9498;p13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499" name="Google Shape;9499;p13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500" name="Google Shape;9500;p132"/>
            <p:cNvGrpSpPr/>
            <p:nvPr/>
          </p:nvGrpSpPr>
          <p:grpSpPr>
            <a:xfrm>
              <a:off x="7721175" y="2093194"/>
              <a:ext cx="599587" cy="623846"/>
              <a:chOff x="7721175" y="2093194"/>
              <a:chExt cx="599587" cy="623846"/>
            </a:xfrm>
          </p:grpSpPr>
          <p:grpSp>
            <p:nvGrpSpPr>
              <p:cNvPr id="9501" name="Google Shape;9501;p132"/>
              <p:cNvGrpSpPr/>
              <p:nvPr/>
            </p:nvGrpSpPr>
            <p:grpSpPr>
              <a:xfrm>
                <a:off x="7721175" y="2093194"/>
                <a:ext cx="291605" cy="623846"/>
                <a:chOff x="9405575" y="2061418"/>
                <a:chExt cx="291605" cy="623846"/>
              </a:xfrm>
            </p:grpSpPr>
            <p:sp>
              <p:nvSpPr>
                <p:cNvPr id="9502" name="Google Shape;9502;p13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132"/>
              <p:cNvGrpSpPr/>
              <p:nvPr/>
            </p:nvGrpSpPr>
            <p:grpSpPr>
              <a:xfrm flipH="1">
                <a:off x="8029157" y="2093194"/>
                <a:ext cx="291605" cy="623846"/>
                <a:chOff x="9405575" y="2061418"/>
                <a:chExt cx="291605" cy="623846"/>
              </a:xfrm>
            </p:grpSpPr>
            <p:sp>
              <p:nvSpPr>
                <p:cNvPr id="9510" name="Google Shape;9510;p13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3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3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3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17" name="Google Shape;9517;p132"/>
          <p:cNvGrpSpPr/>
          <p:nvPr/>
        </p:nvGrpSpPr>
        <p:grpSpPr>
          <a:xfrm>
            <a:off x="4013299" y="970929"/>
            <a:ext cx="712557" cy="785901"/>
            <a:chOff x="4206459" y="1191441"/>
            <a:chExt cx="712557" cy="785901"/>
          </a:xfrm>
        </p:grpSpPr>
        <p:sp>
          <p:nvSpPr>
            <p:cNvPr id="9518" name="Google Shape;9518;p13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3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3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2" name="Google Shape;9522;p132"/>
            <p:cNvGrpSpPr/>
            <p:nvPr/>
          </p:nvGrpSpPr>
          <p:grpSpPr>
            <a:xfrm>
              <a:off x="4644280" y="1290523"/>
              <a:ext cx="143716" cy="29463"/>
              <a:chOff x="4644280" y="1290523"/>
              <a:chExt cx="143716" cy="29463"/>
            </a:xfrm>
          </p:grpSpPr>
          <p:sp>
            <p:nvSpPr>
              <p:cNvPr id="9523" name="Google Shape;9523;p13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3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3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132"/>
            <p:cNvGrpSpPr/>
            <p:nvPr/>
          </p:nvGrpSpPr>
          <p:grpSpPr>
            <a:xfrm>
              <a:off x="4356567" y="1191441"/>
              <a:ext cx="143690" cy="29488"/>
              <a:chOff x="4356567" y="1191441"/>
              <a:chExt cx="143690" cy="29488"/>
            </a:xfrm>
          </p:grpSpPr>
          <p:sp>
            <p:nvSpPr>
              <p:cNvPr id="9528" name="Google Shape;9528;p13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32"/>
            <p:cNvGrpSpPr/>
            <p:nvPr/>
          </p:nvGrpSpPr>
          <p:grpSpPr>
            <a:xfrm>
              <a:off x="4339009" y="1863727"/>
              <a:ext cx="143703" cy="29476"/>
              <a:chOff x="4339009" y="1863727"/>
              <a:chExt cx="143703" cy="29476"/>
            </a:xfrm>
          </p:grpSpPr>
          <p:sp>
            <p:nvSpPr>
              <p:cNvPr id="9533" name="Google Shape;9533;p13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3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3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132"/>
            <p:cNvGrpSpPr/>
            <p:nvPr/>
          </p:nvGrpSpPr>
          <p:grpSpPr>
            <a:xfrm>
              <a:off x="4206459" y="1607315"/>
              <a:ext cx="29539" cy="142899"/>
              <a:chOff x="4206459" y="1607315"/>
              <a:chExt cx="29539" cy="142899"/>
            </a:xfrm>
          </p:grpSpPr>
          <p:sp>
            <p:nvSpPr>
              <p:cNvPr id="9538" name="Google Shape;9538;p13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3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3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2" name="Google Shape;9542;p13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3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3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6" name="Google Shape;9546;p132"/>
            <p:cNvGrpSpPr/>
            <p:nvPr/>
          </p:nvGrpSpPr>
          <p:grpSpPr>
            <a:xfrm>
              <a:off x="4889463" y="1423737"/>
              <a:ext cx="29552" cy="142899"/>
              <a:chOff x="4889463" y="1423737"/>
              <a:chExt cx="29552" cy="142899"/>
            </a:xfrm>
          </p:grpSpPr>
          <p:sp>
            <p:nvSpPr>
              <p:cNvPr id="9547" name="Google Shape;9547;p13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3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3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132"/>
            <p:cNvGrpSpPr/>
            <p:nvPr/>
          </p:nvGrpSpPr>
          <p:grpSpPr>
            <a:xfrm>
              <a:off x="4771663" y="1876896"/>
              <a:ext cx="108651" cy="100447"/>
              <a:chOff x="4771663" y="1876896"/>
              <a:chExt cx="108651" cy="100447"/>
            </a:xfrm>
          </p:grpSpPr>
          <p:sp>
            <p:nvSpPr>
              <p:cNvPr id="9552" name="Google Shape;9552;p13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6" name="Google Shape;9556;p132"/>
          <p:cNvGrpSpPr/>
          <p:nvPr/>
        </p:nvGrpSpPr>
        <p:grpSpPr>
          <a:xfrm>
            <a:off x="4008774" y="1854151"/>
            <a:ext cx="791287" cy="720350"/>
            <a:chOff x="267375" y="1071875"/>
            <a:chExt cx="470500" cy="428550"/>
          </a:xfrm>
        </p:grpSpPr>
        <p:sp>
          <p:nvSpPr>
            <p:cNvPr id="9557" name="Google Shape;9557;p13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3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3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3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3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132"/>
          <p:cNvGrpSpPr/>
          <p:nvPr/>
        </p:nvGrpSpPr>
        <p:grpSpPr>
          <a:xfrm>
            <a:off x="709269" y="3498781"/>
            <a:ext cx="1408444" cy="673166"/>
            <a:chOff x="712664" y="3693287"/>
            <a:chExt cx="1460738" cy="698160"/>
          </a:xfrm>
        </p:grpSpPr>
        <p:grpSp>
          <p:nvGrpSpPr>
            <p:cNvPr id="9566" name="Google Shape;9566;p132"/>
            <p:cNvGrpSpPr/>
            <p:nvPr/>
          </p:nvGrpSpPr>
          <p:grpSpPr>
            <a:xfrm>
              <a:off x="1380079" y="4133090"/>
              <a:ext cx="234048" cy="258099"/>
              <a:chOff x="1380079" y="4133090"/>
              <a:chExt cx="234048" cy="258099"/>
            </a:xfrm>
          </p:grpSpPr>
          <p:sp>
            <p:nvSpPr>
              <p:cNvPr id="9567" name="Google Shape;9567;p13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3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3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132"/>
            <p:cNvGrpSpPr/>
            <p:nvPr/>
          </p:nvGrpSpPr>
          <p:grpSpPr>
            <a:xfrm>
              <a:off x="884610" y="3864082"/>
              <a:ext cx="1118566" cy="527275"/>
              <a:chOff x="890961" y="3865463"/>
              <a:chExt cx="1115221" cy="525698"/>
            </a:xfrm>
          </p:grpSpPr>
          <p:sp>
            <p:nvSpPr>
              <p:cNvPr id="9571" name="Google Shape;9571;p13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3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132"/>
            <p:cNvGrpSpPr/>
            <p:nvPr/>
          </p:nvGrpSpPr>
          <p:grpSpPr>
            <a:xfrm>
              <a:off x="712664" y="3693287"/>
              <a:ext cx="1460738" cy="698160"/>
              <a:chOff x="712664" y="3693025"/>
              <a:chExt cx="1460738" cy="698160"/>
            </a:xfrm>
          </p:grpSpPr>
          <p:sp>
            <p:nvSpPr>
              <p:cNvPr id="9575" name="Google Shape;9575;p13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3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3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3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1" name="Google Shape;9581;p132"/>
          <p:cNvGrpSpPr/>
          <p:nvPr/>
        </p:nvGrpSpPr>
        <p:grpSpPr>
          <a:xfrm>
            <a:off x="3146985" y="970929"/>
            <a:ext cx="795485" cy="738831"/>
            <a:chOff x="3348603" y="1236445"/>
            <a:chExt cx="749256" cy="695894"/>
          </a:xfrm>
        </p:grpSpPr>
        <p:grpSp>
          <p:nvGrpSpPr>
            <p:cNvPr id="9582" name="Google Shape;9582;p132"/>
            <p:cNvGrpSpPr/>
            <p:nvPr/>
          </p:nvGrpSpPr>
          <p:grpSpPr>
            <a:xfrm>
              <a:off x="3583779" y="1236445"/>
              <a:ext cx="293795" cy="285811"/>
              <a:chOff x="3750225" y="1774000"/>
              <a:chExt cx="149575" cy="145525"/>
            </a:xfrm>
          </p:grpSpPr>
          <p:sp>
            <p:nvSpPr>
              <p:cNvPr id="9583" name="Google Shape;9583;p13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3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132"/>
            <p:cNvGrpSpPr/>
            <p:nvPr/>
          </p:nvGrpSpPr>
          <p:grpSpPr>
            <a:xfrm>
              <a:off x="3775534" y="1462599"/>
              <a:ext cx="322325" cy="285958"/>
              <a:chOff x="3847850" y="1889150"/>
              <a:chExt cx="164100" cy="145600"/>
            </a:xfrm>
          </p:grpSpPr>
          <p:sp>
            <p:nvSpPr>
              <p:cNvPr id="9586" name="Google Shape;9586;p13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3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132"/>
            <p:cNvGrpSpPr/>
            <p:nvPr/>
          </p:nvGrpSpPr>
          <p:grpSpPr>
            <a:xfrm>
              <a:off x="3545329" y="1646528"/>
              <a:ext cx="293746" cy="285811"/>
              <a:chOff x="3730650" y="1982800"/>
              <a:chExt cx="149550" cy="145525"/>
            </a:xfrm>
          </p:grpSpPr>
          <p:sp>
            <p:nvSpPr>
              <p:cNvPr id="9589" name="Google Shape;9589;p13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3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132"/>
            <p:cNvGrpSpPr/>
            <p:nvPr/>
          </p:nvGrpSpPr>
          <p:grpSpPr>
            <a:xfrm>
              <a:off x="3348603" y="1415046"/>
              <a:ext cx="294384" cy="284387"/>
              <a:chOff x="3630494" y="1864938"/>
              <a:chExt cx="149875" cy="144800"/>
            </a:xfrm>
          </p:grpSpPr>
          <p:sp>
            <p:nvSpPr>
              <p:cNvPr id="9592" name="Google Shape;9592;p13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4" name="Google Shape;9594;p132"/>
          <p:cNvGrpSpPr/>
          <p:nvPr/>
        </p:nvGrpSpPr>
        <p:grpSpPr>
          <a:xfrm>
            <a:off x="2268512" y="3493825"/>
            <a:ext cx="1324924" cy="678083"/>
            <a:chOff x="2413923" y="3711366"/>
            <a:chExt cx="1374117" cy="703260"/>
          </a:xfrm>
        </p:grpSpPr>
        <p:grpSp>
          <p:nvGrpSpPr>
            <p:cNvPr id="9595" name="Google Shape;9595;p132"/>
            <p:cNvGrpSpPr/>
            <p:nvPr/>
          </p:nvGrpSpPr>
          <p:grpSpPr>
            <a:xfrm>
              <a:off x="2413923" y="3711366"/>
              <a:ext cx="1374117" cy="703260"/>
              <a:chOff x="2413923" y="3711366"/>
              <a:chExt cx="1374117" cy="703260"/>
            </a:xfrm>
          </p:grpSpPr>
          <p:sp>
            <p:nvSpPr>
              <p:cNvPr id="9596" name="Google Shape;9596;p13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132"/>
              <p:cNvGrpSpPr/>
              <p:nvPr/>
            </p:nvGrpSpPr>
            <p:grpSpPr>
              <a:xfrm>
                <a:off x="2600284" y="3808654"/>
                <a:ext cx="234506" cy="138009"/>
                <a:chOff x="2600284" y="3808654"/>
                <a:chExt cx="234506" cy="138009"/>
              </a:xfrm>
            </p:grpSpPr>
            <p:sp>
              <p:nvSpPr>
                <p:cNvPr id="9598" name="Google Shape;9598;p13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9" name="Google Shape;9599;p13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0" name="Google Shape;9600;p132"/>
              <p:cNvGrpSpPr/>
              <p:nvPr/>
            </p:nvGrpSpPr>
            <p:grpSpPr>
              <a:xfrm>
                <a:off x="3359659" y="3805664"/>
                <a:ext cx="232294" cy="141000"/>
                <a:chOff x="3359659" y="3805664"/>
                <a:chExt cx="232294" cy="141000"/>
              </a:xfrm>
            </p:grpSpPr>
            <p:sp>
              <p:nvSpPr>
                <p:cNvPr id="9601" name="Google Shape;9601;p13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2" name="Google Shape;9602;p13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3" name="Google Shape;9603;p132"/>
              <p:cNvGrpSpPr/>
              <p:nvPr/>
            </p:nvGrpSpPr>
            <p:grpSpPr>
              <a:xfrm>
                <a:off x="3067316" y="3711366"/>
                <a:ext cx="66900" cy="166809"/>
                <a:chOff x="3067316" y="3711366"/>
                <a:chExt cx="66900" cy="166809"/>
              </a:xfrm>
            </p:grpSpPr>
            <p:sp>
              <p:nvSpPr>
                <p:cNvPr id="9604" name="Google Shape;9604;p13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5" name="Google Shape;9605;p13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6" name="Google Shape;9606;p132"/>
              <p:cNvGrpSpPr/>
              <p:nvPr/>
            </p:nvGrpSpPr>
            <p:grpSpPr>
              <a:xfrm>
                <a:off x="2413923" y="4058666"/>
                <a:ext cx="224119" cy="66900"/>
                <a:chOff x="2413923" y="4058666"/>
                <a:chExt cx="224119" cy="66900"/>
              </a:xfrm>
            </p:grpSpPr>
            <p:sp>
              <p:nvSpPr>
                <p:cNvPr id="9607" name="Google Shape;9607;p13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8" name="Google Shape;9608;p13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9" name="Google Shape;9609;p132"/>
              <p:cNvGrpSpPr/>
              <p:nvPr/>
            </p:nvGrpSpPr>
            <p:grpSpPr>
              <a:xfrm>
                <a:off x="3564643" y="4058666"/>
                <a:ext cx="223397" cy="66900"/>
                <a:chOff x="3564643" y="4058666"/>
                <a:chExt cx="223397" cy="66900"/>
              </a:xfrm>
            </p:grpSpPr>
            <p:sp>
              <p:nvSpPr>
                <p:cNvPr id="9610" name="Google Shape;9610;p13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1" name="Google Shape;9611;p13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612" name="Google Shape;9612;p132"/>
            <p:cNvGrpSpPr/>
            <p:nvPr/>
          </p:nvGrpSpPr>
          <p:grpSpPr>
            <a:xfrm>
              <a:off x="2633353" y="3965763"/>
              <a:ext cx="933975" cy="445687"/>
              <a:chOff x="2633353" y="3965763"/>
              <a:chExt cx="933975" cy="445687"/>
            </a:xfrm>
          </p:grpSpPr>
          <p:sp>
            <p:nvSpPr>
              <p:cNvPr id="9613" name="Google Shape;9613;p13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3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5" name="Google Shape;9615;p132"/>
          <p:cNvGrpSpPr/>
          <p:nvPr/>
        </p:nvGrpSpPr>
        <p:grpSpPr>
          <a:xfrm>
            <a:off x="6392784" y="1044372"/>
            <a:ext cx="1131087" cy="587383"/>
            <a:chOff x="238125" y="999450"/>
            <a:chExt cx="7140700" cy="3708225"/>
          </a:xfrm>
        </p:grpSpPr>
        <p:sp>
          <p:nvSpPr>
            <p:cNvPr id="9616" name="Google Shape;9616;p13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3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3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3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3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3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3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132"/>
          <p:cNvGrpSpPr/>
          <p:nvPr/>
        </p:nvGrpSpPr>
        <p:grpSpPr>
          <a:xfrm>
            <a:off x="3744234" y="3493867"/>
            <a:ext cx="1375854" cy="678131"/>
            <a:chOff x="3913765" y="3641905"/>
            <a:chExt cx="1522805" cy="750560"/>
          </a:xfrm>
        </p:grpSpPr>
        <p:grpSp>
          <p:nvGrpSpPr>
            <p:cNvPr id="9626" name="Google Shape;9626;p132"/>
            <p:cNvGrpSpPr/>
            <p:nvPr/>
          </p:nvGrpSpPr>
          <p:grpSpPr>
            <a:xfrm>
              <a:off x="3913765" y="3997002"/>
              <a:ext cx="1522805" cy="395463"/>
              <a:chOff x="3913765" y="3997002"/>
              <a:chExt cx="1522805" cy="395463"/>
            </a:xfrm>
          </p:grpSpPr>
          <p:grpSp>
            <p:nvGrpSpPr>
              <p:cNvPr id="9627" name="Google Shape;9627;p132"/>
              <p:cNvGrpSpPr/>
              <p:nvPr/>
            </p:nvGrpSpPr>
            <p:grpSpPr>
              <a:xfrm>
                <a:off x="3913765" y="4138659"/>
                <a:ext cx="507602" cy="253806"/>
                <a:chOff x="3913765" y="4138659"/>
                <a:chExt cx="507602" cy="253806"/>
              </a:xfrm>
            </p:grpSpPr>
            <p:sp>
              <p:nvSpPr>
                <p:cNvPr id="9628" name="Google Shape;9628;p13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3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630" name="Google Shape;9630;p132"/>
              <p:cNvGrpSpPr/>
              <p:nvPr/>
            </p:nvGrpSpPr>
            <p:grpSpPr>
              <a:xfrm>
                <a:off x="4421361" y="3997002"/>
                <a:ext cx="507618" cy="395463"/>
                <a:chOff x="4421361" y="3997002"/>
                <a:chExt cx="507618" cy="395463"/>
              </a:xfrm>
            </p:grpSpPr>
            <p:sp>
              <p:nvSpPr>
                <p:cNvPr id="9631" name="Google Shape;9631;p13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3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132"/>
              <p:cNvGrpSpPr/>
              <p:nvPr/>
            </p:nvGrpSpPr>
            <p:grpSpPr>
              <a:xfrm>
                <a:off x="4928973" y="4189418"/>
                <a:ext cx="507596" cy="203047"/>
                <a:chOff x="4928973" y="4189418"/>
                <a:chExt cx="507596" cy="203047"/>
              </a:xfrm>
            </p:grpSpPr>
            <p:sp>
              <p:nvSpPr>
                <p:cNvPr id="9634" name="Google Shape;9634;p13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3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6" name="Google Shape;9636;p132"/>
            <p:cNvGrpSpPr/>
            <p:nvPr/>
          </p:nvGrpSpPr>
          <p:grpSpPr>
            <a:xfrm>
              <a:off x="4482186" y="3641905"/>
              <a:ext cx="397605" cy="349784"/>
              <a:chOff x="2906375" y="1159725"/>
              <a:chExt cx="1860575" cy="1636800"/>
            </a:xfrm>
          </p:grpSpPr>
          <p:sp>
            <p:nvSpPr>
              <p:cNvPr id="9637" name="Google Shape;9637;p13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3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1" name="Google Shape;9641;p132"/>
          <p:cNvGrpSpPr/>
          <p:nvPr/>
        </p:nvGrpSpPr>
        <p:grpSpPr>
          <a:xfrm>
            <a:off x="6528943" y="1853793"/>
            <a:ext cx="940737" cy="721067"/>
            <a:chOff x="6599718" y="2068734"/>
            <a:chExt cx="940737" cy="721067"/>
          </a:xfrm>
        </p:grpSpPr>
        <p:sp>
          <p:nvSpPr>
            <p:cNvPr id="9642" name="Google Shape;9642;p13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3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3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3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3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3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132"/>
            <p:cNvGrpSpPr/>
            <p:nvPr/>
          </p:nvGrpSpPr>
          <p:grpSpPr>
            <a:xfrm>
              <a:off x="6836957" y="2068734"/>
              <a:ext cx="461892" cy="721067"/>
              <a:chOff x="6836957" y="2068734"/>
              <a:chExt cx="461892" cy="721067"/>
            </a:xfrm>
          </p:grpSpPr>
          <p:sp>
            <p:nvSpPr>
              <p:cNvPr id="9649" name="Google Shape;9649;p13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3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3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3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5" name="Google Shape;9655;p132"/>
              <p:cNvGrpSpPr/>
              <p:nvPr/>
            </p:nvGrpSpPr>
            <p:grpSpPr>
              <a:xfrm>
                <a:off x="6836957" y="2068734"/>
                <a:ext cx="461892" cy="721067"/>
                <a:chOff x="6836957" y="2068734"/>
                <a:chExt cx="461892" cy="721067"/>
              </a:xfrm>
            </p:grpSpPr>
            <p:sp>
              <p:nvSpPr>
                <p:cNvPr id="9656" name="Google Shape;9656;p13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3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3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3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3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63" name="Google Shape;9663;p132"/>
          <p:cNvGrpSpPr/>
          <p:nvPr/>
        </p:nvGrpSpPr>
        <p:grpSpPr>
          <a:xfrm>
            <a:off x="2412262" y="1858139"/>
            <a:ext cx="712577" cy="712374"/>
            <a:chOff x="2559249" y="2069323"/>
            <a:chExt cx="685566" cy="685634"/>
          </a:xfrm>
        </p:grpSpPr>
        <p:sp>
          <p:nvSpPr>
            <p:cNvPr id="9664" name="Google Shape;9664;p13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3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3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3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3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3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3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3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3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3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3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132"/>
          <p:cNvGrpSpPr/>
          <p:nvPr/>
        </p:nvGrpSpPr>
        <p:grpSpPr>
          <a:xfrm>
            <a:off x="7594699" y="970929"/>
            <a:ext cx="845645" cy="711911"/>
            <a:chOff x="951975" y="315800"/>
            <a:chExt cx="5860325" cy="4933550"/>
          </a:xfrm>
        </p:grpSpPr>
        <p:sp>
          <p:nvSpPr>
            <p:cNvPr id="9678" name="Google Shape;9678;p13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3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3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3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3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3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3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3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132"/>
          <p:cNvGrpSpPr/>
          <p:nvPr/>
        </p:nvGrpSpPr>
        <p:grpSpPr>
          <a:xfrm>
            <a:off x="3691828" y="2707037"/>
            <a:ext cx="1617932" cy="621724"/>
            <a:chOff x="3862800" y="3038525"/>
            <a:chExt cx="1329006" cy="510698"/>
          </a:xfrm>
        </p:grpSpPr>
        <p:sp>
          <p:nvSpPr>
            <p:cNvPr id="9687" name="Google Shape;9687;p13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3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132"/>
            <p:cNvGrpSpPr/>
            <p:nvPr/>
          </p:nvGrpSpPr>
          <p:grpSpPr>
            <a:xfrm>
              <a:off x="3967075" y="3040337"/>
              <a:ext cx="1019927" cy="402126"/>
              <a:chOff x="3967075" y="3040337"/>
              <a:chExt cx="1019927" cy="402126"/>
            </a:xfrm>
          </p:grpSpPr>
          <p:sp>
            <p:nvSpPr>
              <p:cNvPr id="9690" name="Google Shape;9690;p13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3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132"/>
            <p:cNvGrpSpPr/>
            <p:nvPr/>
          </p:nvGrpSpPr>
          <p:grpSpPr>
            <a:xfrm>
              <a:off x="4186700" y="3040337"/>
              <a:ext cx="390475" cy="183289"/>
              <a:chOff x="4186700" y="3040337"/>
              <a:chExt cx="390475" cy="183289"/>
            </a:xfrm>
          </p:grpSpPr>
          <p:sp>
            <p:nvSpPr>
              <p:cNvPr id="9693" name="Google Shape;9693;p13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3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132"/>
            <p:cNvGrpSpPr/>
            <p:nvPr/>
          </p:nvGrpSpPr>
          <p:grpSpPr>
            <a:xfrm>
              <a:off x="4073727" y="3040337"/>
              <a:ext cx="697794" cy="296263"/>
              <a:chOff x="4073727" y="3040337"/>
              <a:chExt cx="697794" cy="296263"/>
            </a:xfrm>
          </p:grpSpPr>
          <p:sp>
            <p:nvSpPr>
              <p:cNvPr id="9696" name="Google Shape;9696;p13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3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132"/>
            <p:cNvGrpSpPr/>
            <p:nvPr/>
          </p:nvGrpSpPr>
          <p:grpSpPr>
            <a:xfrm>
              <a:off x="3862800" y="3038525"/>
              <a:ext cx="1329006" cy="510698"/>
              <a:chOff x="3862800" y="3038525"/>
              <a:chExt cx="1329006" cy="510698"/>
            </a:xfrm>
          </p:grpSpPr>
          <p:sp>
            <p:nvSpPr>
              <p:cNvPr id="9699" name="Google Shape;9699;p13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3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1" name="Google Shape;9701;p132"/>
          <p:cNvGrpSpPr/>
          <p:nvPr/>
        </p:nvGrpSpPr>
        <p:grpSpPr>
          <a:xfrm>
            <a:off x="700150" y="970929"/>
            <a:ext cx="883205" cy="775176"/>
            <a:chOff x="649648" y="271400"/>
            <a:chExt cx="6215377" cy="5455143"/>
          </a:xfrm>
        </p:grpSpPr>
        <p:sp>
          <p:nvSpPr>
            <p:cNvPr id="9702" name="Google Shape;9702;p13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3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3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3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132"/>
          <p:cNvGrpSpPr/>
          <p:nvPr/>
        </p:nvGrpSpPr>
        <p:grpSpPr>
          <a:xfrm>
            <a:off x="2308452" y="970929"/>
            <a:ext cx="767704" cy="815489"/>
            <a:chOff x="2499700" y="1135950"/>
            <a:chExt cx="732402" cy="777990"/>
          </a:xfrm>
        </p:grpSpPr>
        <p:grpSp>
          <p:nvGrpSpPr>
            <p:cNvPr id="9715" name="Google Shape;9715;p132"/>
            <p:cNvGrpSpPr/>
            <p:nvPr/>
          </p:nvGrpSpPr>
          <p:grpSpPr>
            <a:xfrm>
              <a:off x="2499700" y="1135950"/>
              <a:ext cx="732402" cy="694705"/>
              <a:chOff x="2499700" y="1135950"/>
              <a:chExt cx="732402" cy="694705"/>
            </a:xfrm>
          </p:grpSpPr>
          <p:sp>
            <p:nvSpPr>
              <p:cNvPr id="9716" name="Google Shape;9716;p13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3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3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3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3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3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3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3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3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3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3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3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3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3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132"/>
            <p:cNvGrpSpPr/>
            <p:nvPr/>
          </p:nvGrpSpPr>
          <p:grpSpPr>
            <a:xfrm>
              <a:off x="2517909" y="1188726"/>
              <a:ext cx="702702" cy="725214"/>
              <a:chOff x="2517909" y="1188726"/>
              <a:chExt cx="702702" cy="725214"/>
            </a:xfrm>
          </p:grpSpPr>
          <p:sp>
            <p:nvSpPr>
              <p:cNvPr id="9744" name="Google Shape;9744;p13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3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3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3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9" name="Google Shape;9749;p132"/>
          <p:cNvGrpSpPr/>
          <p:nvPr/>
        </p:nvGrpSpPr>
        <p:grpSpPr>
          <a:xfrm>
            <a:off x="1654184" y="970929"/>
            <a:ext cx="583439" cy="870229"/>
            <a:chOff x="1716825" y="1121550"/>
            <a:chExt cx="622800" cy="928938"/>
          </a:xfrm>
        </p:grpSpPr>
        <p:grpSp>
          <p:nvGrpSpPr>
            <p:cNvPr id="9750" name="Google Shape;9750;p132"/>
            <p:cNvGrpSpPr/>
            <p:nvPr/>
          </p:nvGrpSpPr>
          <p:grpSpPr>
            <a:xfrm>
              <a:off x="1716825" y="1121550"/>
              <a:ext cx="622800" cy="928938"/>
              <a:chOff x="1716825" y="1121550"/>
              <a:chExt cx="622800" cy="928938"/>
            </a:xfrm>
          </p:grpSpPr>
          <p:cxnSp>
            <p:nvCxnSpPr>
              <p:cNvPr id="9751" name="Google Shape;9751;p13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752" name="Google Shape;9752;p13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132"/>
            <p:cNvGrpSpPr/>
            <p:nvPr/>
          </p:nvGrpSpPr>
          <p:grpSpPr>
            <a:xfrm>
              <a:off x="1768050" y="1172775"/>
              <a:ext cx="520200" cy="832000"/>
              <a:chOff x="1768050" y="1172775"/>
              <a:chExt cx="520200" cy="832000"/>
            </a:xfrm>
          </p:grpSpPr>
          <p:cxnSp>
            <p:nvCxnSpPr>
              <p:cNvPr id="9754" name="Google Shape;9754;p13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755" name="Google Shape;9755;p13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132"/>
            <p:cNvGrpSpPr/>
            <p:nvPr/>
          </p:nvGrpSpPr>
          <p:grpSpPr>
            <a:xfrm>
              <a:off x="1820100" y="1225475"/>
              <a:ext cx="416400" cy="729575"/>
              <a:chOff x="1820100" y="1225475"/>
              <a:chExt cx="416400" cy="729575"/>
            </a:xfrm>
          </p:grpSpPr>
          <p:cxnSp>
            <p:nvCxnSpPr>
              <p:cNvPr id="9757" name="Google Shape;9757;p13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758" name="Google Shape;9758;p13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132"/>
            <p:cNvGrpSpPr/>
            <p:nvPr/>
          </p:nvGrpSpPr>
          <p:grpSpPr>
            <a:xfrm>
              <a:off x="1874250" y="1278825"/>
              <a:ext cx="308100" cy="605275"/>
              <a:chOff x="1874250" y="1278825"/>
              <a:chExt cx="308100" cy="605275"/>
            </a:xfrm>
          </p:grpSpPr>
          <p:cxnSp>
            <p:nvCxnSpPr>
              <p:cNvPr id="9760" name="Google Shape;9760;p13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761" name="Google Shape;9761;p13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2" name="Google Shape;9762;p13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132"/>
          <p:cNvGrpSpPr/>
          <p:nvPr/>
        </p:nvGrpSpPr>
        <p:grpSpPr>
          <a:xfrm>
            <a:off x="1574007" y="1857250"/>
            <a:ext cx="739072" cy="714152"/>
            <a:chOff x="4334725" y="1355875"/>
            <a:chExt cx="3106650" cy="3001900"/>
          </a:xfrm>
        </p:grpSpPr>
        <p:grpSp>
          <p:nvGrpSpPr>
            <p:cNvPr id="9764" name="Google Shape;9764;p132"/>
            <p:cNvGrpSpPr/>
            <p:nvPr/>
          </p:nvGrpSpPr>
          <p:grpSpPr>
            <a:xfrm>
              <a:off x="4516050" y="1724875"/>
              <a:ext cx="2693725" cy="2632900"/>
              <a:chOff x="4516050" y="1724875"/>
              <a:chExt cx="2693725" cy="2632900"/>
            </a:xfrm>
          </p:grpSpPr>
          <p:sp>
            <p:nvSpPr>
              <p:cNvPr id="9765" name="Google Shape;9765;p13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3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132"/>
            <p:cNvGrpSpPr/>
            <p:nvPr/>
          </p:nvGrpSpPr>
          <p:grpSpPr>
            <a:xfrm>
              <a:off x="4334725" y="1355875"/>
              <a:ext cx="3106650" cy="2709650"/>
              <a:chOff x="4334725" y="1355875"/>
              <a:chExt cx="3106650" cy="2709650"/>
            </a:xfrm>
          </p:grpSpPr>
          <p:sp>
            <p:nvSpPr>
              <p:cNvPr id="9769" name="Google Shape;9769;p13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3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3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2" name="Google Shape;9772;p132"/>
          <p:cNvGrpSpPr/>
          <p:nvPr/>
        </p:nvGrpSpPr>
        <p:grpSpPr>
          <a:xfrm>
            <a:off x="7690956" y="3488021"/>
            <a:ext cx="312074" cy="684173"/>
            <a:chOff x="7645573" y="3754300"/>
            <a:chExt cx="293855" cy="644170"/>
          </a:xfrm>
        </p:grpSpPr>
        <p:sp>
          <p:nvSpPr>
            <p:cNvPr id="9773" name="Google Shape;9773;p13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3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132"/>
          <p:cNvGrpSpPr/>
          <p:nvPr/>
        </p:nvGrpSpPr>
        <p:grpSpPr>
          <a:xfrm>
            <a:off x="5612944" y="970929"/>
            <a:ext cx="709011" cy="739359"/>
            <a:chOff x="5830645" y="1256617"/>
            <a:chExt cx="530340" cy="553040"/>
          </a:xfrm>
        </p:grpSpPr>
        <p:grpSp>
          <p:nvGrpSpPr>
            <p:cNvPr id="9776" name="Google Shape;9776;p132"/>
            <p:cNvGrpSpPr/>
            <p:nvPr/>
          </p:nvGrpSpPr>
          <p:grpSpPr>
            <a:xfrm>
              <a:off x="5830645" y="1256617"/>
              <a:ext cx="259743" cy="269909"/>
              <a:chOff x="5830645" y="1256617"/>
              <a:chExt cx="259743" cy="269909"/>
            </a:xfrm>
          </p:grpSpPr>
          <p:sp>
            <p:nvSpPr>
              <p:cNvPr id="9777" name="Google Shape;9777;p13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3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132"/>
            <p:cNvGrpSpPr/>
            <p:nvPr/>
          </p:nvGrpSpPr>
          <p:grpSpPr>
            <a:xfrm>
              <a:off x="6101293" y="1256617"/>
              <a:ext cx="259692" cy="269909"/>
              <a:chOff x="6101293" y="1256617"/>
              <a:chExt cx="259692" cy="269909"/>
            </a:xfrm>
          </p:grpSpPr>
          <p:sp>
            <p:nvSpPr>
              <p:cNvPr id="9780" name="Google Shape;9780;p13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132"/>
            <p:cNvGrpSpPr/>
            <p:nvPr/>
          </p:nvGrpSpPr>
          <p:grpSpPr>
            <a:xfrm>
              <a:off x="5830645" y="1539749"/>
              <a:ext cx="259692" cy="269909"/>
              <a:chOff x="5830645" y="1539749"/>
              <a:chExt cx="259692" cy="269909"/>
            </a:xfrm>
          </p:grpSpPr>
          <p:sp>
            <p:nvSpPr>
              <p:cNvPr id="9783" name="Google Shape;9783;p13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3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132"/>
            <p:cNvGrpSpPr/>
            <p:nvPr/>
          </p:nvGrpSpPr>
          <p:grpSpPr>
            <a:xfrm>
              <a:off x="6101293" y="1539749"/>
              <a:ext cx="259692" cy="269909"/>
              <a:chOff x="6101293" y="1539749"/>
              <a:chExt cx="259692" cy="269909"/>
            </a:xfrm>
          </p:grpSpPr>
          <p:sp>
            <p:nvSpPr>
              <p:cNvPr id="9786" name="Google Shape;9786;p13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3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8" name="Google Shape;9788;p13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132"/>
          <p:cNvGrpSpPr/>
          <p:nvPr/>
        </p:nvGrpSpPr>
        <p:grpSpPr>
          <a:xfrm>
            <a:off x="714438" y="2707044"/>
            <a:ext cx="1452955" cy="621360"/>
            <a:chOff x="732422" y="2990152"/>
            <a:chExt cx="1337773" cy="572102"/>
          </a:xfrm>
        </p:grpSpPr>
        <p:sp>
          <p:nvSpPr>
            <p:cNvPr id="9790" name="Google Shape;9790;p13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3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3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3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3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3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9" name="Shape 9799"/>
        <p:cNvGrpSpPr/>
        <p:nvPr/>
      </p:nvGrpSpPr>
      <p:grpSpPr>
        <a:xfrm>
          <a:off x="0" y="0"/>
          <a:ext cx="0" cy="0"/>
          <a:chOff x="0" y="0"/>
          <a:chExt cx="0" cy="0"/>
        </a:xfrm>
      </p:grpSpPr>
      <p:grpSp>
        <p:nvGrpSpPr>
          <p:cNvPr id="9800" name="Google Shape;9800;p133"/>
          <p:cNvGrpSpPr/>
          <p:nvPr/>
        </p:nvGrpSpPr>
        <p:grpSpPr>
          <a:xfrm>
            <a:off x="708575" y="965865"/>
            <a:ext cx="1636117" cy="1526144"/>
            <a:chOff x="729238" y="1179665"/>
            <a:chExt cx="1636117" cy="1526144"/>
          </a:xfrm>
        </p:grpSpPr>
        <p:grpSp>
          <p:nvGrpSpPr>
            <p:cNvPr id="9801" name="Google Shape;9801;p133"/>
            <p:cNvGrpSpPr/>
            <p:nvPr/>
          </p:nvGrpSpPr>
          <p:grpSpPr>
            <a:xfrm>
              <a:off x="729238" y="1179665"/>
              <a:ext cx="80700" cy="1526144"/>
              <a:chOff x="729238" y="1179665"/>
              <a:chExt cx="80700" cy="1526144"/>
            </a:xfrm>
          </p:grpSpPr>
          <p:sp>
            <p:nvSpPr>
              <p:cNvPr id="9802" name="Google Shape;9802;p13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3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3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3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3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3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3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3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3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3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133"/>
            <p:cNvGrpSpPr/>
            <p:nvPr/>
          </p:nvGrpSpPr>
          <p:grpSpPr>
            <a:xfrm>
              <a:off x="903098" y="1179665"/>
              <a:ext cx="80700" cy="1526144"/>
              <a:chOff x="903098" y="1179665"/>
              <a:chExt cx="80700" cy="1526144"/>
            </a:xfrm>
          </p:grpSpPr>
          <p:sp>
            <p:nvSpPr>
              <p:cNvPr id="9813" name="Google Shape;9813;p13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3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3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3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3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3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3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3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3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3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133"/>
            <p:cNvGrpSpPr/>
            <p:nvPr/>
          </p:nvGrpSpPr>
          <p:grpSpPr>
            <a:xfrm>
              <a:off x="1076958" y="1179665"/>
              <a:ext cx="80700" cy="1526144"/>
              <a:chOff x="1076958" y="1179665"/>
              <a:chExt cx="80700" cy="1526144"/>
            </a:xfrm>
          </p:grpSpPr>
          <p:sp>
            <p:nvSpPr>
              <p:cNvPr id="9824" name="Google Shape;9824;p13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3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3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3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3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3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3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3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3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3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133"/>
            <p:cNvGrpSpPr/>
            <p:nvPr/>
          </p:nvGrpSpPr>
          <p:grpSpPr>
            <a:xfrm>
              <a:off x="1247707" y="1179665"/>
              <a:ext cx="80700" cy="1526144"/>
              <a:chOff x="1247707" y="1179665"/>
              <a:chExt cx="80700" cy="1526144"/>
            </a:xfrm>
          </p:grpSpPr>
          <p:sp>
            <p:nvSpPr>
              <p:cNvPr id="9835" name="Google Shape;9835;p13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3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3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3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3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3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3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3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3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3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133"/>
            <p:cNvGrpSpPr/>
            <p:nvPr/>
          </p:nvGrpSpPr>
          <p:grpSpPr>
            <a:xfrm>
              <a:off x="1421567" y="1179665"/>
              <a:ext cx="80700" cy="1526144"/>
              <a:chOff x="1421567" y="1179665"/>
              <a:chExt cx="80700" cy="1526144"/>
            </a:xfrm>
          </p:grpSpPr>
          <p:sp>
            <p:nvSpPr>
              <p:cNvPr id="9846" name="Google Shape;9846;p13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3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3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3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3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3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3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3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3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3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133"/>
            <p:cNvGrpSpPr/>
            <p:nvPr/>
          </p:nvGrpSpPr>
          <p:grpSpPr>
            <a:xfrm>
              <a:off x="1592327" y="1179665"/>
              <a:ext cx="80700" cy="1526144"/>
              <a:chOff x="1592327" y="1179665"/>
              <a:chExt cx="80700" cy="1526144"/>
            </a:xfrm>
          </p:grpSpPr>
          <p:sp>
            <p:nvSpPr>
              <p:cNvPr id="9857" name="Google Shape;9857;p13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3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3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3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3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3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3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3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3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3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133"/>
            <p:cNvGrpSpPr/>
            <p:nvPr/>
          </p:nvGrpSpPr>
          <p:grpSpPr>
            <a:xfrm>
              <a:off x="1766187" y="1179665"/>
              <a:ext cx="80700" cy="1526144"/>
              <a:chOff x="1766187" y="1179665"/>
              <a:chExt cx="80700" cy="1526144"/>
            </a:xfrm>
          </p:grpSpPr>
          <p:sp>
            <p:nvSpPr>
              <p:cNvPr id="9868" name="Google Shape;9868;p13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3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3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3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3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3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3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3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3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3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133"/>
            <p:cNvGrpSpPr/>
            <p:nvPr/>
          </p:nvGrpSpPr>
          <p:grpSpPr>
            <a:xfrm>
              <a:off x="1936935" y="1179665"/>
              <a:ext cx="80700" cy="1526144"/>
              <a:chOff x="1936935" y="1179665"/>
              <a:chExt cx="80700" cy="1526144"/>
            </a:xfrm>
          </p:grpSpPr>
          <p:sp>
            <p:nvSpPr>
              <p:cNvPr id="9879" name="Google Shape;9879;p13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3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3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3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3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3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3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3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133"/>
            <p:cNvGrpSpPr/>
            <p:nvPr/>
          </p:nvGrpSpPr>
          <p:grpSpPr>
            <a:xfrm>
              <a:off x="2110795" y="1179665"/>
              <a:ext cx="80700" cy="1526144"/>
              <a:chOff x="2110795" y="1179665"/>
              <a:chExt cx="80700" cy="1526144"/>
            </a:xfrm>
          </p:grpSpPr>
          <p:sp>
            <p:nvSpPr>
              <p:cNvPr id="9890" name="Google Shape;9890;p13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3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3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3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3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133"/>
            <p:cNvGrpSpPr/>
            <p:nvPr/>
          </p:nvGrpSpPr>
          <p:grpSpPr>
            <a:xfrm>
              <a:off x="2284655" y="1179665"/>
              <a:ext cx="80700" cy="1526144"/>
              <a:chOff x="2284655" y="1179665"/>
              <a:chExt cx="80700" cy="1526144"/>
            </a:xfrm>
          </p:grpSpPr>
          <p:sp>
            <p:nvSpPr>
              <p:cNvPr id="9901" name="Google Shape;9901;p13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3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3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3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3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3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3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1" name="Google Shape;9911;p133"/>
          <p:cNvGrpSpPr/>
          <p:nvPr/>
        </p:nvGrpSpPr>
        <p:grpSpPr>
          <a:xfrm>
            <a:off x="2603242" y="985003"/>
            <a:ext cx="1364248" cy="1102133"/>
            <a:chOff x="2623904" y="1198803"/>
            <a:chExt cx="1364248" cy="1102133"/>
          </a:xfrm>
        </p:grpSpPr>
        <p:grpSp>
          <p:nvGrpSpPr>
            <p:cNvPr id="9912" name="Google Shape;9912;p133"/>
            <p:cNvGrpSpPr/>
            <p:nvPr/>
          </p:nvGrpSpPr>
          <p:grpSpPr>
            <a:xfrm>
              <a:off x="2623907" y="1198803"/>
              <a:ext cx="1364245" cy="273000"/>
              <a:chOff x="2623907" y="1198803"/>
              <a:chExt cx="1364245" cy="273000"/>
            </a:xfrm>
          </p:grpSpPr>
          <p:sp>
            <p:nvSpPr>
              <p:cNvPr id="9913" name="Google Shape;9913;p13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3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133"/>
            <p:cNvGrpSpPr/>
            <p:nvPr/>
          </p:nvGrpSpPr>
          <p:grpSpPr>
            <a:xfrm>
              <a:off x="2623904" y="1476964"/>
              <a:ext cx="1364245" cy="273000"/>
              <a:chOff x="2623904" y="1476964"/>
              <a:chExt cx="1364245" cy="273000"/>
            </a:xfrm>
          </p:grpSpPr>
          <p:sp>
            <p:nvSpPr>
              <p:cNvPr id="9919" name="Google Shape;9919;p13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133"/>
            <p:cNvGrpSpPr/>
            <p:nvPr/>
          </p:nvGrpSpPr>
          <p:grpSpPr>
            <a:xfrm>
              <a:off x="2623907" y="1749775"/>
              <a:ext cx="1364245" cy="273000"/>
              <a:chOff x="2623907" y="1749775"/>
              <a:chExt cx="1364245" cy="273000"/>
            </a:xfrm>
          </p:grpSpPr>
          <p:sp>
            <p:nvSpPr>
              <p:cNvPr id="9925" name="Google Shape;9925;p13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3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3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3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3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133"/>
            <p:cNvGrpSpPr/>
            <p:nvPr/>
          </p:nvGrpSpPr>
          <p:grpSpPr>
            <a:xfrm>
              <a:off x="2623904" y="2027936"/>
              <a:ext cx="1364245" cy="273000"/>
              <a:chOff x="2623904" y="2027936"/>
              <a:chExt cx="1364245" cy="273000"/>
            </a:xfrm>
          </p:grpSpPr>
          <p:sp>
            <p:nvSpPr>
              <p:cNvPr id="9931" name="Google Shape;9931;p13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3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3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3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6" name="Google Shape;9936;p133"/>
          <p:cNvGrpSpPr/>
          <p:nvPr/>
        </p:nvGrpSpPr>
        <p:grpSpPr>
          <a:xfrm>
            <a:off x="2592703" y="2444186"/>
            <a:ext cx="1387541" cy="159124"/>
            <a:chOff x="3200660" y="2180272"/>
            <a:chExt cx="2563824" cy="378237"/>
          </a:xfrm>
        </p:grpSpPr>
        <p:sp>
          <p:nvSpPr>
            <p:cNvPr id="9937" name="Google Shape;9937;p13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3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3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3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3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3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3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3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3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3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3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3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3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3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3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3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3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133"/>
          <p:cNvGrpSpPr/>
          <p:nvPr/>
        </p:nvGrpSpPr>
        <p:grpSpPr>
          <a:xfrm>
            <a:off x="2589227" y="2722011"/>
            <a:ext cx="1390502" cy="159625"/>
            <a:chOff x="3530150" y="2790075"/>
            <a:chExt cx="1962600" cy="225300"/>
          </a:xfrm>
        </p:grpSpPr>
        <p:sp>
          <p:nvSpPr>
            <p:cNvPr id="9956" name="Google Shape;9956;p13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133"/>
          <p:cNvGrpSpPr/>
          <p:nvPr/>
        </p:nvGrpSpPr>
        <p:grpSpPr>
          <a:xfrm>
            <a:off x="2589880" y="3000337"/>
            <a:ext cx="1411629" cy="153761"/>
            <a:chOff x="3558802" y="4011427"/>
            <a:chExt cx="1866000" cy="111300"/>
          </a:xfrm>
        </p:grpSpPr>
        <p:sp>
          <p:nvSpPr>
            <p:cNvPr id="9959" name="Google Shape;9959;p13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133"/>
          <p:cNvGrpSpPr/>
          <p:nvPr/>
        </p:nvGrpSpPr>
        <p:grpSpPr>
          <a:xfrm>
            <a:off x="2589573" y="2205736"/>
            <a:ext cx="1383503" cy="119749"/>
            <a:chOff x="3465975" y="2270276"/>
            <a:chExt cx="1986364" cy="171929"/>
          </a:xfrm>
        </p:grpSpPr>
        <p:sp>
          <p:nvSpPr>
            <p:cNvPr id="9962" name="Google Shape;9962;p13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3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3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3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3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3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3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133"/>
          <p:cNvGrpSpPr/>
          <p:nvPr/>
        </p:nvGrpSpPr>
        <p:grpSpPr>
          <a:xfrm>
            <a:off x="2600580" y="3569387"/>
            <a:ext cx="1369531" cy="195460"/>
            <a:chOff x="723300" y="4253549"/>
            <a:chExt cx="2276482" cy="324900"/>
          </a:xfrm>
        </p:grpSpPr>
        <p:sp>
          <p:nvSpPr>
            <p:cNvPr id="9971" name="Google Shape;9971;p13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3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3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3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3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133"/>
          <p:cNvGrpSpPr/>
          <p:nvPr/>
        </p:nvGrpSpPr>
        <p:grpSpPr>
          <a:xfrm>
            <a:off x="2590141" y="3270567"/>
            <a:ext cx="1389066" cy="180119"/>
            <a:chOff x="705948" y="3788465"/>
            <a:chExt cx="2308953" cy="299400"/>
          </a:xfrm>
        </p:grpSpPr>
        <p:sp>
          <p:nvSpPr>
            <p:cNvPr id="9977" name="Google Shape;9977;p13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3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3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3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3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133"/>
          <p:cNvGrpSpPr/>
          <p:nvPr/>
        </p:nvGrpSpPr>
        <p:grpSpPr>
          <a:xfrm>
            <a:off x="2638078" y="3883547"/>
            <a:ext cx="1304609" cy="294074"/>
            <a:chOff x="2658741" y="4097347"/>
            <a:chExt cx="1304609" cy="294074"/>
          </a:xfrm>
        </p:grpSpPr>
        <p:grpSp>
          <p:nvGrpSpPr>
            <p:cNvPr id="9983" name="Google Shape;9983;p133"/>
            <p:cNvGrpSpPr/>
            <p:nvPr/>
          </p:nvGrpSpPr>
          <p:grpSpPr>
            <a:xfrm>
              <a:off x="2658741" y="4097347"/>
              <a:ext cx="118572" cy="294074"/>
              <a:chOff x="3343310" y="4475555"/>
              <a:chExt cx="127717" cy="316753"/>
            </a:xfrm>
          </p:grpSpPr>
          <p:sp>
            <p:nvSpPr>
              <p:cNvPr id="9984" name="Google Shape;9984;p13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3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133"/>
            <p:cNvGrpSpPr/>
            <p:nvPr/>
          </p:nvGrpSpPr>
          <p:grpSpPr>
            <a:xfrm>
              <a:off x="3815519" y="4098388"/>
              <a:ext cx="147831" cy="291991"/>
              <a:chOff x="3527539" y="4476677"/>
              <a:chExt cx="159232" cy="314510"/>
            </a:xfrm>
          </p:grpSpPr>
          <p:sp>
            <p:nvSpPr>
              <p:cNvPr id="9987" name="Google Shape;9987;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133"/>
            <p:cNvGrpSpPr/>
            <p:nvPr/>
          </p:nvGrpSpPr>
          <p:grpSpPr>
            <a:xfrm>
              <a:off x="3511696" y="4098388"/>
              <a:ext cx="147831" cy="291991"/>
              <a:chOff x="3527539" y="4476677"/>
              <a:chExt cx="159232" cy="314510"/>
            </a:xfrm>
          </p:grpSpPr>
          <p:sp>
            <p:nvSpPr>
              <p:cNvPr id="9990" name="Google Shape;9990;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133"/>
            <p:cNvGrpSpPr/>
            <p:nvPr/>
          </p:nvGrpSpPr>
          <p:grpSpPr>
            <a:xfrm>
              <a:off x="3207874" y="4098388"/>
              <a:ext cx="147831" cy="291991"/>
              <a:chOff x="3527539" y="4476677"/>
              <a:chExt cx="159232" cy="314510"/>
            </a:xfrm>
          </p:grpSpPr>
          <p:sp>
            <p:nvSpPr>
              <p:cNvPr id="9993" name="Google Shape;9993;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133"/>
            <p:cNvGrpSpPr/>
            <p:nvPr/>
          </p:nvGrpSpPr>
          <p:grpSpPr>
            <a:xfrm>
              <a:off x="2933305" y="4097347"/>
              <a:ext cx="118572" cy="294074"/>
              <a:chOff x="3343310" y="4475555"/>
              <a:chExt cx="127717" cy="316753"/>
            </a:xfrm>
          </p:grpSpPr>
          <p:sp>
            <p:nvSpPr>
              <p:cNvPr id="9996" name="Google Shape;9996;p13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3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98" name="Google Shape;9998;p133"/>
          <p:cNvGrpSpPr/>
          <p:nvPr/>
        </p:nvGrpSpPr>
        <p:grpSpPr>
          <a:xfrm>
            <a:off x="4256908" y="1866669"/>
            <a:ext cx="1433821" cy="191501"/>
            <a:chOff x="4273350" y="2080469"/>
            <a:chExt cx="1433821" cy="191501"/>
          </a:xfrm>
        </p:grpSpPr>
        <p:grpSp>
          <p:nvGrpSpPr>
            <p:cNvPr id="9999" name="Google Shape;9999;p133"/>
            <p:cNvGrpSpPr/>
            <p:nvPr/>
          </p:nvGrpSpPr>
          <p:grpSpPr>
            <a:xfrm>
              <a:off x="4273350" y="2080469"/>
              <a:ext cx="1433821" cy="0"/>
              <a:chOff x="5224975" y="2962250"/>
              <a:chExt cx="1544400" cy="0"/>
            </a:xfrm>
          </p:grpSpPr>
          <p:cxnSp>
            <p:nvCxnSpPr>
              <p:cNvPr id="10000" name="Google Shape;10000;p13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01" name="Google Shape;10001;p13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002" name="Google Shape;10002;p133"/>
            <p:cNvGrpSpPr/>
            <p:nvPr/>
          </p:nvGrpSpPr>
          <p:grpSpPr>
            <a:xfrm>
              <a:off x="4273350" y="2271969"/>
              <a:ext cx="1433821" cy="0"/>
              <a:chOff x="5224975" y="2962250"/>
              <a:chExt cx="1544400" cy="0"/>
            </a:xfrm>
          </p:grpSpPr>
          <p:cxnSp>
            <p:nvCxnSpPr>
              <p:cNvPr id="10003" name="Google Shape;10003;p13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04" name="Google Shape;10004;p13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005" name="Google Shape;10005;p133"/>
          <p:cNvGrpSpPr/>
          <p:nvPr/>
        </p:nvGrpSpPr>
        <p:grpSpPr>
          <a:xfrm>
            <a:off x="4258463" y="969236"/>
            <a:ext cx="1430711" cy="743389"/>
            <a:chOff x="5159450" y="1919950"/>
            <a:chExt cx="1541050" cy="862500"/>
          </a:xfrm>
        </p:grpSpPr>
        <p:sp>
          <p:nvSpPr>
            <p:cNvPr id="10006" name="Google Shape;10006;p13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007" name="Google Shape;10007;p133"/>
            <p:cNvGrpSpPr/>
            <p:nvPr/>
          </p:nvGrpSpPr>
          <p:grpSpPr>
            <a:xfrm>
              <a:off x="5159450" y="1919950"/>
              <a:ext cx="1541050" cy="862500"/>
              <a:chOff x="5159450" y="1919950"/>
              <a:chExt cx="1541050" cy="862500"/>
            </a:xfrm>
          </p:grpSpPr>
          <p:cxnSp>
            <p:nvCxnSpPr>
              <p:cNvPr id="10008" name="Google Shape;10008;p13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009" name="Google Shape;10009;p13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010" name="Google Shape;10010;p133"/>
          <p:cNvGrpSpPr/>
          <p:nvPr/>
        </p:nvGrpSpPr>
        <p:grpSpPr>
          <a:xfrm>
            <a:off x="4248577" y="2192564"/>
            <a:ext cx="1450484" cy="1052087"/>
            <a:chOff x="5230575" y="1554475"/>
            <a:chExt cx="2137150" cy="1550150"/>
          </a:xfrm>
        </p:grpSpPr>
        <p:sp>
          <p:nvSpPr>
            <p:cNvPr id="10011" name="Google Shape;10011;p13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3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3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3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3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3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3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3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3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3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3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3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133"/>
          <p:cNvGrpSpPr/>
          <p:nvPr/>
        </p:nvGrpSpPr>
        <p:grpSpPr>
          <a:xfrm rot="10800000">
            <a:off x="4265127" y="3284753"/>
            <a:ext cx="1417383" cy="887946"/>
            <a:chOff x="5645403" y="2920021"/>
            <a:chExt cx="2650800" cy="2180614"/>
          </a:xfrm>
        </p:grpSpPr>
        <p:sp>
          <p:nvSpPr>
            <p:cNvPr id="10025" name="Google Shape;10025;p13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6" name="Google Shape;10026;p133"/>
            <p:cNvCxnSpPr>
              <a:stCxn id="1002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027" name="Google Shape;10027;p13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8" name="Google Shape;10028;p133"/>
            <p:cNvCxnSpPr>
              <a:endCxn id="1002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029" name="Google Shape;10029;p13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0" name="Google Shape;10030;p133"/>
            <p:cNvCxnSpPr>
              <a:stCxn id="1002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031" name="Google Shape;10031;p13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2" name="Google Shape;10032;p133"/>
            <p:cNvCxnSpPr>
              <a:endCxn id="1003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033" name="Google Shape;10033;p133"/>
          <p:cNvGrpSpPr/>
          <p:nvPr/>
        </p:nvGrpSpPr>
        <p:grpSpPr>
          <a:xfrm>
            <a:off x="7365487" y="2188108"/>
            <a:ext cx="1071743" cy="1021579"/>
            <a:chOff x="7189833" y="2022667"/>
            <a:chExt cx="1251159" cy="1192597"/>
          </a:xfrm>
        </p:grpSpPr>
        <p:sp>
          <p:nvSpPr>
            <p:cNvPr id="10034" name="Google Shape;10034;p13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3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3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3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133"/>
          <p:cNvGrpSpPr/>
          <p:nvPr/>
        </p:nvGrpSpPr>
        <p:grpSpPr>
          <a:xfrm>
            <a:off x="706758" y="2614515"/>
            <a:ext cx="1695374" cy="1560837"/>
            <a:chOff x="727421" y="2828315"/>
            <a:chExt cx="1695374" cy="1560837"/>
          </a:xfrm>
        </p:grpSpPr>
        <p:grpSp>
          <p:nvGrpSpPr>
            <p:cNvPr id="10039" name="Google Shape;10039;p133"/>
            <p:cNvGrpSpPr/>
            <p:nvPr/>
          </p:nvGrpSpPr>
          <p:grpSpPr>
            <a:xfrm>
              <a:off x="819108" y="2882501"/>
              <a:ext cx="103104" cy="1426186"/>
              <a:chOff x="4674013" y="3100904"/>
              <a:chExt cx="122758" cy="1698043"/>
            </a:xfrm>
          </p:grpSpPr>
          <p:sp>
            <p:nvSpPr>
              <p:cNvPr id="10040" name="Google Shape;10040;p13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3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3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3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3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3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133"/>
            <p:cNvGrpSpPr/>
            <p:nvPr/>
          </p:nvGrpSpPr>
          <p:grpSpPr>
            <a:xfrm>
              <a:off x="1062475" y="2882501"/>
              <a:ext cx="103104" cy="1426186"/>
              <a:chOff x="4940438" y="3100904"/>
              <a:chExt cx="122758" cy="1698043"/>
            </a:xfrm>
          </p:grpSpPr>
          <p:sp>
            <p:nvSpPr>
              <p:cNvPr id="10048" name="Google Shape;10048;p13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3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3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3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3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3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3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133"/>
            <p:cNvGrpSpPr/>
            <p:nvPr/>
          </p:nvGrpSpPr>
          <p:grpSpPr>
            <a:xfrm>
              <a:off x="1299324" y="2882501"/>
              <a:ext cx="103104" cy="1426186"/>
              <a:chOff x="5206863" y="3100904"/>
              <a:chExt cx="122758" cy="1698043"/>
            </a:xfrm>
          </p:grpSpPr>
          <p:sp>
            <p:nvSpPr>
              <p:cNvPr id="10056" name="Google Shape;10056;p13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3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3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3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3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3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3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133"/>
            <p:cNvGrpSpPr/>
            <p:nvPr/>
          </p:nvGrpSpPr>
          <p:grpSpPr>
            <a:xfrm>
              <a:off x="1786057" y="2882501"/>
              <a:ext cx="103104" cy="1426186"/>
              <a:chOff x="6006138" y="3143629"/>
              <a:chExt cx="122758" cy="1698043"/>
            </a:xfrm>
          </p:grpSpPr>
          <p:sp>
            <p:nvSpPr>
              <p:cNvPr id="10064" name="Google Shape;10064;p13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3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3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3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3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3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3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133"/>
            <p:cNvGrpSpPr/>
            <p:nvPr/>
          </p:nvGrpSpPr>
          <p:grpSpPr>
            <a:xfrm>
              <a:off x="2029422" y="2882501"/>
              <a:ext cx="103104" cy="1426186"/>
              <a:chOff x="6805413" y="3100904"/>
              <a:chExt cx="122758" cy="1698043"/>
            </a:xfrm>
          </p:grpSpPr>
          <p:sp>
            <p:nvSpPr>
              <p:cNvPr id="10072" name="Google Shape;10072;p13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3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3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3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3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3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133"/>
            <p:cNvGrpSpPr/>
            <p:nvPr/>
          </p:nvGrpSpPr>
          <p:grpSpPr>
            <a:xfrm>
              <a:off x="727421" y="2828315"/>
              <a:ext cx="1695374" cy="1560837"/>
              <a:chOff x="734799" y="2782450"/>
              <a:chExt cx="1571100" cy="1577400"/>
            </a:xfrm>
          </p:grpSpPr>
          <p:cxnSp>
            <p:nvCxnSpPr>
              <p:cNvPr id="10080" name="Google Shape;10080;p13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081" name="Google Shape;10081;p13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082" name="Google Shape;10082;p133"/>
            <p:cNvGrpSpPr/>
            <p:nvPr/>
          </p:nvGrpSpPr>
          <p:grpSpPr>
            <a:xfrm>
              <a:off x="2272795" y="2882501"/>
              <a:ext cx="103104" cy="1426186"/>
              <a:chOff x="5206863" y="3100904"/>
              <a:chExt cx="122758" cy="1698043"/>
            </a:xfrm>
          </p:grpSpPr>
          <p:sp>
            <p:nvSpPr>
              <p:cNvPr id="10083" name="Google Shape;10083;p13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3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3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3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133"/>
            <p:cNvGrpSpPr/>
            <p:nvPr/>
          </p:nvGrpSpPr>
          <p:grpSpPr>
            <a:xfrm>
              <a:off x="1542694" y="2882501"/>
              <a:ext cx="103104" cy="1426186"/>
              <a:chOff x="6006138" y="3143629"/>
              <a:chExt cx="122758" cy="1698043"/>
            </a:xfrm>
          </p:grpSpPr>
          <p:sp>
            <p:nvSpPr>
              <p:cNvPr id="10091" name="Google Shape;10091;p13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3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3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3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3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3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3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8" name="Google Shape;10098;p133"/>
          <p:cNvGrpSpPr/>
          <p:nvPr/>
        </p:nvGrpSpPr>
        <p:grpSpPr>
          <a:xfrm>
            <a:off x="5915338" y="2192087"/>
            <a:ext cx="1248543" cy="1025319"/>
            <a:chOff x="5183758" y="1210600"/>
            <a:chExt cx="3605380" cy="2960783"/>
          </a:xfrm>
        </p:grpSpPr>
        <p:sp>
          <p:nvSpPr>
            <p:cNvPr id="10099" name="Google Shape;10099;p13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3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3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3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3" name="Google Shape;10103;p13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104" name="Google Shape;10104;p13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105" name="Google Shape;10105;p13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106" name="Google Shape;10106;p13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107" name="Google Shape;10107;p13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133"/>
          <p:cNvGrpSpPr/>
          <p:nvPr/>
        </p:nvGrpSpPr>
        <p:grpSpPr>
          <a:xfrm>
            <a:off x="5772399" y="3330404"/>
            <a:ext cx="2664831" cy="843440"/>
            <a:chOff x="5916567" y="1099697"/>
            <a:chExt cx="2556683" cy="809211"/>
          </a:xfrm>
        </p:grpSpPr>
        <p:sp>
          <p:nvSpPr>
            <p:cNvPr id="10109" name="Google Shape;10109;p13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3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3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3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3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3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3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3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133"/>
          <p:cNvGrpSpPr/>
          <p:nvPr/>
        </p:nvGrpSpPr>
        <p:grpSpPr>
          <a:xfrm>
            <a:off x="5879940" y="979263"/>
            <a:ext cx="1299851" cy="1023338"/>
            <a:chOff x="5900602" y="1193063"/>
            <a:chExt cx="1299851" cy="1023338"/>
          </a:xfrm>
        </p:grpSpPr>
        <p:grpSp>
          <p:nvGrpSpPr>
            <p:cNvPr id="10118" name="Google Shape;10118;p133"/>
            <p:cNvGrpSpPr/>
            <p:nvPr/>
          </p:nvGrpSpPr>
          <p:grpSpPr>
            <a:xfrm>
              <a:off x="6743564" y="1193063"/>
              <a:ext cx="456889" cy="700379"/>
              <a:chOff x="6743564" y="1193063"/>
              <a:chExt cx="456889" cy="700379"/>
            </a:xfrm>
          </p:grpSpPr>
          <p:grpSp>
            <p:nvGrpSpPr>
              <p:cNvPr id="10119" name="Google Shape;10119;p133"/>
              <p:cNvGrpSpPr/>
              <p:nvPr/>
            </p:nvGrpSpPr>
            <p:grpSpPr>
              <a:xfrm>
                <a:off x="6743564" y="1690731"/>
                <a:ext cx="214402" cy="202710"/>
                <a:chOff x="6743564" y="1690731"/>
                <a:chExt cx="214402" cy="202710"/>
              </a:xfrm>
            </p:grpSpPr>
            <p:sp>
              <p:nvSpPr>
                <p:cNvPr id="10120" name="Google Shape;10120;p13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3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133"/>
              <p:cNvGrpSpPr/>
              <p:nvPr/>
            </p:nvGrpSpPr>
            <p:grpSpPr>
              <a:xfrm>
                <a:off x="6915505" y="1193063"/>
                <a:ext cx="284947" cy="589637"/>
                <a:chOff x="6915505" y="1193063"/>
                <a:chExt cx="284947" cy="589637"/>
              </a:xfrm>
            </p:grpSpPr>
            <p:sp>
              <p:nvSpPr>
                <p:cNvPr id="10123" name="Google Shape;10123;p13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24" name="Google Shape;10124;p13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25" name="Google Shape;10125;p133"/>
            <p:cNvGrpSpPr/>
            <p:nvPr/>
          </p:nvGrpSpPr>
          <p:grpSpPr>
            <a:xfrm>
              <a:off x="6520337" y="1193063"/>
              <a:ext cx="341815" cy="801589"/>
              <a:chOff x="6520337" y="1193063"/>
              <a:chExt cx="341815" cy="801589"/>
            </a:xfrm>
          </p:grpSpPr>
          <p:grpSp>
            <p:nvGrpSpPr>
              <p:cNvPr id="10126" name="Google Shape;10126;p133"/>
              <p:cNvGrpSpPr/>
              <p:nvPr/>
            </p:nvGrpSpPr>
            <p:grpSpPr>
              <a:xfrm>
                <a:off x="6520337" y="1589527"/>
                <a:ext cx="213950" cy="405125"/>
                <a:chOff x="6520337" y="1589527"/>
                <a:chExt cx="213950" cy="405125"/>
              </a:xfrm>
            </p:grpSpPr>
            <p:sp>
              <p:nvSpPr>
                <p:cNvPr id="10127" name="Google Shape;10127;p13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3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133"/>
              <p:cNvGrpSpPr/>
              <p:nvPr/>
            </p:nvGrpSpPr>
            <p:grpSpPr>
              <a:xfrm>
                <a:off x="6577204" y="1193063"/>
                <a:ext cx="284947" cy="453562"/>
                <a:chOff x="6577204" y="1193063"/>
                <a:chExt cx="284947" cy="453562"/>
              </a:xfrm>
            </p:grpSpPr>
            <p:sp>
              <p:nvSpPr>
                <p:cNvPr id="10130" name="Google Shape;10130;p13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1" name="Google Shape;10131;p13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32" name="Google Shape;10132;p133"/>
            <p:cNvGrpSpPr/>
            <p:nvPr/>
          </p:nvGrpSpPr>
          <p:grpSpPr>
            <a:xfrm>
              <a:off x="6238903" y="1193063"/>
              <a:ext cx="300475" cy="901782"/>
              <a:chOff x="6238903" y="1193063"/>
              <a:chExt cx="300475" cy="901782"/>
            </a:xfrm>
          </p:grpSpPr>
          <p:grpSp>
            <p:nvGrpSpPr>
              <p:cNvPr id="10133" name="Google Shape;10133;p133"/>
              <p:cNvGrpSpPr/>
              <p:nvPr/>
            </p:nvGrpSpPr>
            <p:grpSpPr>
              <a:xfrm>
                <a:off x="6290865" y="1489315"/>
                <a:ext cx="248514" cy="605530"/>
                <a:chOff x="6290865" y="1489315"/>
                <a:chExt cx="248514" cy="605530"/>
              </a:xfrm>
            </p:grpSpPr>
            <p:sp>
              <p:nvSpPr>
                <p:cNvPr id="10134" name="Google Shape;10134;p13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3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133"/>
              <p:cNvGrpSpPr/>
              <p:nvPr/>
            </p:nvGrpSpPr>
            <p:grpSpPr>
              <a:xfrm>
                <a:off x="6238903" y="1193063"/>
                <a:ext cx="284947" cy="327512"/>
                <a:chOff x="6238903" y="1193063"/>
                <a:chExt cx="284947" cy="327512"/>
              </a:xfrm>
            </p:grpSpPr>
            <p:sp>
              <p:nvSpPr>
                <p:cNvPr id="10137" name="Google Shape;10137;p13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8" name="Google Shape;10138;p13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39" name="Google Shape;10139;p133"/>
            <p:cNvGrpSpPr/>
            <p:nvPr/>
          </p:nvGrpSpPr>
          <p:grpSpPr>
            <a:xfrm>
              <a:off x="5900602" y="1193063"/>
              <a:ext cx="444345" cy="1023338"/>
              <a:chOff x="5900602" y="1193063"/>
              <a:chExt cx="444345" cy="1023338"/>
            </a:xfrm>
          </p:grpSpPr>
          <p:grpSp>
            <p:nvGrpSpPr>
              <p:cNvPr id="10140" name="Google Shape;10140;p133"/>
              <p:cNvGrpSpPr/>
              <p:nvPr/>
            </p:nvGrpSpPr>
            <p:grpSpPr>
              <a:xfrm>
                <a:off x="6046501" y="1367785"/>
                <a:ext cx="298446" cy="848616"/>
                <a:chOff x="6046501" y="1367785"/>
                <a:chExt cx="298446" cy="848616"/>
              </a:xfrm>
            </p:grpSpPr>
            <p:sp>
              <p:nvSpPr>
                <p:cNvPr id="10141" name="Google Shape;10141;p13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3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133"/>
              <p:cNvGrpSpPr/>
              <p:nvPr/>
            </p:nvGrpSpPr>
            <p:grpSpPr>
              <a:xfrm>
                <a:off x="5900602" y="1193063"/>
                <a:ext cx="284947" cy="182312"/>
                <a:chOff x="5900602" y="1193063"/>
                <a:chExt cx="284947" cy="182312"/>
              </a:xfrm>
            </p:grpSpPr>
            <p:sp>
              <p:nvSpPr>
                <p:cNvPr id="10144" name="Google Shape;10144;p13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5" name="Google Shape;10145;p13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146" name="Google Shape;10146;p133"/>
          <p:cNvGrpSpPr/>
          <p:nvPr/>
        </p:nvGrpSpPr>
        <p:grpSpPr>
          <a:xfrm>
            <a:off x="7217822" y="979408"/>
            <a:ext cx="1219413" cy="1051365"/>
            <a:chOff x="7287122" y="1165658"/>
            <a:chExt cx="1219413" cy="1051365"/>
          </a:xfrm>
        </p:grpSpPr>
        <p:grpSp>
          <p:nvGrpSpPr>
            <p:cNvPr id="10147" name="Google Shape;10147;p133"/>
            <p:cNvGrpSpPr/>
            <p:nvPr/>
          </p:nvGrpSpPr>
          <p:grpSpPr>
            <a:xfrm>
              <a:off x="7287122" y="1969723"/>
              <a:ext cx="1219413" cy="247300"/>
              <a:chOff x="7287122" y="1969723"/>
              <a:chExt cx="1219413" cy="247300"/>
            </a:xfrm>
          </p:grpSpPr>
          <p:sp>
            <p:nvSpPr>
              <p:cNvPr id="10148" name="Google Shape;10148;p13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9" name="Google Shape;10149;p133"/>
              <p:cNvGrpSpPr/>
              <p:nvPr/>
            </p:nvGrpSpPr>
            <p:grpSpPr>
              <a:xfrm>
                <a:off x="7287122" y="2063892"/>
                <a:ext cx="1151753" cy="73428"/>
                <a:chOff x="7287122" y="2063892"/>
                <a:chExt cx="1151753" cy="73428"/>
              </a:xfrm>
            </p:grpSpPr>
            <p:sp>
              <p:nvSpPr>
                <p:cNvPr id="10150" name="Google Shape;10150;p13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1" name="Google Shape;10151;p13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52" name="Google Shape;10152;p133"/>
            <p:cNvGrpSpPr/>
            <p:nvPr/>
          </p:nvGrpSpPr>
          <p:grpSpPr>
            <a:xfrm>
              <a:off x="7287122" y="1712201"/>
              <a:ext cx="1219403" cy="246767"/>
              <a:chOff x="7287122" y="1712201"/>
              <a:chExt cx="1219403" cy="246767"/>
            </a:xfrm>
          </p:grpSpPr>
          <p:sp>
            <p:nvSpPr>
              <p:cNvPr id="10153" name="Google Shape;10153;p13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133"/>
              <p:cNvGrpSpPr/>
              <p:nvPr/>
            </p:nvGrpSpPr>
            <p:grpSpPr>
              <a:xfrm>
                <a:off x="7287122" y="1842861"/>
                <a:ext cx="1005303" cy="73419"/>
                <a:chOff x="7287122" y="1842861"/>
                <a:chExt cx="1005303" cy="73419"/>
              </a:xfrm>
            </p:grpSpPr>
            <p:sp>
              <p:nvSpPr>
                <p:cNvPr id="10155" name="Google Shape;10155;p13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6" name="Google Shape;10156;p13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57" name="Google Shape;10157;p133"/>
            <p:cNvGrpSpPr/>
            <p:nvPr/>
          </p:nvGrpSpPr>
          <p:grpSpPr>
            <a:xfrm>
              <a:off x="7287122" y="1447520"/>
              <a:ext cx="1219403" cy="286667"/>
              <a:chOff x="7287122" y="1447520"/>
              <a:chExt cx="1219403" cy="286667"/>
            </a:xfrm>
          </p:grpSpPr>
          <p:sp>
            <p:nvSpPr>
              <p:cNvPr id="10158" name="Google Shape;10158;p13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9" name="Google Shape;10159;p133"/>
              <p:cNvGrpSpPr/>
              <p:nvPr/>
            </p:nvGrpSpPr>
            <p:grpSpPr>
              <a:xfrm>
                <a:off x="7287122" y="1581977"/>
                <a:ext cx="852803" cy="73428"/>
                <a:chOff x="7287122" y="1581977"/>
                <a:chExt cx="852803" cy="73428"/>
              </a:xfrm>
            </p:grpSpPr>
            <p:sp>
              <p:nvSpPr>
                <p:cNvPr id="10160" name="Google Shape;10160;p13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1" name="Google Shape;10161;p13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62" name="Google Shape;10162;p133"/>
            <p:cNvGrpSpPr/>
            <p:nvPr/>
          </p:nvGrpSpPr>
          <p:grpSpPr>
            <a:xfrm>
              <a:off x="7287122" y="1165658"/>
              <a:ext cx="1219403" cy="344253"/>
              <a:chOff x="7287122" y="1165658"/>
              <a:chExt cx="1219403" cy="344253"/>
            </a:xfrm>
          </p:grpSpPr>
          <p:sp>
            <p:nvSpPr>
              <p:cNvPr id="10163" name="Google Shape;10163;p13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4" name="Google Shape;10164;p133"/>
              <p:cNvGrpSpPr/>
              <p:nvPr/>
            </p:nvGrpSpPr>
            <p:grpSpPr>
              <a:xfrm>
                <a:off x="7287122" y="1341025"/>
                <a:ext cx="695703" cy="73419"/>
                <a:chOff x="7287122" y="1341025"/>
                <a:chExt cx="695703" cy="73419"/>
              </a:xfrm>
            </p:grpSpPr>
            <p:sp>
              <p:nvSpPr>
                <p:cNvPr id="10165" name="Google Shape;10165;p13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6" name="Google Shape;10166;p13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70" name="Shape 10170"/>
        <p:cNvGrpSpPr/>
        <p:nvPr/>
      </p:nvGrpSpPr>
      <p:grpSpPr>
        <a:xfrm>
          <a:off x="0" y="0"/>
          <a:ext cx="0" cy="0"/>
          <a:chOff x="0" y="0"/>
          <a:chExt cx="0" cy="0"/>
        </a:xfrm>
      </p:grpSpPr>
      <p:sp>
        <p:nvSpPr>
          <p:cNvPr id="10171" name="Google Shape;10171;p134"/>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172" name="Google Shape;10172;p134"/>
          <p:cNvGrpSpPr/>
          <p:nvPr/>
        </p:nvGrpSpPr>
        <p:grpSpPr>
          <a:xfrm>
            <a:off x="845855" y="2307733"/>
            <a:ext cx="340168" cy="298978"/>
            <a:chOff x="892750" y="267400"/>
            <a:chExt cx="483125" cy="424625"/>
          </a:xfrm>
        </p:grpSpPr>
        <p:sp>
          <p:nvSpPr>
            <p:cNvPr id="10173" name="Google Shape;10173;p13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4" name="Google Shape;10174;p13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5" name="Google Shape;10175;p13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6" name="Google Shape;10176;p134"/>
          <p:cNvGrpSpPr/>
          <p:nvPr/>
        </p:nvGrpSpPr>
        <p:grpSpPr>
          <a:xfrm>
            <a:off x="1284289" y="2287121"/>
            <a:ext cx="298996" cy="340204"/>
            <a:chOff x="1516475" y="238075"/>
            <a:chExt cx="424650" cy="483175"/>
          </a:xfrm>
        </p:grpSpPr>
        <p:sp>
          <p:nvSpPr>
            <p:cNvPr id="10177" name="Google Shape;10177;p13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8" name="Google Shape;10178;p13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9" name="Google Shape;10179;p134"/>
          <p:cNvGrpSpPr/>
          <p:nvPr/>
        </p:nvGrpSpPr>
        <p:grpSpPr>
          <a:xfrm>
            <a:off x="1677380" y="2367520"/>
            <a:ext cx="341488" cy="179405"/>
            <a:chOff x="2080675" y="352325"/>
            <a:chExt cx="485000" cy="254800"/>
          </a:xfrm>
        </p:grpSpPr>
        <p:sp>
          <p:nvSpPr>
            <p:cNvPr id="10180" name="Google Shape;10180;p134"/>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1" name="Google Shape;10181;p134"/>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2" name="Google Shape;10182;p134"/>
          <p:cNvGrpSpPr/>
          <p:nvPr/>
        </p:nvGrpSpPr>
        <p:grpSpPr>
          <a:xfrm>
            <a:off x="2126559" y="2287138"/>
            <a:ext cx="298996" cy="340168"/>
            <a:chOff x="2705375" y="238125"/>
            <a:chExt cx="424650" cy="483125"/>
          </a:xfrm>
        </p:grpSpPr>
        <p:sp>
          <p:nvSpPr>
            <p:cNvPr id="10183" name="Google Shape;10183;p134"/>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4" name="Google Shape;10184;p134"/>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5" name="Google Shape;10185;p134"/>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6" name="Google Shape;10186;p134"/>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7" name="Google Shape;10187;p134"/>
          <p:cNvGrpSpPr/>
          <p:nvPr/>
        </p:nvGrpSpPr>
        <p:grpSpPr>
          <a:xfrm>
            <a:off x="2542700" y="2287455"/>
            <a:ext cx="301161" cy="339535"/>
            <a:chOff x="3299850" y="238575"/>
            <a:chExt cx="427725" cy="482225"/>
          </a:xfrm>
        </p:grpSpPr>
        <p:sp>
          <p:nvSpPr>
            <p:cNvPr id="10188" name="Google Shape;10188;p134"/>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9" name="Google Shape;10189;p134"/>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0" name="Google Shape;10190;p134"/>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1" name="Google Shape;10191;p134"/>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2" name="Google Shape;10192;p134"/>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93" name="Google Shape;10193;p134"/>
          <p:cNvGrpSpPr/>
          <p:nvPr/>
        </p:nvGrpSpPr>
        <p:grpSpPr>
          <a:xfrm>
            <a:off x="2929622" y="2287138"/>
            <a:ext cx="352455" cy="340168"/>
            <a:chOff x="3857225" y="238125"/>
            <a:chExt cx="500575" cy="483125"/>
          </a:xfrm>
        </p:grpSpPr>
        <p:sp>
          <p:nvSpPr>
            <p:cNvPr id="10194" name="Google Shape;10194;p134"/>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5" name="Google Shape;10195;p134"/>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6" name="Google Shape;10196;p134"/>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7" name="Google Shape;10197;p134"/>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8" name="Google Shape;10198;p134"/>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9" name="Google Shape;10199;p134"/>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0" name="Google Shape;10200;p134"/>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01" name="Google Shape;10201;p134"/>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02" name="Google Shape;10202;p134"/>
          <p:cNvGrpSpPr/>
          <p:nvPr/>
        </p:nvGrpSpPr>
        <p:grpSpPr>
          <a:xfrm>
            <a:off x="3776398" y="2287165"/>
            <a:ext cx="340186" cy="340116"/>
            <a:chOff x="5053900" y="238200"/>
            <a:chExt cx="483150" cy="483050"/>
          </a:xfrm>
        </p:grpSpPr>
        <p:sp>
          <p:nvSpPr>
            <p:cNvPr id="10203" name="Google Shape;10203;p134"/>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4" name="Google Shape;10204;p134"/>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5" name="Google Shape;10205;p134"/>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6" name="Google Shape;10206;p134"/>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07" name="Google Shape;10207;p134"/>
          <p:cNvGrpSpPr/>
          <p:nvPr/>
        </p:nvGrpSpPr>
        <p:grpSpPr>
          <a:xfrm>
            <a:off x="4190348" y="2287138"/>
            <a:ext cx="340168" cy="340168"/>
            <a:chOff x="5648375" y="238125"/>
            <a:chExt cx="483125" cy="483125"/>
          </a:xfrm>
        </p:grpSpPr>
        <p:sp>
          <p:nvSpPr>
            <p:cNvPr id="10208" name="Google Shape;10208;p134"/>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9" name="Google Shape;10209;p134"/>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0" name="Google Shape;10210;p134"/>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1" name="Google Shape;10211;p134"/>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2" name="Google Shape;10212;p134"/>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3" name="Google Shape;10213;p134"/>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4" name="Google Shape;10214;p134"/>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5" name="Google Shape;10215;p134"/>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6" name="Google Shape;10216;p134"/>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7" name="Google Shape;10217;p134"/>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18" name="Google Shape;10218;p134"/>
          <p:cNvGrpSpPr/>
          <p:nvPr/>
        </p:nvGrpSpPr>
        <p:grpSpPr>
          <a:xfrm>
            <a:off x="4607035" y="2287138"/>
            <a:ext cx="340168" cy="340168"/>
            <a:chOff x="6242825" y="238125"/>
            <a:chExt cx="483125" cy="483125"/>
          </a:xfrm>
        </p:grpSpPr>
        <p:sp>
          <p:nvSpPr>
            <p:cNvPr id="10219" name="Google Shape;10219;p134"/>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0" name="Google Shape;10220;p134"/>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1" name="Google Shape;10221;p134"/>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22" name="Google Shape;10222;p134"/>
          <p:cNvGrpSpPr/>
          <p:nvPr/>
        </p:nvGrpSpPr>
        <p:grpSpPr>
          <a:xfrm>
            <a:off x="844156" y="2727362"/>
            <a:ext cx="343566" cy="298943"/>
            <a:chOff x="889275" y="861850"/>
            <a:chExt cx="487950" cy="424575"/>
          </a:xfrm>
        </p:grpSpPr>
        <p:sp>
          <p:nvSpPr>
            <p:cNvPr id="10223" name="Google Shape;10223;p134"/>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4" name="Google Shape;10224;p134"/>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5" name="Google Shape;10225;p134"/>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6" name="Google Shape;10226;p134"/>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27" name="Google Shape;10227;p134"/>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8" name="Google Shape;10228;p134"/>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29" name="Google Shape;10229;p134"/>
          <p:cNvGrpSpPr/>
          <p:nvPr/>
        </p:nvGrpSpPr>
        <p:grpSpPr>
          <a:xfrm>
            <a:off x="2105973" y="2706749"/>
            <a:ext cx="340168" cy="340168"/>
            <a:chOff x="2676100" y="832575"/>
            <a:chExt cx="483125" cy="483125"/>
          </a:xfrm>
        </p:grpSpPr>
        <p:sp>
          <p:nvSpPr>
            <p:cNvPr id="10230" name="Google Shape;10230;p13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1" name="Google Shape;10231;p13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2" name="Google Shape;10232;p13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3" name="Google Shape;10233;p134"/>
          <p:cNvGrpSpPr/>
          <p:nvPr/>
        </p:nvGrpSpPr>
        <p:grpSpPr>
          <a:xfrm>
            <a:off x="2517477" y="2706749"/>
            <a:ext cx="351610" cy="340168"/>
            <a:chOff x="3270550" y="832575"/>
            <a:chExt cx="499375" cy="483125"/>
          </a:xfrm>
        </p:grpSpPr>
        <p:sp>
          <p:nvSpPr>
            <p:cNvPr id="10234" name="Google Shape;10234;p13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5" name="Google Shape;10235;p13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6" name="Google Shape;10236;p13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7" name="Google Shape;10237;p134"/>
          <p:cNvGrpSpPr/>
          <p:nvPr/>
        </p:nvGrpSpPr>
        <p:grpSpPr>
          <a:xfrm>
            <a:off x="2935756" y="2717381"/>
            <a:ext cx="340186" cy="318904"/>
            <a:chOff x="3865000" y="847675"/>
            <a:chExt cx="483150" cy="452925"/>
          </a:xfrm>
        </p:grpSpPr>
        <p:sp>
          <p:nvSpPr>
            <p:cNvPr id="10238" name="Google Shape;10238;p134"/>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9" name="Google Shape;10239;p134"/>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0" name="Google Shape;10240;p134"/>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1" name="Google Shape;10241;p134"/>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2" name="Google Shape;10242;p134"/>
          <p:cNvGrpSpPr/>
          <p:nvPr/>
        </p:nvGrpSpPr>
        <p:grpSpPr>
          <a:xfrm>
            <a:off x="3351439" y="2727300"/>
            <a:ext cx="344798" cy="299066"/>
            <a:chOff x="4452900" y="861750"/>
            <a:chExt cx="489700" cy="424750"/>
          </a:xfrm>
        </p:grpSpPr>
        <p:sp>
          <p:nvSpPr>
            <p:cNvPr id="10243" name="Google Shape;10243;p134"/>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4" name="Google Shape;10244;p134"/>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5" name="Google Shape;10245;p134"/>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6" name="Google Shape;10246;p134"/>
          <p:cNvGrpSpPr/>
          <p:nvPr/>
        </p:nvGrpSpPr>
        <p:grpSpPr>
          <a:xfrm>
            <a:off x="3768671" y="2706758"/>
            <a:ext cx="355641" cy="340151"/>
            <a:chOff x="5049750" y="832600"/>
            <a:chExt cx="505100" cy="483100"/>
          </a:xfrm>
        </p:grpSpPr>
        <p:sp>
          <p:nvSpPr>
            <p:cNvPr id="10247" name="Google Shape;10247;p134"/>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8" name="Google Shape;10248;p134"/>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49" name="Google Shape;10249;p134"/>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50" name="Google Shape;10250;p134"/>
          <p:cNvGrpSpPr/>
          <p:nvPr/>
        </p:nvGrpSpPr>
        <p:grpSpPr>
          <a:xfrm>
            <a:off x="4627621" y="2706749"/>
            <a:ext cx="298996" cy="340168"/>
            <a:chOff x="6272100" y="832575"/>
            <a:chExt cx="424650" cy="483125"/>
          </a:xfrm>
        </p:grpSpPr>
        <p:sp>
          <p:nvSpPr>
            <p:cNvPr id="10251" name="Google Shape;10251;p134"/>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2" name="Google Shape;10252;p134"/>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3" name="Google Shape;10253;p134"/>
          <p:cNvGrpSpPr/>
          <p:nvPr/>
        </p:nvGrpSpPr>
        <p:grpSpPr>
          <a:xfrm>
            <a:off x="845828" y="3125798"/>
            <a:ext cx="340221" cy="340186"/>
            <a:chOff x="893650" y="1428000"/>
            <a:chExt cx="483200" cy="483150"/>
          </a:xfrm>
        </p:grpSpPr>
        <p:sp>
          <p:nvSpPr>
            <p:cNvPr id="10254" name="Google Shape;10254;p134"/>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5" name="Google Shape;10255;p134"/>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6" name="Google Shape;10256;p134"/>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7" name="Google Shape;10257;p134"/>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58" name="Google Shape;10258;p134"/>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9" name="Google Shape;10259;p134"/>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60" name="Google Shape;10260;p134"/>
          <p:cNvGrpSpPr/>
          <p:nvPr/>
        </p:nvGrpSpPr>
        <p:grpSpPr>
          <a:xfrm>
            <a:off x="2099646" y="3146463"/>
            <a:ext cx="352825" cy="298855"/>
            <a:chOff x="2676100" y="1456375"/>
            <a:chExt cx="501100" cy="424450"/>
          </a:xfrm>
        </p:grpSpPr>
        <p:sp>
          <p:nvSpPr>
            <p:cNvPr id="10261" name="Google Shape;10261;p134"/>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2" name="Google Shape;10262;p134"/>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3" name="Google Shape;10263;p134"/>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4" name="Google Shape;10264;p134"/>
          <p:cNvGrpSpPr/>
          <p:nvPr/>
        </p:nvGrpSpPr>
        <p:grpSpPr>
          <a:xfrm>
            <a:off x="2523170" y="3125806"/>
            <a:ext cx="340221" cy="340168"/>
            <a:chOff x="3270475" y="1427025"/>
            <a:chExt cx="483200" cy="483125"/>
          </a:xfrm>
        </p:grpSpPr>
        <p:sp>
          <p:nvSpPr>
            <p:cNvPr id="10265" name="Google Shape;10265;p13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6" name="Google Shape;10266;p13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7" name="Google Shape;10267;p13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8" name="Google Shape;10268;p134"/>
          <p:cNvGrpSpPr/>
          <p:nvPr/>
        </p:nvGrpSpPr>
        <p:grpSpPr>
          <a:xfrm>
            <a:off x="2934083" y="3125780"/>
            <a:ext cx="343530" cy="340221"/>
            <a:chOff x="3860250" y="1427025"/>
            <a:chExt cx="487900" cy="483200"/>
          </a:xfrm>
        </p:grpSpPr>
        <p:sp>
          <p:nvSpPr>
            <p:cNvPr id="10269" name="Google Shape;10269;p134"/>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0" name="Google Shape;10270;p134"/>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1" name="Google Shape;10271;p134"/>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72" name="Google Shape;10272;p134"/>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3" name="Google Shape;10273;p134"/>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74" name="Google Shape;10274;p134"/>
          <p:cNvGrpSpPr/>
          <p:nvPr/>
        </p:nvGrpSpPr>
        <p:grpSpPr>
          <a:xfrm>
            <a:off x="4190322" y="3125806"/>
            <a:ext cx="340221" cy="340168"/>
            <a:chOff x="5648375" y="1427025"/>
            <a:chExt cx="483200" cy="483125"/>
          </a:xfrm>
        </p:grpSpPr>
        <p:sp>
          <p:nvSpPr>
            <p:cNvPr id="10275" name="Google Shape;10275;p134"/>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6" name="Google Shape;10276;p134"/>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7" name="Google Shape;10277;p134"/>
          <p:cNvGrpSpPr/>
          <p:nvPr/>
        </p:nvGrpSpPr>
        <p:grpSpPr>
          <a:xfrm>
            <a:off x="4604808" y="3125789"/>
            <a:ext cx="344622" cy="340204"/>
            <a:chOff x="6238300" y="1426975"/>
            <a:chExt cx="489450" cy="483175"/>
          </a:xfrm>
        </p:grpSpPr>
        <p:sp>
          <p:nvSpPr>
            <p:cNvPr id="10278" name="Google Shape;10278;p134"/>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9" name="Google Shape;10279;p134"/>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0" name="Google Shape;10280;p134"/>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81" name="Google Shape;10281;p134"/>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82" name="Google Shape;10282;p134"/>
          <p:cNvGrpSpPr/>
          <p:nvPr/>
        </p:nvGrpSpPr>
        <p:grpSpPr>
          <a:xfrm>
            <a:off x="1263703" y="3544794"/>
            <a:ext cx="340168" cy="340186"/>
            <a:chOff x="1487200" y="2021475"/>
            <a:chExt cx="483125" cy="483150"/>
          </a:xfrm>
        </p:grpSpPr>
        <p:sp>
          <p:nvSpPr>
            <p:cNvPr id="10283" name="Google Shape;10283;p13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4" name="Google Shape;10284;p13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5" name="Google Shape;10285;p13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6" name="Google Shape;10286;p13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7" name="Google Shape;10287;p134"/>
          <p:cNvGrpSpPr/>
          <p:nvPr/>
        </p:nvGrpSpPr>
        <p:grpSpPr>
          <a:xfrm>
            <a:off x="1678040" y="3565398"/>
            <a:ext cx="340168" cy="298978"/>
            <a:chOff x="2081650" y="2050750"/>
            <a:chExt cx="483125" cy="424625"/>
          </a:xfrm>
        </p:grpSpPr>
        <p:sp>
          <p:nvSpPr>
            <p:cNvPr id="10288" name="Google Shape;10288;p134"/>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9" name="Google Shape;10289;p134"/>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0" name="Google Shape;10290;p134"/>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1" name="Google Shape;10291;p134"/>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2" name="Google Shape;10292;p134"/>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3" name="Google Shape;10293;p134"/>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4" name="Google Shape;10294;p134"/>
          <p:cNvGrpSpPr/>
          <p:nvPr/>
        </p:nvGrpSpPr>
        <p:grpSpPr>
          <a:xfrm>
            <a:off x="2105973" y="3588721"/>
            <a:ext cx="340168" cy="252332"/>
            <a:chOff x="2676100" y="2083800"/>
            <a:chExt cx="483125" cy="358375"/>
          </a:xfrm>
        </p:grpSpPr>
        <p:sp>
          <p:nvSpPr>
            <p:cNvPr id="10295" name="Google Shape;10295;p134"/>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6" name="Google Shape;10296;p134"/>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7" name="Google Shape;10297;p134"/>
          <p:cNvGrpSpPr/>
          <p:nvPr/>
        </p:nvGrpSpPr>
        <p:grpSpPr>
          <a:xfrm>
            <a:off x="2531487" y="3554766"/>
            <a:ext cx="323587" cy="320242"/>
            <a:chOff x="3282325" y="2035675"/>
            <a:chExt cx="459575" cy="454825"/>
          </a:xfrm>
        </p:grpSpPr>
        <p:sp>
          <p:nvSpPr>
            <p:cNvPr id="10298" name="Google Shape;10298;p134"/>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9" name="Google Shape;10299;p134"/>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0" name="Google Shape;10300;p134"/>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1" name="Google Shape;10301;p134"/>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02" name="Google Shape;10302;p134"/>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3" name="Google Shape;10303;p134"/>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04" name="Google Shape;10304;p134"/>
          <p:cNvGrpSpPr/>
          <p:nvPr/>
        </p:nvGrpSpPr>
        <p:grpSpPr>
          <a:xfrm>
            <a:off x="3776187" y="3544803"/>
            <a:ext cx="340608" cy="340168"/>
            <a:chOff x="5053900" y="2021500"/>
            <a:chExt cx="483750" cy="483125"/>
          </a:xfrm>
        </p:grpSpPr>
        <p:sp>
          <p:nvSpPr>
            <p:cNvPr id="10305" name="Google Shape;10305;p134"/>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6" name="Google Shape;10306;p134"/>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7" name="Google Shape;10307;p134"/>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8" name="Google Shape;10308;p134"/>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9" name="Google Shape;10309;p134"/>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0" name="Google Shape;10310;p134"/>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1" name="Google Shape;10311;p134"/>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2" name="Google Shape;10312;p134"/>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13" name="Google Shape;10313;p134"/>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14" name="Google Shape;10314;p134"/>
          <p:cNvGrpSpPr/>
          <p:nvPr/>
        </p:nvGrpSpPr>
        <p:grpSpPr>
          <a:xfrm>
            <a:off x="4601286" y="3547971"/>
            <a:ext cx="351663" cy="333831"/>
            <a:chOff x="6222125" y="2025975"/>
            <a:chExt cx="499450" cy="474125"/>
          </a:xfrm>
        </p:grpSpPr>
        <p:sp>
          <p:nvSpPr>
            <p:cNvPr id="10315" name="Google Shape;10315;p13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6" name="Google Shape;10316;p13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7" name="Google Shape;10317;p13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18" name="Google Shape;10318;p134"/>
          <p:cNvGrpSpPr/>
          <p:nvPr/>
        </p:nvGrpSpPr>
        <p:grpSpPr>
          <a:xfrm>
            <a:off x="5058848" y="2364541"/>
            <a:ext cx="335504" cy="185953"/>
            <a:chOff x="896050" y="2725450"/>
            <a:chExt cx="476500" cy="264100"/>
          </a:xfrm>
        </p:grpSpPr>
        <p:sp>
          <p:nvSpPr>
            <p:cNvPr id="10319" name="Google Shape;10319;p134"/>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0" name="Google Shape;10320;p134"/>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1" name="Google Shape;10321;p134"/>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2" name="Google Shape;10322;p134"/>
          <p:cNvGrpSpPr/>
          <p:nvPr/>
        </p:nvGrpSpPr>
        <p:grpSpPr>
          <a:xfrm>
            <a:off x="5489588" y="2287425"/>
            <a:ext cx="340168" cy="340186"/>
            <a:chOff x="1487200" y="2615925"/>
            <a:chExt cx="483125" cy="483150"/>
          </a:xfrm>
        </p:grpSpPr>
        <p:sp>
          <p:nvSpPr>
            <p:cNvPr id="10323" name="Google Shape;10323;p134"/>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4" name="Google Shape;10324;p134"/>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5" name="Google Shape;10325;p134"/>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6" name="Google Shape;10326;p134"/>
          <p:cNvGrpSpPr/>
          <p:nvPr/>
        </p:nvGrpSpPr>
        <p:grpSpPr>
          <a:xfrm>
            <a:off x="5889537" y="2287425"/>
            <a:ext cx="353564" cy="340186"/>
            <a:chOff x="2077575" y="2615925"/>
            <a:chExt cx="502150" cy="483150"/>
          </a:xfrm>
        </p:grpSpPr>
        <p:sp>
          <p:nvSpPr>
            <p:cNvPr id="10327" name="Google Shape;10327;p134"/>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8" name="Google Shape;10328;p134"/>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9" name="Google Shape;10329;p134"/>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0" name="Google Shape;10330;p134"/>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31" name="Google Shape;10331;p134"/>
          <p:cNvGrpSpPr/>
          <p:nvPr/>
        </p:nvGrpSpPr>
        <p:grpSpPr>
          <a:xfrm>
            <a:off x="6313326" y="2303452"/>
            <a:ext cx="334536" cy="308132"/>
            <a:chOff x="2680100" y="2638725"/>
            <a:chExt cx="475125" cy="437625"/>
          </a:xfrm>
        </p:grpSpPr>
        <p:sp>
          <p:nvSpPr>
            <p:cNvPr id="10332" name="Google Shape;10332;p134"/>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3" name="Google Shape;10333;p134"/>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4" name="Google Shape;10334;p134"/>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5" name="Google Shape;10335;p134"/>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36" name="Google Shape;10336;p134"/>
          <p:cNvGrpSpPr/>
          <p:nvPr/>
        </p:nvGrpSpPr>
        <p:grpSpPr>
          <a:xfrm>
            <a:off x="6778965" y="2287425"/>
            <a:ext cx="239183" cy="340186"/>
            <a:chOff x="3342275" y="2615925"/>
            <a:chExt cx="339700" cy="483150"/>
          </a:xfrm>
        </p:grpSpPr>
        <p:sp>
          <p:nvSpPr>
            <p:cNvPr id="10337" name="Google Shape;10337;p134"/>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8" name="Google Shape;10338;p134"/>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39" name="Google Shape;10339;p134"/>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0" name="Google Shape;10340;p134"/>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1" name="Google Shape;10341;p134"/>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42" name="Google Shape;10342;p134"/>
          <p:cNvGrpSpPr/>
          <p:nvPr/>
        </p:nvGrpSpPr>
        <p:grpSpPr>
          <a:xfrm>
            <a:off x="6415846" y="3956426"/>
            <a:ext cx="339482" cy="339271"/>
            <a:chOff x="5648900" y="2616600"/>
            <a:chExt cx="482150" cy="481850"/>
          </a:xfrm>
        </p:grpSpPr>
        <p:sp>
          <p:nvSpPr>
            <p:cNvPr id="10343" name="Google Shape;10343;p134"/>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4" name="Google Shape;10344;p134"/>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45" name="Google Shape;10345;p134"/>
          <p:cNvGrpSpPr/>
          <p:nvPr/>
        </p:nvGrpSpPr>
        <p:grpSpPr>
          <a:xfrm>
            <a:off x="4735130" y="3963142"/>
            <a:ext cx="325626" cy="325694"/>
            <a:chOff x="6242825" y="2615925"/>
            <a:chExt cx="483125" cy="483225"/>
          </a:xfrm>
        </p:grpSpPr>
        <p:sp>
          <p:nvSpPr>
            <p:cNvPr id="10346" name="Google Shape;10346;p134"/>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7" name="Google Shape;10347;p134"/>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8" name="Google Shape;10348;p134"/>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9" name="Google Shape;10349;p134"/>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0" name="Google Shape;10350;p134"/>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51" name="Google Shape;10351;p134"/>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52" name="Google Shape;10352;p134"/>
          <p:cNvGrpSpPr/>
          <p:nvPr/>
        </p:nvGrpSpPr>
        <p:grpSpPr>
          <a:xfrm>
            <a:off x="5488629" y="2707036"/>
            <a:ext cx="342087" cy="340186"/>
            <a:chOff x="1487200" y="3210375"/>
            <a:chExt cx="485850" cy="483150"/>
          </a:xfrm>
        </p:grpSpPr>
        <p:sp>
          <p:nvSpPr>
            <p:cNvPr id="10353" name="Google Shape;10353;p134"/>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4" name="Google Shape;10354;p134"/>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5" name="Google Shape;10355;p134"/>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56" name="Google Shape;10356;p134"/>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7" name="Google Shape;10357;p134"/>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58" name="Google Shape;10358;p134"/>
          <p:cNvGrpSpPr/>
          <p:nvPr/>
        </p:nvGrpSpPr>
        <p:grpSpPr>
          <a:xfrm>
            <a:off x="6727988" y="2707027"/>
            <a:ext cx="341136" cy="340204"/>
            <a:chOff x="3269875" y="3210400"/>
            <a:chExt cx="484500" cy="483175"/>
          </a:xfrm>
        </p:grpSpPr>
        <p:sp>
          <p:nvSpPr>
            <p:cNvPr id="10359" name="Google Shape;10359;p134"/>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0" name="Google Shape;10360;p134"/>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1" name="Google Shape;10361;p134"/>
          <p:cNvGrpSpPr/>
          <p:nvPr/>
        </p:nvGrpSpPr>
        <p:grpSpPr>
          <a:xfrm>
            <a:off x="7227082" y="2706666"/>
            <a:ext cx="170216" cy="340925"/>
            <a:chOff x="3985700" y="3210375"/>
            <a:chExt cx="241750" cy="484200"/>
          </a:xfrm>
        </p:grpSpPr>
        <p:sp>
          <p:nvSpPr>
            <p:cNvPr id="10362" name="Google Shape;10362;p134"/>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3" name="Google Shape;10363;p134"/>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4" name="Google Shape;10364;p134"/>
          <p:cNvGrpSpPr/>
          <p:nvPr/>
        </p:nvGrpSpPr>
        <p:grpSpPr>
          <a:xfrm>
            <a:off x="7566351" y="2707678"/>
            <a:ext cx="339007" cy="338901"/>
            <a:chOff x="4460225" y="3211300"/>
            <a:chExt cx="481475" cy="481325"/>
          </a:xfrm>
        </p:grpSpPr>
        <p:sp>
          <p:nvSpPr>
            <p:cNvPr id="10365" name="Google Shape;10365;p134"/>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6" name="Google Shape;10366;p134"/>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67" name="Google Shape;10367;p134"/>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68" name="Google Shape;10368;p134"/>
          <p:cNvGrpSpPr/>
          <p:nvPr/>
        </p:nvGrpSpPr>
        <p:grpSpPr>
          <a:xfrm>
            <a:off x="6859688" y="3985756"/>
            <a:ext cx="342034" cy="280654"/>
            <a:chOff x="5647000" y="3252650"/>
            <a:chExt cx="485775" cy="398600"/>
          </a:xfrm>
        </p:grpSpPr>
        <p:sp>
          <p:nvSpPr>
            <p:cNvPr id="10369" name="Google Shape;10369;p134"/>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0" name="Google Shape;10370;p134"/>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1" name="Google Shape;10371;p134"/>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2" name="Google Shape;10372;p134"/>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3" name="Google Shape;10373;p134"/>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4" name="Google Shape;10374;p134"/>
          <p:cNvGrpSpPr/>
          <p:nvPr/>
        </p:nvGrpSpPr>
        <p:grpSpPr>
          <a:xfrm>
            <a:off x="5165128" y="3991768"/>
            <a:ext cx="326536" cy="268454"/>
            <a:chOff x="6242450" y="3252800"/>
            <a:chExt cx="484475" cy="398300"/>
          </a:xfrm>
        </p:grpSpPr>
        <p:sp>
          <p:nvSpPr>
            <p:cNvPr id="10375" name="Google Shape;10375;p134"/>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6" name="Google Shape;10376;p134"/>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7" name="Google Shape;10377;p134"/>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8" name="Google Shape;10378;p134"/>
          <p:cNvGrpSpPr/>
          <p:nvPr/>
        </p:nvGrpSpPr>
        <p:grpSpPr>
          <a:xfrm>
            <a:off x="5077111" y="3126102"/>
            <a:ext cx="298978" cy="340168"/>
            <a:chOff x="922025" y="3804850"/>
            <a:chExt cx="424625" cy="483125"/>
          </a:xfrm>
        </p:grpSpPr>
        <p:sp>
          <p:nvSpPr>
            <p:cNvPr id="10379" name="Google Shape;10379;p134"/>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0" name="Google Shape;10380;p134"/>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81" name="Google Shape;10381;p134"/>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82" name="Google Shape;10382;p134"/>
          <p:cNvGrpSpPr/>
          <p:nvPr/>
        </p:nvGrpSpPr>
        <p:grpSpPr>
          <a:xfrm>
            <a:off x="5909841" y="3126102"/>
            <a:ext cx="312955" cy="340168"/>
            <a:chOff x="2100300" y="3804850"/>
            <a:chExt cx="444475" cy="483125"/>
          </a:xfrm>
        </p:grpSpPr>
        <p:sp>
          <p:nvSpPr>
            <p:cNvPr id="10383" name="Google Shape;10383;p134"/>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4" name="Google Shape;10384;p134"/>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85" name="Google Shape;10385;p134"/>
          <p:cNvGrpSpPr/>
          <p:nvPr/>
        </p:nvGrpSpPr>
        <p:grpSpPr>
          <a:xfrm>
            <a:off x="6333463" y="3126102"/>
            <a:ext cx="294261" cy="340168"/>
            <a:chOff x="2708700" y="3804850"/>
            <a:chExt cx="417925" cy="483125"/>
          </a:xfrm>
        </p:grpSpPr>
        <p:sp>
          <p:nvSpPr>
            <p:cNvPr id="10386" name="Google Shape;10386;p134"/>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7" name="Google Shape;10387;p134"/>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8" name="Google Shape;10388;p134"/>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9" name="Google Shape;10389;p134"/>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90" name="Google Shape;10390;p134"/>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1" name="Google Shape;10391;p134"/>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92" name="Google Shape;10392;p134"/>
          <p:cNvGrpSpPr/>
          <p:nvPr/>
        </p:nvGrpSpPr>
        <p:grpSpPr>
          <a:xfrm>
            <a:off x="7570338" y="3127378"/>
            <a:ext cx="331033" cy="337616"/>
            <a:chOff x="4467450" y="3808475"/>
            <a:chExt cx="470150" cy="479500"/>
          </a:xfrm>
        </p:grpSpPr>
        <p:sp>
          <p:nvSpPr>
            <p:cNvPr id="10393" name="Google Shape;10393;p134"/>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4" name="Google Shape;10394;p134"/>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5" name="Google Shape;10395;p134"/>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6" name="Google Shape;10396;p134"/>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97" name="Google Shape;10397;p134"/>
          <p:cNvGrpSpPr/>
          <p:nvPr/>
        </p:nvGrpSpPr>
        <p:grpSpPr>
          <a:xfrm>
            <a:off x="7990685" y="3126102"/>
            <a:ext cx="340186" cy="340168"/>
            <a:chOff x="5053900" y="3804850"/>
            <a:chExt cx="483150" cy="483125"/>
          </a:xfrm>
        </p:grpSpPr>
        <p:sp>
          <p:nvSpPr>
            <p:cNvPr id="10398" name="Google Shape;10398;p134"/>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9" name="Google Shape;10399;p134"/>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0" name="Google Shape;10400;p134"/>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1" name="Google Shape;10401;p134"/>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2" name="Google Shape;10402;p134"/>
          <p:cNvGrpSpPr/>
          <p:nvPr/>
        </p:nvGrpSpPr>
        <p:grpSpPr>
          <a:xfrm>
            <a:off x="7306081" y="3956021"/>
            <a:ext cx="340168" cy="340168"/>
            <a:chOff x="5648375" y="3804850"/>
            <a:chExt cx="483125" cy="483125"/>
          </a:xfrm>
        </p:grpSpPr>
        <p:sp>
          <p:nvSpPr>
            <p:cNvPr id="10403" name="Google Shape;10403;p134"/>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4" name="Google Shape;10404;p134"/>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5" name="Google Shape;10405;p134"/>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6" name="Google Shape;10406;p134"/>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7" name="Google Shape;10407;p134"/>
          <p:cNvGrpSpPr/>
          <p:nvPr/>
        </p:nvGrpSpPr>
        <p:grpSpPr>
          <a:xfrm>
            <a:off x="5596036" y="3968278"/>
            <a:ext cx="280923" cy="315449"/>
            <a:chOff x="6276025" y="3812400"/>
            <a:chExt cx="416800" cy="468025"/>
          </a:xfrm>
        </p:grpSpPr>
        <p:sp>
          <p:nvSpPr>
            <p:cNvPr id="10408" name="Google Shape;10408;p134"/>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9" name="Google Shape;10409;p134"/>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0" name="Google Shape;10410;p134"/>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1" name="Google Shape;10411;p134"/>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2" name="Google Shape;10412;p134"/>
          <p:cNvGrpSpPr/>
          <p:nvPr/>
        </p:nvGrpSpPr>
        <p:grpSpPr>
          <a:xfrm>
            <a:off x="5055293" y="3545089"/>
            <a:ext cx="342615" cy="340186"/>
            <a:chOff x="890400" y="4399350"/>
            <a:chExt cx="486600" cy="483150"/>
          </a:xfrm>
        </p:grpSpPr>
        <p:sp>
          <p:nvSpPr>
            <p:cNvPr id="10413" name="Google Shape;10413;p134"/>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4" name="Google Shape;10414;p134"/>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5" name="Google Shape;10415;p134"/>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6" name="Google Shape;10416;p134"/>
          <p:cNvGrpSpPr/>
          <p:nvPr/>
        </p:nvGrpSpPr>
        <p:grpSpPr>
          <a:xfrm>
            <a:off x="5489588" y="3560368"/>
            <a:ext cx="340168" cy="309628"/>
            <a:chOff x="1487200" y="4421025"/>
            <a:chExt cx="483125" cy="439750"/>
          </a:xfrm>
        </p:grpSpPr>
        <p:sp>
          <p:nvSpPr>
            <p:cNvPr id="10417" name="Google Shape;10417;p134"/>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8" name="Google Shape;10418;p134"/>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9" name="Google Shape;10419;p134"/>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0" name="Google Shape;10420;p134"/>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21" name="Google Shape;10421;p134"/>
          <p:cNvGrpSpPr/>
          <p:nvPr/>
        </p:nvGrpSpPr>
        <p:grpSpPr>
          <a:xfrm>
            <a:off x="5893867" y="3545107"/>
            <a:ext cx="344903" cy="340151"/>
            <a:chOff x="2079300" y="4399325"/>
            <a:chExt cx="489850" cy="483100"/>
          </a:xfrm>
        </p:grpSpPr>
        <p:sp>
          <p:nvSpPr>
            <p:cNvPr id="10422" name="Google Shape;10422;p13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3" name="Google Shape;10423;p13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24" name="Google Shape;10424;p134"/>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25" name="Google Shape;10425;p134"/>
          <p:cNvGrpSpPr/>
          <p:nvPr/>
        </p:nvGrpSpPr>
        <p:grpSpPr>
          <a:xfrm>
            <a:off x="6760439" y="3545107"/>
            <a:ext cx="276236" cy="340151"/>
            <a:chOff x="3316000" y="4399325"/>
            <a:chExt cx="392325" cy="483100"/>
          </a:xfrm>
        </p:grpSpPr>
        <p:sp>
          <p:nvSpPr>
            <p:cNvPr id="10426" name="Google Shape;10426;p13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7" name="Google Shape;10427;p13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28" name="Google Shape;10428;p134"/>
          <p:cNvGrpSpPr/>
          <p:nvPr/>
        </p:nvGrpSpPr>
        <p:grpSpPr>
          <a:xfrm>
            <a:off x="7185179" y="3545089"/>
            <a:ext cx="254022" cy="340186"/>
            <a:chOff x="3926225" y="4399275"/>
            <a:chExt cx="360775" cy="483150"/>
          </a:xfrm>
        </p:grpSpPr>
        <p:sp>
          <p:nvSpPr>
            <p:cNvPr id="10429" name="Google Shape;10429;p13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0" name="Google Shape;10430;p13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31" name="Google Shape;10431;p134"/>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32" name="Google Shape;10432;p134"/>
          <p:cNvGrpSpPr/>
          <p:nvPr/>
        </p:nvGrpSpPr>
        <p:grpSpPr>
          <a:xfrm>
            <a:off x="7990738" y="3545151"/>
            <a:ext cx="340080" cy="340063"/>
            <a:chOff x="5053975" y="4399375"/>
            <a:chExt cx="483000" cy="482975"/>
          </a:xfrm>
        </p:grpSpPr>
        <p:sp>
          <p:nvSpPr>
            <p:cNvPr id="10433" name="Google Shape;10433;p134"/>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4" name="Google Shape;10434;p134"/>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5" name="Google Shape;10435;p134"/>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6" name="Google Shape;10436;p134"/>
          <p:cNvGrpSpPr/>
          <p:nvPr/>
        </p:nvGrpSpPr>
        <p:grpSpPr>
          <a:xfrm>
            <a:off x="7750609" y="3956042"/>
            <a:ext cx="340168" cy="340168"/>
            <a:chOff x="5648375" y="4399300"/>
            <a:chExt cx="483125" cy="483125"/>
          </a:xfrm>
        </p:grpSpPr>
        <p:sp>
          <p:nvSpPr>
            <p:cNvPr id="10437" name="Google Shape;10437;p134"/>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8" name="Google Shape;10438;p134"/>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9" name="Google Shape;10439;p134"/>
          <p:cNvGrpSpPr/>
          <p:nvPr/>
        </p:nvGrpSpPr>
        <p:grpSpPr>
          <a:xfrm>
            <a:off x="5981331" y="3974637"/>
            <a:ext cx="330007" cy="302744"/>
            <a:chOff x="6239575" y="4416275"/>
            <a:chExt cx="489625" cy="449175"/>
          </a:xfrm>
        </p:grpSpPr>
        <p:sp>
          <p:nvSpPr>
            <p:cNvPr id="10440" name="Google Shape;10440;p134"/>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1" name="Google Shape;10441;p134"/>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2" name="Google Shape;10442;p134"/>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3" name="Google Shape;10443;p134"/>
          <p:cNvGrpSpPr/>
          <p:nvPr/>
        </p:nvGrpSpPr>
        <p:grpSpPr>
          <a:xfrm>
            <a:off x="3084610" y="3971815"/>
            <a:ext cx="308234" cy="308234"/>
            <a:chOff x="892750" y="4993750"/>
            <a:chExt cx="483125" cy="483125"/>
          </a:xfrm>
        </p:grpSpPr>
        <p:sp>
          <p:nvSpPr>
            <p:cNvPr id="10444" name="Google Shape;10444;p134"/>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5" name="Google Shape;10445;p134"/>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6" name="Google Shape;10446;p134"/>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7" name="Google Shape;10447;p134"/>
          <p:cNvGrpSpPr/>
          <p:nvPr/>
        </p:nvGrpSpPr>
        <p:grpSpPr>
          <a:xfrm>
            <a:off x="1491328" y="3979188"/>
            <a:ext cx="293982" cy="293982"/>
            <a:chOff x="2676100" y="4993750"/>
            <a:chExt cx="483125" cy="483125"/>
          </a:xfrm>
        </p:grpSpPr>
        <p:sp>
          <p:nvSpPr>
            <p:cNvPr id="10448" name="Google Shape;10448;p134"/>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9" name="Google Shape;10449;p134"/>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0" name="Google Shape;10450;p134"/>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51" name="Google Shape;10451;p134"/>
          <p:cNvGrpSpPr/>
          <p:nvPr/>
        </p:nvGrpSpPr>
        <p:grpSpPr>
          <a:xfrm>
            <a:off x="4322435" y="3971815"/>
            <a:ext cx="308234" cy="308234"/>
            <a:chOff x="3270550" y="4993750"/>
            <a:chExt cx="483125" cy="483125"/>
          </a:xfrm>
        </p:grpSpPr>
        <p:sp>
          <p:nvSpPr>
            <p:cNvPr id="10452" name="Google Shape;10452;p134"/>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3" name="Google Shape;10453;p134"/>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4" name="Google Shape;10454;p134"/>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55" name="Google Shape;10455;p134"/>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56" name="Google Shape;10456;p134"/>
          <p:cNvGrpSpPr/>
          <p:nvPr/>
        </p:nvGrpSpPr>
        <p:grpSpPr>
          <a:xfrm>
            <a:off x="2288093" y="3979142"/>
            <a:ext cx="293997" cy="294073"/>
            <a:chOff x="4459450" y="4993700"/>
            <a:chExt cx="483150" cy="483275"/>
          </a:xfrm>
        </p:grpSpPr>
        <p:sp>
          <p:nvSpPr>
            <p:cNvPr id="10457" name="Google Shape;10457;p134"/>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8" name="Google Shape;10458;p134"/>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59" name="Google Shape;10459;p134"/>
          <p:cNvGrpSpPr/>
          <p:nvPr/>
        </p:nvGrpSpPr>
        <p:grpSpPr>
          <a:xfrm>
            <a:off x="3497219" y="3971815"/>
            <a:ext cx="308234" cy="308234"/>
            <a:chOff x="1487200" y="4993750"/>
            <a:chExt cx="483125" cy="483125"/>
          </a:xfrm>
        </p:grpSpPr>
        <p:sp>
          <p:nvSpPr>
            <p:cNvPr id="10460" name="Google Shape;10460;p13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1" name="Google Shape;10461;p13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62" name="Google Shape;10462;p134"/>
          <p:cNvGrpSpPr/>
          <p:nvPr/>
        </p:nvGrpSpPr>
        <p:grpSpPr>
          <a:xfrm>
            <a:off x="3909829" y="3971815"/>
            <a:ext cx="308234" cy="308234"/>
            <a:chOff x="2081650" y="4993750"/>
            <a:chExt cx="483125" cy="483125"/>
          </a:xfrm>
        </p:grpSpPr>
        <p:sp>
          <p:nvSpPr>
            <p:cNvPr id="10463" name="Google Shape;10463;p13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4" name="Google Shape;10464;p13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65" name="Google Shape;10465;p134"/>
          <p:cNvGrpSpPr/>
          <p:nvPr/>
        </p:nvGrpSpPr>
        <p:grpSpPr>
          <a:xfrm>
            <a:off x="2686471" y="3979142"/>
            <a:ext cx="293997" cy="294073"/>
            <a:chOff x="5053900" y="4993700"/>
            <a:chExt cx="483150" cy="483275"/>
          </a:xfrm>
        </p:grpSpPr>
        <p:sp>
          <p:nvSpPr>
            <p:cNvPr id="10466" name="Google Shape;10466;p134"/>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7" name="Google Shape;10467;p134"/>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68" name="Google Shape;10468;p1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72" name="Shape 10472"/>
        <p:cNvGrpSpPr/>
        <p:nvPr/>
      </p:nvGrpSpPr>
      <p:grpSpPr>
        <a:xfrm>
          <a:off x="0" y="0"/>
          <a:ext cx="0" cy="0"/>
          <a:chOff x="0" y="0"/>
          <a:chExt cx="0" cy="0"/>
        </a:xfrm>
      </p:grpSpPr>
      <p:sp>
        <p:nvSpPr>
          <p:cNvPr id="10473" name="Google Shape;10473;p135"/>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5"/>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5"/>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6" name="Google Shape;10476;p135"/>
          <p:cNvGrpSpPr/>
          <p:nvPr/>
        </p:nvGrpSpPr>
        <p:grpSpPr>
          <a:xfrm>
            <a:off x="2987728" y="1336070"/>
            <a:ext cx="371882" cy="373766"/>
            <a:chOff x="-41270450" y="1973375"/>
            <a:chExt cx="315850" cy="317450"/>
          </a:xfrm>
        </p:grpSpPr>
        <p:sp>
          <p:nvSpPr>
            <p:cNvPr id="10477" name="Google Shape;10477;p135"/>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35"/>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5"/>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5"/>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135"/>
          <p:cNvGrpSpPr/>
          <p:nvPr/>
        </p:nvGrpSpPr>
        <p:grpSpPr>
          <a:xfrm>
            <a:off x="3005407" y="1783026"/>
            <a:ext cx="395871" cy="372088"/>
            <a:chOff x="-41291625" y="2339025"/>
            <a:chExt cx="336225" cy="316025"/>
          </a:xfrm>
        </p:grpSpPr>
        <p:sp>
          <p:nvSpPr>
            <p:cNvPr id="10482" name="Google Shape;10482;p135"/>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35"/>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4" name="Google Shape;10484;p135"/>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35"/>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35"/>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35"/>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35"/>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35"/>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0" name="Google Shape;10490;p135"/>
          <p:cNvGrpSpPr/>
          <p:nvPr/>
        </p:nvGrpSpPr>
        <p:grpSpPr>
          <a:xfrm>
            <a:off x="1229534" y="1308077"/>
            <a:ext cx="396931" cy="373147"/>
            <a:chOff x="-42804750" y="1949600"/>
            <a:chExt cx="337125" cy="316925"/>
          </a:xfrm>
        </p:grpSpPr>
        <p:sp>
          <p:nvSpPr>
            <p:cNvPr id="10491" name="Google Shape;10491;p135"/>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35"/>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35"/>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135"/>
          <p:cNvGrpSpPr/>
          <p:nvPr/>
        </p:nvGrpSpPr>
        <p:grpSpPr>
          <a:xfrm>
            <a:off x="1292211" y="1760773"/>
            <a:ext cx="335706" cy="364258"/>
            <a:chOff x="-42778750" y="2320125"/>
            <a:chExt cx="285125" cy="309375"/>
          </a:xfrm>
        </p:grpSpPr>
        <p:sp>
          <p:nvSpPr>
            <p:cNvPr id="10495" name="Google Shape;10495;p135"/>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35"/>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135"/>
          <p:cNvGrpSpPr/>
          <p:nvPr/>
        </p:nvGrpSpPr>
        <p:grpSpPr>
          <a:xfrm>
            <a:off x="1269879" y="2207778"/>
            <a:ext cx="375591" cy="374678"/>
            <a:chOff x="-42796875" y="2680675"/>
            <a:chExt cx="319000" cy="318225"/>
          </a:xfrm>
        </p:grpSpPr>
        <p:sp>
          <p:nvSpPr>
            <p:cNvPr id="10498" name="Google Shape;10498;p135"/>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35"/>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35"/>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5"/>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35"/>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3" name="Google Shape;10503;p135"/>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35"/>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35"/>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5"/>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35"/>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135"/>
          <p:cNvGrpSpPr/>
          <p:nvPr/>
        </p:nvGrpSpPr>
        <p:grpSpPr>
          <a:xfrm>
            <a:off x="2168150" y="3086053"/>
            <a:ext cx="390426" cy="369586"/>
            <a:chOff x="-39055650" y="2315975"/>
            <a:chExt cx="331600" cy="313900"/>
          </a:xfrm>
        </p:grpSpPr>
        <p:sp>
          <p:nvSpPr>
            <p:cNvPr id="10509" name="Google Shape;10509;p135"/>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35"/>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1" name="Google Shape;10511;p135"/>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35"/>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3" name="Google Shape;10513;p135"/>
          <p:cNvGrpSpPr/>
          <p:nvPr/>
        </p:nvGrpSpPr>
        <p:grpSpPr>
          <a:xfrm>
            <a:off x="1659816" y="1308254"/>
            <a:ext cx="380241" cy="371793"/>
            <a:chOff x="-42430625" y="1949750"/>
            <a:chExt cx="322950" cy="315775"/>
          </a:xfrm>
        </p:grpSpPr>
        <p:sp>
          <p:nvSpPr>
            <p:cNvPr id="10514" name="Google Shape;10514;p135"/>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5"/>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5"/>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35"/>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8" name="Google Shape;10518;p135"/>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5"/>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5"/>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35"/>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35"/>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5"/>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135"/>
          <p:cNvGrpSpPr/>
          <p:nvPr/>
        </p:nvGrpSpPr>
        <p:grpSpPr>
          <a:xfrm>
            <a:off x="2623344" y="3084199"/>
            <a:ext cx="372824" cy="372058"/>
            <a:chOff x="-38686275" y="2314400"/>
            <a:chExt cx="316650" cy="316000"/>
          </a:xfrm>
        </p:grpSpPr>
        <p:sp>
          <p:nvSpPr>
            <p:cNvPr id="10525" name="Google Shape;10525;p135"/>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35"/>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135"/>
          <p:cNvGrpSpPr/>
          <p:nvPr/>
        </p:nvGrpSpPr>
        <p:grpSpPr>
          <a:xfrm>
            <a:off x="2621946" y="3576239"/>
            <a:ext cx="375620" cy="373736"/>
            <a:chOff x="-38686275" y="2682250"/>
            <a:chExt cx="319025" cy="317425"/>
          </a:xfrm>
        </p:grpSpPr>
        <p:sp>
          <p:nvSpPr>
            <p:cNvPr id="10528" name="Google Shape;10528;p135"/>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5"/>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135"/>
          <p:cNvGrpSpPr/>
          <p:nvPr/>
        </p:nvGrpSpPr>
        <p:grpSpPr>
          <a:xfrm>
            <a:off x="3940328" y="3574782"/>
            <a:ext cx="391368" cy="376650"/>
            <a:chOff x="-37534750" y="2668075"/>
            <a:chExt cx="332400" cy="319900"/>
          </a:xfrm>
        </p:grpSpPr>
        <p:sp>
          <p:nvSpPr>
            <p:cNvPr id="10531" name="Google Shape;10531;p135"/>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35"/>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135"/>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4" name="Google Shape;10534;p135"/>
          <p:cNvGrpSpPr/>
          <p:nvPr/>
        </p:nvGrpSpPr>
        <p:grpSpPr>
          <a:xfrm>
            <a:off x="2131694" y="1755917"/>
            <a:ext cx="375591" cy="374060"/>
            <a:chOff x="-42062025" y="2316000"/>
            <a:chExt cx="319000" cy="317700"/>
          </a:xfrm>
        </p:grpSpPr>
        <p:sp>
          <p:nvSpPr>
            <p:cNvPr id="10535" name="Google Shape;10535;p13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7" name="Google Shape;10537;p135"/>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8" name="Google Shape;10538;p135"/>
          <p:cNvGrpSpPr/>
          <p:nvPr/>
        </p:nvGrpSpPr>
        <p:grpSpPr>
          <a:xfrm>
            <a:off x="876569" y="2667020"/>
            <a:ext cx="330143" cy="368173"/>
            <a:chOff x="-40150450" y="1977325"/>
            <a:chExt cx="280400" cy="312700"/>
          </a:xfrm>
        </p:grpSpPr>
        <p:sp>
          <p:nvSpPr>
            <p:cNvPr id="10539" name="Google Shape;10539;p135"/>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5"/>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5"/>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5"/>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135"/>
          <p:cNvGrpSpPr/>
          <p:nvPr/>
        </p:nvGrpSpPr>
        <p:grpSpPr>
          <a:xfrm>
            <a:off x="870534" y="3126239"/>
            <a:ext cx="342211" cy="372824"/>
            <a:chOff x="-40160700" y="2339625"/>
            <a:chExt cx="290650" cy="316650"/>
          </a:xfrm>
        </p:grpSpPr>
        <p:sp>
          <p:nvSpPr>
            <p:cNvPr id="10544" name="Google Shape;10544;p135"/>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5"/>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5"/>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5"/>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135"/>
          <p:cNvGrpSpPr/>
          <p:nvPr/>
        </p:nvGrpSpPr>
        <p:grpSpPr>
          <a:xfrm>
            <a:off x="852359" y="3576695"/>
            <a:ext cx="375591" cy="372824"/>
            <a:chOff x="-40171725" y="2705875"/>
            <a:chExt cx="319000" cy="316650"/>
          </a:xfrm>
        </p:grpSpPr>
        <p:sp>
          <p:nvSpPr>
            <p:cNvPr id="10549" name="Google Shape;10549;p135"/>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5"/>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135"/>
          <p:cNvGrpSpPr/>
          <p:nvPr/>
        </p:nvGrpSpPr>
        <p:grpSpPr>
          <a:xfrm>
            <a:off x="3109957" y="2651151"/>
            <a:ext cx="272686" cy="373766"/>
            <a:chOff x="-38275925" y="1946600"/>
            <a:chExt cx="231600" cy="317450"/>
          </a:xfrm>
        </p:grpSpPr>
        <p:sp>
          <p:nvSpPr>
            <p:cNvPr id="10552" name="Google Shape;10552;p135"/>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35"/>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135"/>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5"/>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6" name="Google Shape;10556;p135"/>
          <p:cNvGrpSpPr/>
          <p:nvPr/>
        </p:nvGrpSpPr>
        <p:grpSpPr>
          <a:xfrm>
            <a:off x="2173841" y="4048593"/>
            <a:ext cx="382096" cy="371911"/>
            <a:chOff x="-37190575" y="1951325"/>
            <a:chExt cx="324525" cy="315875"/>
          </a:xfrm>
        </p:grpSpPr>
        <p:sp>
          <p:nvSpPr>
            <p:cNvPr id="10557" name="Google Shape;10557;p135"/>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5"/>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5"/>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5"/>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5"/>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2" name="Google Shape;10562;p135"/>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3" name="Google Shape;10563;p135"/>
          <p:cNvGrpSpPr/>
          <p:nvPr/>
        </p:nvGrpSpPr>
        <p:grpSpPr>
          <a:xfrm>
            <a:off x="2574144" y="1834744"/>
            <a:ext cx="373736" cy="293055"/>
            <a:chOff x="-41694200" y="2382950"/>
            <a:chExt cx="317425" cy="248900"/>
          </a:xfrm>
        </p:grpSpPr>
        <p:sp>
          <p:nvSpPr>
            <p:cNvPr id="10564" name="Google Shape;10564;p135"/>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5"/>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135"/>
          <p:cNvGrpSpPr/>
          <p:nvPr/>
        </p:nvGrpSpPr>
        <p:grpSpPr>
          <a:xfrm>
            <a:off x="2570967" y="2188052"/>
            <a:ext cx="375591" cy="373766"/>
            <a:chOff x="-41695775" y="2683025"/>
            <a:chExt cx="319000" cy="317450"/>
          </a:xfrm>
        </p:grpSpPr>
        <p:sp>
          <p:nvSpPr>
            <p:cNvPr id="10567" name="Google Shape;10567;p135"/>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35"/>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35"/>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135"/>
          <p:cNvGrpSpPr/>
          <p:nvPr/>
        </p:nvGrpSpPr>
        <p:grpSpPr>
          <a:xfrm>
            <a:off x="1313266" y="2680822"/>
            <a:ext cx="342211" cy="375620"/>
            <a:chOff x="-39792875" y="1971800"/>
            <a:chExt cx="290650" cy="319025"/>
          </a:xfrm>
        </p:grpSpPr>
        <p:sp>
          <p:nvSpPr>
            <p:cNvPr id="10571" name="Google Shape;10571;p135"/>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5"/>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3" name="Google Shape;10573;p135"/>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135"/>
          <p:cNvGrpSpPr/>
          <p:nvPr/>
        </p:nvGrpSpPr>
        <p:grpSpPr>
          <a:xfrm>
            <a:off x="3490328" y="2653006"/>
            <a:ext cx="383950" cy="372618"/>
            <a:chOff x="-37956150" y="1948175"/>
            <a:chExt cx="326100" cy="316475"/>
          </a:xfrm>
        </p:grpSpPr>
        <p:sp>
          <p:nvSpPr>
            <p:cNvPr id="10575" name="Google Shape;10575;p135"/>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35"/>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5"/>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135"/>
          <p:cNvGrpSpPr/>
          <p:nvPr/>
        </p:nvGrpSpPr>
        <p:grpSpPr>
          <a:xfrm>
            <a:off x="1323705" y="3129047"/>
            <a:ext cx="324609" cy="374825"/>
            <a:chOff x="-39783425" y="2337925"/>
            <a:chExt cx="275700" cy="318350"/>
          </a:xfrm>
        </p:grpSpPr>
        <p:sp>
          <p:nvSpPr>
            <p:cNvPr id="10579" name="Google Shape;10579;p135"/>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5"/>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135"/>
          <p:cNvGrpSpPr/>
          <p:nvPr/>
        </p:nvGrpSpPr>
        <p:grpSpPr>
          <a:xfrm>
            <a:off x="3497847" y="3160259"/>
            <a:ext cx="375620" cy="243015"/>
            <a:chOff x="-37953000" y="2379000"/>
            <a:chExt cx="319025" cy="206400"/>
          </a:xfrm>
        </p:grpSpPr>
        <p:sp>
          <p:nvSpPr>
            <p:cNvPr id="10582" name="Google Shape;10582;p135"/>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35"/>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35"/>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5"/>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35"/>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7" name="Google Shape;10587;p135"/>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35"/>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5"/>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90" name="Google Shape;10590;p135"/>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591" name="Google Shape;10591;p135"/>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2" name="Google Shape;10592;p135"/>
          <p:cNvGrpSpPr/>
          <p:nvPr/>
        </p:nvGrpSpPr>
        <p:grpSpPr>
          <a:xfrm>
            <a:off x="4865594" y="1782519"/>
            <a:ext cx="354107" cy="355063"/>
            <a:chOff x="-28467625" y="2331750"/>
            <a:chExt cx="296150" cy="296950"/>
          </a:xfrm>
        </p:grpSpPr>
        <p:sp>
          <p:nvSpPr>
            <p:cNvPr id="10593" name="Google Shape;10593;p135"/>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5"/>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135"/>
          <p:cNvGrpSpPr/>
          <p:nvPr/>
        </p:nvGrpSpPr>
        <p:grpSpPr>
          <a:xfrm>
            <a:off x="4879719" y="2225601"/>
            <a:ext cx="325858" cy="351327"/>
            <a:chOff x="-28461325" y="2701925"/>
            <a:chExt cx="272525" cy="293825"/>
          </a:xfrm>
        </p:grpSpPr>
        <p:sp>
          <p:nvSpPr>
            <p:cNvPr id="10596" name="Google Shape;10596;p135"/>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35"/>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35"/>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135"/>
          <p:cNvGrpSpPr/>
          <p:nvPr/>
        </p:nvGrpSpPr>
        <p:grpSpPr>
          <a:xfrm>
            <a:off x="7103910" y="1399238"/>
            <a:ext cx="354107" cy="226974"/>
            <a:chOff x="-26585200" y="2025375"/>
            <a:chExt cx="296150" cy="189825"/>
          </a:xfrm>
        </p:grpSpPr>
        <p:sp>
          <p:nvSpPr>
            <p:cNvPr id="10600" name="Google Shape;10600;p135"/>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35"/>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5"/>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5"/>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5"/>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135"/>
          <p:cNvGrpSpPr/>
          <p:nvPr/>
        </p:nvGrpSpPr>
        <p:grpSpPr>
          <a:xfrm>
            <a:off x="7104373" y="1783461"/>
            <a:ext cx="353180" cy="353180"/>
            <a:chOff x="-26584425" y="2340425"/>
            <a:chExt cx="295375" cy="295375"/>
          </a:xfrm>
        </p:grpSpPr>
        <p:sp>
          <p:nvSpPr>
            <p:cNvPr id="10606" name="Google Shape;10606;p135"/>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35"/>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5"/>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35"/>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35"/>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135"/>
          <p:cNvGrpSpPr/>
          <p:nvPr/>
        </p:nvGrpSpPr>
        <p:grpSpPr>
          <a:xfrm>
            <a:off x="7099202" y="2224555"/>
            <a:ext cx="363523" cy="353419"/>
            <a:chOff x="-26585200" y="2710400"/>
            <a:chExt cx="304025" cy="295575"/>
          </a:xfrm>
        </p:grpSpPr>
        <p:sp>
          <p:nvSpPr>
            <p:cNvPr id="10612" name="Google Shape;10612;p135"/>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35"/>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5"/>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5"/>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35"/>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35"/>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5"/>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5"/>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5"/>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35"/>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35"/>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5"/>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135"/>
          <p:cNvGrpSpPr/>
          <p:nvPr/>
        </p:nvGrpSpPr>
        <p:grpSpPr>
          <a:xfrm>
            <a:off x="5754337" y="2666033"/>
            <a:ext cx="354136" cy="353210"/>
            <a:chOff x="-24709875" y="1970225"/>
            <a:chExt cx="296175" cy="295400"/>
          </a:xfrm>
        </p:grpSpPr>
        <p:sp>
          <p:nvSpPr>
            <p:cNvPr id="10625" name="Google Shape;10625;p135"/>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5"/>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135"/>
          <p:cNvGrpSpPr/>
          <p:nvPr/>
        </p:nvGrpSpPr>
        <p:grpSpPr>
          <a:xfrm>
            <a:off x="5786352" y="3112911"/>
            <a:ext cx="290107" cy="354107"/>
            <a:chOff x="-24683100" y="2340425"/>
            <a:chExt cx="242625" cy="296150"/>
          </a:xfrm>
        </p:grpSpPr>
        <p:sp>
          <p:nvSpPr>
            <p:cNvPr id="10628" name="Google Shape;10628;p135"/>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5"/>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5"/>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5"/>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135"/>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3" name="Google Shape;10633;p135"/>
          <p:cNvGrpSpPr/>
          <p:nvPr/>
        </p:nvGrpSpPr>
        <p:grpSpPr>
          <a:xfrm>
            <a:off x="7992594" y="2666033"/>
            <a:ext cx="360713" cy="353210"/>
            <a:chOff x="-22881800" y="1971800"/>
            <a:chExt cx="301675" cy="295400"/>
          </a:xfrm>
        </p:grpSpPr>
        <p:sp>
          <p:nvSpPr>
            <p:cNvPr id="10634" name="Google Shape;10634;p135"/>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5"/>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35"/>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35"/>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5"/>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5"/>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0" name="Google Shape;10640;p135"/>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35"/>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135"/>
          <p:cNvGrpSpPr/>
          <p:nvPr/>
        </p:nvGrpSpPr>
        <p:grpSpPr>
          <a:xfrm>
            <a:off x="5368939" y="2224196"/>
            <a:ext cx="227930" cy="354136"/>
            <a:chOff x="-28043900" y="2701925"/>
            <a:chExt cx="190625" cy="296175"/>
          </a:xfrm>
        </p:grpSpPr>
        <p:sp>
          <p:nvSpPr>
            <p:cNvPr id="10643" name="Google Shape;10643;p135"/>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5"/>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5"/>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35"/>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35"/>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135"/>
          <p:cNvGrpSpPr/>
          <p:nvPr/>
        </p:nvGrpSpPr>
        <p:grpSpPr>
          <a:xfrm>
            <a:off x="7541805" y="1336135"/>
            <a:ext cx="354136" cy="353180"/>
            <a:chOff x="-26215025" y="1971025"/>
            <a:chExt cx="296175" cy="295375"/>
          </a:xfrm>
        </p:grpSpPr>
        <p:sp>
          <p:nvSpPr>
            <p:cNvPr id="10649" name="Google Shape;10649;p135"/>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5"/>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5"/>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5"/>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5"/>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5"/>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5"/>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35"/>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135"/>
          <p:cNvGrpSpPr/>
          <p:nvPr/>
        </p:nvGrpSpPr>
        <p:grpSpPr>
          <a:xfrm>
            <a:off x="7541327" y="1783924"/>
            <a:ext cx="355093" cy="352253"/>
            <a:chOff x="-26215825" y="2341200"/>
            <a:chExt cx="296975" cy="294600"/>
          </a:xfrm>
        </p:grpSpPr>
        <p:sp>
          <p:nvSpPr>
            <p:cNvPr id="10658" name="Google Shape;10658;p135"/>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5"/>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135"/>
          <p:cNvGrpSpPr/>
          <p:nvPr/>
        </p:nvGrpSpPr>
        <p:grpSpPr>
          <a:xfrm>
            <a:off x="7573357" y="2224674"/>
            <a:ext cx="291033" cy="353180"/>
            <a:chOff x="-26179575" y="2710600"/>
            <a:chExt cx="243400" cy="295375"/>
          </a:xfrm>
        </p:grpSpPr>
        <p:sp>
          <p:nvSpPr>
            <p:cNvPr id="10661" name="Google Shape;10661;p135"/>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35"/>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5"/>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135"/>
          <p:cNvGrpSpPr/>
          <p:nvPr/>
        </p:nvGrpSpPr>
        <p:grpSpPr>
          <a:xfrm>
            <a:off x="6212417" y="2666048"/>
            <a:ext cx="337187" cy="353180"/>
            <a:chOff x="-24328675" y="1971025"/>
            <a:chExt cx="282000" cy="295375"/>
          </a:xfrm>
        </p:grpSpPr>
        <p:sp>
          <p:nvSpPr>
            <p:cNvPr id="10665" name="Google Shape;10665;p135"/>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5"/>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135"/>
          <p:cNvGrpSpPr/>
          <p:nvPr/>
        </p:nvGrpSpPr>
        <p:grpSpPr>
          <a:xfrm>
            <a:off x="6214778" y="3113374"/>
            <a:ext cx="332464" cy="353180"/>
            <a:chOff x="-24330250" y="2340425"/>
            <a:chExt cx="278050" cy="295375"/>
          </a:xfrm>
        </p:grpSpPr>
        <p:sp>
          <p:nvSpPr>
            <p:cNvPr id="10668" name="Google Shape;10668;p135"/>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35"/>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35"/>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35"/>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5"/>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35"/>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35"/>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135"/>
          <p:cNvGrpSpPr/>
          <p:nvPr/>
        </p:nvGrpSpPr>
        <p:grpSpPr>
          <a:xfrm>
            <a:off x="6204420" y="3554587"/>
            <a:ext cx="353180" cy="353180"/>
            <a:chOff x="-24338900" y="2710600"/>
            <a:chExt cx="295375" cy="295375"/>
          </a:xfrm>
        </p:grpSpPr>
        <p:sp>
          <p:nvSpPr>
            <p:cNvPr id="10676" name="Google Shape;10676;p135"/>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5"/>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135"/>
          <p:cNvGrpSpPr/>
          <p:nvPr/>
        </p:nvGrpSpPr>
        <p:grpSpPr>
          <a:xfrm>
            <a:off x="7995419" y="3113972"/>
            <a:ext cx="355063" cy="351984"/>
            <a:chOff x="-22859750" y="2335900"/>
            <a:chExt cx="296950" cy="294375"/>
          </a:xfrm>
        </p:grpSpPr>
        <p:sp>
          <p:nvSpPr>
            <p:cNvPr id="10679" name="Google Shape;10679;p135"/>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35"/>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5"/>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135"/>
          <p:cNvGrpSpPr/>
          <p:nvPr/>
        </p:nvGrpSpPr>
        <p:grpSpPr>
          <a:xfrm>
            <a:off x="5774767" y="1336120"/>
            <a:ext cx="311749" cy="353210"/>
            <a:chOff x="-27710725" y="1959200"/>
            <a:chExt cx="260725" cy="295400"/>
          </a:xfrm>
        </p:grpSpPr>
        <p:sp>
          <p:nvSpPr>
            <p:cNvPr id="10683" name="Google Shape;10683;p135"/>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35"/>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135"/>
          <p:cNvGrpSpPr/>
          <p:nvPr/>
        </p:nvGrpSpPr>
        <p:grpSpPr>
          <a:xfrm>
            <a:off x="5752631" y="1844666"/>
            <a:ext cx="356020" cy="230770"/>
            <a:chOff x="-27728850" y="2382950"/>
            <a:chExt cx="297750" cy="193000"/>
          </a:xfrm>
        </p:grpSpPr>
        <p:sp>
          <p:nvSpPr>
            <p:cNvPr id="10686" name="Google Shape;10686;p135"/>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5"/>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5"/>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9" name="Google Shape;10689;p135"/>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35"/>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1" name="Google Shape;10691;p135"/>
          <p:cNvGrpSpPr/>
          <p:nvPr/>
        </p:nvGrpSpPr>
        <p:grpSpPr>
          <a:xfrm>
            <a:off x="7983975" y="1792877"/>
            <a:ext cx="354136" cy="334348"/>
            <a:chOff x="-25844850" y="2357750"/>
            <a:chExt cx="296175" cy="279625"/>
          </a:xfrm>
        </p:grpSpPr>
        <p:sp>
          <p:nvSpPr>
            <p:cNvPr id="10692" name="Google Shape;10692;p135"/>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35"/>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5"/>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5"/>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35"/>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35"/>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8" name="Google Shape;10698;p135"/>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9" name="Google Shape;10699;p135"/>
          <p:cNvGrpSpPr/>
          <p:nvPr/>
        </p:nvGrpSpPr>
        <p:grpSpPr>
          <a:xfrm>
            <a:off x="6712883" y="2666033"/>
            <a:ext cx="228887" cy="353210"/>
            <a:chOff x="-23917525" y="1970225"/>
            <a:chExt cx="191425" cy="295400"/>
          </a:xfrm>
        </p:grpSpPr>
        <p:sp>
          <p:nvSpPr>
            <p:cNvPr id="10700" name="Google Shape;10700;p135"/>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5"/>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35"/>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35"/>
          <p:cNvGrpSpPr/>
          <p:nvPr/>
        </p:nvGrpSpPr>
        <p:grpSpPr>
          <a:xfrm>
            <a:off x="6668164" y="3112911"/>
            <a:ext cx="318325" cy="354107"/>
            <a:chOff x="-23952175" y="2340425"/>
            <a:chExt cx="266225" cy="296150"/>
          </a:xfrm>
        </p:grpSpPr>
        <p:sp>
          <p:nvSpPr>
            <p:cNvPr id="10704" name="Google Shape;10704;p135"/>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5"/>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6" name="Google Shape;10706;p135"/>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7" name="Google Shape;10707;p135"/>
          <p:cNvGrpSpPr/>
          <p:nvPr/>
        </p:nvGrpSpPr>
        <p:grpSpPr>
          <a:xfrm>
            <a:off x="8053336" y="3553167"/>
            <a:ext cx="239230" cy="356020"/>
            <a:chOff x="-22811700" y="2700350"/>
            <a:chExt cx="200075" cy="297750"/>
          </a:xfrm>
        </p:grpSpPr>
        <p:sp>
          <p:nvSpPr>
            <p:cNvPr id="10708" name="Google Shape;10708;p135"/>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5"/>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5"/>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135"/>
          <p:cNvGrpSpPr/>
          <p:nvPr/>
        </p:nvGrpSpPr>
        <p:grpSpPr>
          <a:xfrm>
            <a:off x="6201787" y="1335656"/>
            <a:ext cx="355063" cy="354136"/>
            <a:chOff x="-27358650" y="1961575"/>
            <a:chExt cx="296950" cy="296175"/>
          </a:xfrm>
        </p:grpSpPr>
        <p:sp>
          <p:nvSpPr>
            <p:cNvPr id="10712" name="Google Shape;10712;p135"/>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5"/>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4" name="Google Shape;10714;p135"/>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5"/>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6" name="Google Shape;10716;p135"/>
          <p:cNvGrpSpPr/>
          <p:nvPr/>
        </p:nvGrpSpPr>
        <p:grpSpPr>
          <a:xfrm>
            <a:off x="7100357" y="2666048"/>
            <a:ext cx="354136" cy="353180"/>
            <a:chOff x="-23599325" y="1971025"/>
            <a:chExt cx="296175" cy="295375"/>
          </a:xfrm>
        </p:grpSpPr>
        <p:sp>
          <p:nvSpPr>
            <p:cNvPr id="10717" name="Google Shape;10717;p135"/>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5"/>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9" name="Google Shape;10719;p135"/>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5"/>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35"/>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135"/>
          <p:cNvGrpSpPr/>
          <p:nvPr/>
        </p:nvGrpSpPr>
        <p:grpSpPr>
          <a:xfrm>
            <a:off x="6644801" y="1335776"/>
            <a:ext cx="360713" cy="353897"/>
            <a:chOff x="-26993200" y="1961775"/>
            <a:chExt cx="301675" cy="295975"/>
          </a:xfrm>
        </p:grpSpPr>
        <p:sp>
          <p:nvSpPr>
            <p:cNvPr id="10723" name="Google Shape;10723;p135"/>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35"/>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35"/>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135"/>
          <p:cNvGrpSpPr/>
          <p:nvPr/>
        </p:nvGrpSpPr>
        <p:grpSpPr>
          <a:xfrm>
            <a:off x="6669761" y="1783461"/>
            <a:ext cx="310792" cy="353180"/>
            <a:chOff x="-26970350" y="2332550"/>
            <a:chExt cx="259925" cy="295375"/>
          </a:xfrm>
        </p:grpSpPr>
        <p:sp>
          <p:nvSpPr>
            <p:cNvPr id="10727" name="Google Shape;10727;p135"/>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5"/>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135"/>
          <p:cNvGrpSpPr/>
          <p:nvPr/>
        </p:nvGrpSpPr>
        <p:grpSpPr>
          <a:xfrm>
            <a:off x="6649046" y="2256226"/>
            <a:ext cx="352223" cy="290077"/>
            <a:chOff x="-26986100" y="2735800"/>
            <a:chExt cx="294575" cy="242600"/>
          </a:xfrm>
        </p:grpSpPr>
        <p:sp>
          <p:nvSpPr>
            <p:cNvPr id="10730" name="Google Shape;10730;p135"/>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5"/>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135"/>
          <p:cNvGrpSpPr/>
          <p:nvPr/>
        </p:nvGrpSpPr>
        <p:grpSpPr>
          <a:xfrm>
            <a:off x="7548093" y="2665569"/>
            <a:ext cx="355063" cy="354136"/>
            <a:chOff x="-23229925" y="1970225"/>
            <a:chExt cx="296950" cy="296175"/>
          </a:xfrm>
        </p:grpSpPr>
        <p:sp>
          <p:nvSpPr>
            <p:cNvPr id="10733" name="Google Shape;10733;p135"/>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5"/>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5"/>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5"/>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135"/>
          <p:cNvGrpSpPr/>
          <p:nvPr/>
        </p:nvGrpSpPr>
        <p:grpSpPr>
          <a:xfrm>
            <a:off x="7590466" y="3112432"/>
            <a:ext cx="270318" cy="355063"/>
            <a:chOff x="-23177950" y="2340425"/>
            <a:chExt cx="226075" cy="296950"/>
          </a:xfrm>
        </p:grpSpPr>
        <p:sp>
          <p:nvSpPr>
            <p:cNvPr id="10738" name="Google Shape;10738;p135"/>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5"/>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135"/>
          <p:cNvGrpSpPr/>
          <p:nvPr/>
        </p:nvGrpSpPr>
        <p:grpSpPr>
          <a:xfrm>
            <a:off x="7548556" y="3554109"/>
            <a:ext cx="354136" cy="354136"/>
            <a:chOff x="-23229150" y="2710600"/>
            <a:chExt cx="296175" cy="296175"/>
          </a:xfrm>
        </p:grpSpPr>
        <p:sp>
          <p:nvSpPr>
            <p:cNvPr id="10741" name="Google Shape;10741;p135"/>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5"/>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3" name="Google Shape;10743;p135"/>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5"/>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5" name="Google Shape;10745;p135"/>
          <p:cNvGrpSpPr/>
          <p:nvPr/>
        </p:nvGrpSpPr>
        <p:grpSpPr>
          <a:xfrm>
            <a:off x="4865631" y="3123732"/>
            <a:ext cx="356946" cy="332464"/>
            <a:chOff x="-25477800" y="2357750"/>
            <a:chExt cx="298525" cy="278050"/>
          </a:xfrm>
        </p:grpSpPr>
        <p:sp>
          <p:nvSpPr>
            <p:cNvPr id="10746" name="Google Shape;10746;p135"/>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5"/>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8" name="Google Shape;10748;p135"/>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5"/>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0" name="Google Shape;10750;p135"/>
          <p:cNvGrpSpPr/>
          <p:nvPr/>
        </p:nvGrpSpPr>
        <p:grpSpPr>
          <a:xfrm>
            <a:off x="5308265" y="3112911"/>
            <a:ext cx="353180" cy="354107"/>
            <a:chOff x="-25104475" y="2340425"/>
            <a:chExt cx="295375" cy="296150"/>
          </a:xfrm>
        </p:grpSpPr>
        <p:sp>
          <p:nvSpPr>
            <p:cNvPr id="10751" name="Google Shape;10751;p135"/>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35"/>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35"/>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35"/>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5"/>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35"/>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35"/>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5"/>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35"/>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0" name="Google Shape;10760;p135"/>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64" name="Shape 10764"/>
        <p:cNvGrpSpPr/>
        <p:nvPr/>
      </p:nvGrpSpPr>
      <p:grpSpPr>
        <a:xfrm>
          <a:off x="0" y="0"/>
          <a:ext cx="0" cy="0"/>
          <a:chOff x="0" y="0"/>
          <a:chExt cx="0" cy="0"/>
        </a:xfrm>
      </p:grpSpPr>
      <p:sp>
        <p:nvSpPr>
          <p:cNvPr id="10765" name="Google Shape;10765;p136"/>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66" name="Google Shape;10766;p136"/>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767" name="Google Shape;10767;p136"/>
          <p:cNvGrpSpPr/>
          <p:nvPr/>
        </p:nvGrpSpPr>
        <p:grpSpPr>
          <a:xfrm>
            <a:off x="854368" y="1313920"/>
            <a:ext cx="366269" cy="366240"/>
            <a:chOff x="-65131525" y="1914325"/>
            <a:chExt cx="316650" cy="316625"/>
          </a:xfrm>
        </p:grpSpPr>
        <p:sp>
          <p:nvSpPr>
            <p:cNvPr id="10768" name="Google Shape;10768;p13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3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136"/>
          <p:cNvGrpSpPr/>
          <p:nvPr/>
        </p:nvGrpSpPr>
        <p:grpSpPr>
          <a:xfrm>
            <a:off x="854368" y="1794207"/>
            <a:ext cx="366269" cy="366269"/>
            <a:chOff x="-65131525" y="2281350"/>
            <a:chExt cx="316650" cy="316650"/>
          </a:xfrm>
        </p:grpSpPr>
        <p:sp>
          <p:nvSpPr>
            <p:cNvPr id="10771" name="Google Shape;10771;p13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3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136"/>
          <p:cNvGrpSpPr/>
          <p:nvPr/>
        </p:nvGrpSpPr>
        <p:grpSpPr>
          <a:xfrm>
            <a:off x="857564" y="2259206"/>
            <a:ext cx="359878" cy="367165"/>
            <a:chOff x="-65129950" y="2646800"/>
            <a:chExt cx="311125" cy="317425"/>
          </a:xfrm>
        </p:grpSpPr>
        <p:sp>
          <p:nvSpPr>
            <p:cNvPr id="10774" name="Google Shape;10774;p13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136"/>
          <p:cNvGrpSpPr/>
          <p:nvPr/>
        </p:nvGrpSpPr>
        <p:grpSpPr>
          <a:xfrm>
            <a:off x="3060897" y="1312532"/>
            <a:ext cx="368987" cy="369016"/>
            <a:chOff x="-63252250" y="1930850"/>
            <a:chExt cx="319000" cy="319025"/>
          </a:xfrm>
        </p:grpSpPr>
        <p:sp>
          <p:nvSpPr>
            <p:cNvPr id="10777" name="Google Shape;10777;p13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9" name="Google Shape;10779;p136"/>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0" name="Google Shape;10780;p136"/>
          <p:cNvGrpSpPr/>
          <p:nvPr/>
        </p:nvGrpSpPr>
        <p:grpSpPr>
          <a:xfrm>
            <a:off x="3061808" y="2258743"/>
            <a:ext cx="367165" cy="368091"/>
            <a:chOff x="-63250675" y="2664125"/>
            <a:chExt cx="317425" cy="318225"/>
          </a:xfrm>
        </p:grpSpPr>
        <p:sp>
          <p:nvSpPr>
            <p:cNvPr id="10781" name="Google Shape;10781;p13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3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136"/>
          <p:cNvGrpSpPr/>
          <p:nvPr/>
        </p:nvGrpSpPr>
        <p:grpSpPr>
          <a:xfrm>
            <a:off x="1738471" y="2735150"/>
            <a:ext cx="363522" cy="361266"/>
            <a:chOff x="-61354075" y="1940500"/>
            <a:chExt cx="314275" cy="312325"/>
          </a:xfrm>
        </p:grpSpPr>
        <p:sp>
          <p:nvSpPr>
            <p:cNvPr id="10784" name="Google Shape;10784;p13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3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3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3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136"/>
          <p:cNvGrpSpPr/>
          <p:nvPr/>
        </p:nvGrpSpPr>
        <p:grpSpPr>
          <a:xfrm>
            <a:off x="1737098" y="3183702"/>
            <a:ext cx="366269" cy="336195"/>
            <a:chOff x="-61354875" y="2322300"/>
            <a:chExt cx="316650" cy="290650"/>
          </a:xfrm>
        </p:grpSpPr>
        <p:sp>
          <p:nvSpPr>
            <p:cNvPr id="10789" name="Google Shape;10789;p13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136"/>
          <p:cNvGrpSpPr/>
          <p:nvPr/>
        </p:nvGrpSpPr>
        <p:grpSpPr>
          <a:xfrm>
            <a:off x="1737098" y="3611266"/>
            <a:ext cx="366269" cy="366269"/>
            <a:chOff x="-61354875" y="2671225"/>
            <a:chExt cx="316650" cy="316650"/>
          </a:xfrm>
        </p:grpSpPr>
        <p:sp>
          <p:nvSpPr>
            <p:cNvPr id="10793" name="Google Shape;10793;p13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3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136"/>
          <p:cNvGrpSpPr/>
          <p:nvPr/>
        </p:nvGrpSpPr>
        <p:grpSpPr>
          <a:xfrm>
            <a:off x="3952502" y="2731001"/>
            <a:ext cx="368987" cy="369566"/>
            <a:chOff x="-59502375" y="1904375"/>
            <a:chExt cx="319000" cy="319500"/>
          </a:xfrm>
        </p:grpSpPr>
        <p:sp>
          <p:nvSpPr>
            <p:cNvPr id="10799" name="Google Shape;10799;p13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3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136"/>
          <p:cNvGrpSpPr/>
          <p:nvPr/>
        </p:nvGrpSpPr>
        <p:grpSpPr>
          <a:xfrm>
            <a:off x="1298621" y="1315207"/>
            <a:ext cx="368987" cy="363666"/>
            <a:chOff x="-64774725" y="1916550"/>
            <a:chExt cx="319000" cy="314400"/>
          </a:xfrm>
        </p:grpSpPr>
        <p:sp>
          <p:nvSpPr>
            <p:cNvPr id="10803" name="Google Shape;10803;p13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3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136"/>
          <p:cNvGrpSpPr/>
          <p:nvPr/>
        </p:nvGrpSpPr>
        <p:grpSpPr>
          <a:xfrm>
            <a:off x="1299979" y="1792386"/>
            <a:ext cx="366269" cy="369913"/>
            <a:chOff x="-64764500" y="2280550"/>
            <a:chExt cx="316650" cy="319800"/>
          </a:xfrm>
        </p:grpSpPr>
        <p:sp>
          <p:nvSpPr>
            <p:cNvPr id="10806" name="Google Shape;10806;p13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3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8" name="Google Shape;10808;p136"/>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9" name="Google Shape;10809;p136"/>
          <p:cNvGrpSpPr/>
          <p:nvPr/>
        </p:nvGrpSpPr>
        <p:grpSpPr>
          <a:xfrm>
            <a:off x="3512023" y="1352163"/>
            <a:ext cx="365344" cy="289753"/>
            <a:chOff x="-62882850" y="1999375"/>
            <a:chExt cx="315850" cy="250500"/>
          </a:xfrm>
        </p:grpSpPr>
        <p:sp>
          <p:nvSpPr>
            <p:cNvPr id="10810" name="Google Shape;10810;p13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3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136"/>
          <p:cNvGrpSpPr/>
          <p:nvPr/>
        </p:nvGrpSpPr>
        <p:grpSpPr>
          <a:xfrm>
            <a:off x="3503362" y="1793745"/>
            <a:ext cx="382665" cy="367194"/>
            <a:chOff x="-62890750" y="2296300"/>
            <a:chExt cx="330825" cy="317450"/>
          </a:xfrm>
        </p:grpSpPr>
        <p:sp>
          <p:nvSpPr>
            <p:cNvPr id="10813" name="Google Shape;10813;p13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136"/>
          <p:cNvGrpSpPr/>
          <p:nvPr/>
        </p:nvGrpSpPr>
        <p:grpSpPr>
          <a:xfrm>
            <a:off x="3512023" y="2259206"/>
            <a:ext cx="365344" cy="367165"/>
            <a:chOff x="-62882850" y="2664925"/>
            <a:chExt cx="315850" cy="317425"/>
          </a:xfrm>
        </p:grpSpPr>
        <p:sp>
          <p:nvSpPr>
            <p:cNvPr id="10817" name="Google Shape;10817;p13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9" name="Google Shape;10819;p136"/>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0" name="Google Shape;10820;p136"/>
          <p:cNvGrpSpPr/>
          <p:nvPr/>
        </p:nvGrpSpPr>
        <p:grpSpPr>
          <a:xfrm>
            <a:off x="2183172" y="3171846"/>
            <a:ext cx="366269" cy="359907"/>
            <a:chOff x="-60988625" y="2310475"/>
            <a:chExt cx="316650" cy="311150"/>
          </a:xfrm>
        </p:grpSpPr>
        <p:sp>
          <p:nvSpPr>
            <p:cNvPr id="10821" name="Google Shape;10821;p13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3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3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3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3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136"/>
          <p:cNvGrpSpPr/>
          <p:nvPr/>
        </p:nvGrpSpPr>
        <p:grpSpPr>
          <a:xfrm>
            <a:off x="2183634" y="3610009"/>
            <a:ext cx="365344" cy="368785"/>
            <a:chOff x="-60987050" y="2671400"/>
            <a:chExt cx="315850" cy="318825"/>
          </a:xfrm>
        </p:grpSpPr>
        <p:sp>
          <p:nvSpPr>
            <p:cNvPr id="10828" name="Google Shape;10828;p13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3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136"/>
          <p:cNvGrpSpPr/>
          <p:nvPr/>
        </p:nvGrpSpPr>
        <p:grpSpPr>
          <a:xfrm>
            <a:off x="3952500" y="3172771"/>
            <a:ext cx="368987" cy="358056"/>
            <a:chOff x="-59481900" y="2290800"/>
            <a:chExt cx="319000" cy="309550"/>
          </a:xfrm>
        </p:grpSpPr>
        <p:sp>
          <p:nvSpPr>
            <p:cNvPr id="10831" name="Google Shape;10831;p13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3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136"/>
          <p:cNvGrpSpPr/>
          <p:nvPr/>
        </p:nvGrpSpPr>
        <p:grpSpPr>
          <a:xfrm>
            <a:off x="1741805" y="1313544"/>
            <a:ext cx="368987" cy="366992"/>
            <a:chOff x="-64401400" y="1914475"/>
            <a:chExt cx="319000" cy="317275"/>
          </a:xfrm>
        </p:grpSpPr>
        <p:sp>
          <p:nvSpPr>
            <p:cNvPr id="10838" name="Google Shape;10838;p13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3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136"/>
          <p:cNvGrpSpPr/>
          <p:nvPr/>
        </p:nvGrpSpPr>
        <p:grpSpPr>
          <a:xfrm>
            <a:off x="1806493" y="1794583"/>
            <a:ext cx="239610" cy="365517"/>
            <a:chOff x="-64343900" y="2282125"/>
            <a:chExt cx="207150" cy="316000"/>
          </a:xfrm>
        </p:grpSpPr>
        <p:sp>
          <p:nvSpPr>
            <p:cNvPr id="10842" name="Google Shape;10842;p13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3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4" name="Google Shape;10844;p136"/>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136"/>
          <p:cNvGrpSpPr/>
          <p:nvPr/>
        </p:nvGrpSpPr>
        <p:grpSpPr>
          <a:xfrm>
            <a:off x="3986941" y="1313804"/>
            <a:ext cx="318873" cy="366471"/>
            <a:chOff x="-62496925" y="1931475"/>
            <a:chExt cx="275675" cy="316825"/>
          </a:xfrm>
        </p:grpSpPr>
        <p:sp>
          <p:nvSpPr>
            <p:cNvPr id="10846" name="Google Shape;10846;p13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136"/>
          <p:cNvGrpSpPr/>
          <p:nvPr/>
        </p:nvGrpSpPr>
        <p:grpSpPr>
          <a:xfrm>
            <a:off x="3963691" y="1793629"/>
            <a:ext cx="365373" cy="367426"/>
            <a:chOff x="-62516625" y="2297875"/>
            <a:chExt cx="315875" cy="317650"/>
          </a:xfrm>
        </p:grpSpPr>
        <p:sp>
          <p:nvSpPr>
            <p:cNvPr id="10849" name="Google Shape;10849;p13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3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136"/>
          <p:cNvGrpSpPr/>
          <p:nvPr/>
        </p:nvGrpSpPr>
        <p:grpSpPr>
          <a:xfrm>
            <a:off x="3962332" y="2275588"/>
            <a:ext cx="368091" cy="334402"/>
            <a:chOff x="-62518200" y="2692475"/>
            <a:chExt cx="318225" cy="289100"/>
          </a:xfrm>
        </p:grpSpPr>
        <p:sp>
          <p:nvSpPr>
            <p:cNvPr id="10852" name="Google Shape;10852;p13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136"/>
          <p:cNvGrpSpPr/>
          <p:nvPr/>
        </p:nvGrpSpPr>
        <p:grpSpPr>
          <a:xfrm>
            <a:off x="2648986" y="2733112"/>
            <a:ext cx="309793" cy="365344"/>
            <a:chOff x="-60597975" y="1939525"/>
            <a:chExt cx="267825" cy="315850"/>
          </a:xfrm>
        </p:grpSpPr>
        <p:sp>
          <p:nvSpPr>
            <p:cNvPr id="10855" name="Google Shape;10855;p13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3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136"/>
          <p:cNvGrpSpPr/>
          <p:nvPr/>
        </p:nvGrpSpPr>
        <p:grpSpPr>
          <a:xfrm>
            <a:off x="2619389" y="3167537"/>
            <a:ext cx="368987" cy="368525"/>
            <a:chOff x="-60620800" y="2304600"/>
            <a:chExt cx="319000" cy="318600"/>
          </a:xfrm>
        </p:grpSpPr>
        <p:sp>
          <p:nvSpPr>
            <p:cNvPr id="10858" name="Google Shape;10858;p13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3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3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136"/>
          <p:cNvGrpSpPr/>
          <p:nvPr/>
        </p:nvGrpSpPr>
        <p:grpSpPr>
          <a:xfrm>
            <a:off x="2620748" y="3663188"/>
            <a:ext cx="366269" cy="262426"/>
            <a:chOff x="-60621600" y="2716100"/>
            <a:chExt cx="316650" cy="226875"/>
          </a:xfrm>
        </p:grpSpPr>
        <p:sp>
          <p:nvSpPr>
            <p:cNvPr id="10862" name="Google Shape;10862;p13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136"/>
          <p:cNvGrpSpPr/>
          <p:nvPr/>
        </p:nvGrpSpPr>
        <p:grpSpPr>
          <a:xfrm>
            <a:off x="3957965" y="3611281"/>
            <a:ext cx="358056" cy="366240"/>
            <a:chOff x="-59475600" y="2658625"/>
            <a:chExt cx="309550" cy="316625"/>
          </a:xfrm>
        </p:grpSpPr>
        <p:sp>
          <p:nvSpPr>
            <p:cNvPr id="10865" name="Google Shape;10865;p13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3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3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3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3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2" name="Google Shape;10872;p136"/>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6"/>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4" name="Google Shape;10874;p136"/>
          <p:cNvGrpSpPr/>
          <p:nvPr/>
        </p:nvGrpSpPr>
        <p:grpSpPr>
          <a:xfrm>
            <a:off x="2233086" y="2259206"/>
            <a:ext cx="263294" cy="367165"/>
            <a:chOff x="-63987100" y="2646800"/>
            <a:chExt cx="227625" cy="317425"/>
          </a:xfrm>
        </p:grpSpPr>
        <p:sp>
          <p:nvSpPr>
            <p:cNvPr id="10875" name="Google Shape;10875;p13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3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136"/>
          <p:cNvGrpSpPr/>
          <p:nvPr/>
        </p:nvGrpSpPr>
        <p:grpSpPr>
          <a:xfrm>
            <a:off x="852428" y="2730827"/>
            <a:ext cx="358056" cy="369913"/>
            <a:chOff x="-62148000" y="1930075"/>
            <a:chExt cx="309550" cy="319800"/>
          </a:xfrm>
        </p:grpSpPr>
        <p:sp>
          <p:nvSpPr>
            <p:cNvPr id="10878" name="Google Shape;10878;p13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3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136"/>
          <p:cNvGrpSpPr/>
          <p:nvPr/>
        </p:nvGrpSpPr>
        <p:grpSpPr>
          <a:xfrm>
            <a:off x="849695" y="3169113"/>
            <a:ext cx="363522" cy="365373"/>
            <a:chOff x="-62150375" y="2297875"/>
            <a:chExt cx="314275" cy="315875"/>
          </a:xfrm>
        </p:grpSpPr>
        <p:sp>
          <p:nvSpPr>
            <p:cNvPr id="10881" name="Google Shape;10881;p13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136"/>
          <p:cNvGrpSpPr/>
          <p:nvPr/>
        </p:nvGrpSpPr>
        <p:grpSpPr>
          <a:xfrm>
            <a:off x="848322" y="3610356"/>
            <a:ext cx="366269" cy="368091"/>
            <a:chOff x="-62150375" y="2664925"/>
            <a:chExt cx="316650" cy="318225"/>
          </a:xfrm>
        </p:grpSpPr>
        <p:sp>
          <p:nvSpPr>
            <p:cNvPr id="10887" name="Google Shape;10887;p13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3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3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136"/>
          <p:cNvGrpSpPr/>
          <p:nvPr/>
        </p:nvGrpSpPr>
        <p:grpSpPr>
          <a:xfrm>
            <a:off x="3065911" y="2731333"/>
            <a:ext cx="367165" cy="368901"/>
            <a:chOff x="-60254550" y="1938025"/>
            <a:chExt cx="317425" cy="318925"/>
          </a:xfrm>
        </p:grpSpPr>
        <p:sp>
          <p:nvSpPr>
            <p:cNvPr id="10892" name="Google Shape;10892;p13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3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3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3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136"/>
          <p:cNvGrpSpPr/>
          <p:nvPr/>
        </p:nvGrpSpPr>
        <p:grpSpPr>
          <a:xfrm>
            <a:off x="3094149" y="3609907"/>
            <a:ext cx="310690" cy="368987"/>
            <a:chOff x="-60232500" y="2671225"/>
            <a:chExt cx="268600" cy="319000"/>
          </a:xfrm>
        </p:grpSpPr>
        <p:sp>
          <p:nvSpPr>
            <p:cNvPr id="10897" name="Google Shape;10897;p13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3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136"/>
          <p:cNvGrpSpPr/>
          <p:nvPr/>
        </p:nvGrpSpPr>
        <p:grpSpPr>
          <a:xfrm>
            <a:off x="2179643" y="4058541"/>
            <a:ext cx="365373" cy="368987"/>
            <a:chOff x="-59100700" y="1911950"/>
            <a:chExt cx="315875" cy="319000"/>
          </a:xfrm>
        </p:grpSpPr>
        <p:sp>
          <p:nvSpPr>
            <p:cNvPr id="10900" name="Google Shape;10900;p13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3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136"/>
          <p:cNvGrpSpPr/>
          <p:nvPr/>
        </p:nvGrpSpPr>
        <p:grpSpPr>
          <a:xfrm>
            <a:off x="2621810" y="1314021"/>
            <a:ext cx="379918" cy="366038"/>
            <a:chOff x="-63665750" y="1914325"/>
            <a:chExt cx="328450" cy="316450"/>
          </a:xfrm>
        </p:grpSpPr>
        <p:sp>
          <p:nvSpPr>
            <p:cNvPr id="10911" name="Google Shape;10911;p13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136"/>
          <p:cNvGrpSpPr/>
          <p:nvPr/>
        </p:nvGrpSpPr>
        <p:grpSpPr>
          <a:xfrm>
            <a:off x="2626814" y="1793065"/>
            <a:ext cx="369913" cy="368554"/>
            <a:chOff x="-63666550" y="2278975"/>
            <a:chExt cx="319800" cy="318625"/>
          </a:xfrm>
        </p:grpSpPr>
        <p:sp>
          <p:nvSpPr>
            <p:cNvPr id="10914" name="Google Shape;10914;p13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136"/>
          <p:cNvGrpSpPr/>
          <p:nvPr/>
        </p:nvGrpSpPr>
        <p:grpSpPr>
          <a:xfrm>
            <a:off x="2624081" y="2259090"/>
            <a:ext cx="375378" cy="367397"/>
            <a:chOff x="-63669700" y="2646600"/>
            <a:chExt cx="324525" cy="317625"/>
          </a:xfrm>
        </p:grpSpPr>
        <p:sp>
          <p:nvSpPr>
            <p:cNvPr id="10917" name="Google Shape;10917;p13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136"/>
          <p:cNvGrpSpPr/>
          <p:nvPr/>
        </p:nvGrpSpPr>
        <p:grpSpPr>
          <a:xfrm>
            <a:off x="1286361" y="2732418"/>
            <a:ext cx="366269" cy="366732"/>
            <a:chOff x="-61784125" y="1931250"/>
            <a:chExt cx="316650" cy="317050"/>
          </a:xfrm>
        </p:grpSpPr>
        <p:sp>
          <p:nvSpPr>
            <p:cNvPr id="10920" name="Google Shape;10920;p13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136"/>
          <p:cNvGrpSpPr/>
          <p:nvPr/>
        </p:nvGrpSpPr>
        <p:grpSpPr>
          <a:xfrm>
            <a:off x="1286360" y="3168665"/>
            <a:ext cx="366269" cy="366269"/>
            <a:chOff x="-61783350" y="2297100"/>
            <a:chExt cx="316650" cy="316650"/>
          </a:xfrm>
        </p:grpSpPr>
        <p:sp>
          <p:nvSpPr>
            <p:cNvPr id="10925" name="Google Shape;10925;p13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136"/>
          <p:cNvGrpSpPr/>
          <p:nvPr/>
        </p:nvGrpSpPr>
        <p:grpSpPr>
          <a:xfrm>
            <a:off x="1286360" y="3609748"/>
            <a:ext cx="366269" cy="369305"/>
            <a:chOff x="-61782550" y="2664925"/>
            <a:chExt cx="316650" cy="319275"/>
          </a:xfrm>
        </p:grpSpPr>
        <p:sp>
          <p:nvSpPr>
            <p:cNvPr id="10928" name="Google Shape;10928;p13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136"/>
          <p:cNvGrpSpPr/>
          <p:nvPr/>
        </p:nvGrpSpPr>
        <p:grpSpPr>
          <a:xfrm>
            <a:off x="3508137" y="2741136"/>
            <a:ext cx="367165" cy="349294"/>
            <a:chOff x="-59889100" y="1945025"/>
            <a:chExt cx="317425" cy="301975"/>
          </a:xfrm>
        </p:grpSpPr>
        <p:sp>
          <p:nvSpPr>
            <p:cNvPr id="10932" name="Google Shape;10932;p13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136"/>
          <p:cNvGrpSpPr/>
          <p:nvPr/>
        </p:nvGrpSpPr>
        <p:grpSpPr>
          <a:xfrm>
            <a:off x="3040249" y="3168589"/>
            <a:ext cx="366648" cy="366420"/>
            <a:chOff x="6479471" y="2079003"/>
            <a:chExt cx="348923" cy="348706"/>
          </a:xfrm>
        </p:grpSpPr>
        <p:sp>
          <p:nvSpPr>
            <p:cNvPr id="10937" name="Google Shape;10937;p13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8" name="Google Shape;10938;p136"/>
            <p:cNvGrpSpPr/>
            <p:nvPr/>
          </p:nvGrpSpPr>
          <p:grpSpPr>
            <a:xfrm>
              <a:off x="6520582" y="2079003"/>
              <a:ext cx="307811" cy="348706"/>
              <a:chOff x="-60218325" y="2304850"/>
              <a:chExt cx="279625" cy="316775"/>
            </a:xfrm>
          </p:grpSpPr>
          <p:sp>
            <p:nvSpPr>
              <p:cNvPr id="10939" name="Google Shape;10939;p13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3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3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3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3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46" name="Google Shape;10946;p136"/>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7" name="Google Shape;10947;p136"/>
          <p:cNvGrpSpPr/>
          <p:nvPr/>
        </p:nvGrpSpPr>
        <p:grpSpPr>
          <a:xfrm>
            <a:off x="3507226" y="3611671"/>
            <a:ext cx="368987" cy="365459"/>
            <a:chOff x="-59889100" y="2671925"/>
            <a:chExt cx="319000" cy="315950"/>
          </a:xfrm>
        </p:grpSpPr>
        <p:sp>
          <p:nvSpPr>
            <p:cNvPr id="10948" name="Google Shape;10948;p13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3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3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136"/>
          <p:cNvGrpSpPr/>
          <p:nvPr/>
        </p:nvGrpSpPr>
        <p:grpSpPr>
          <a:xfrm>
            <a:off x="2620204" y="4054176"/>
            <a:ext cx="367165" cy="366269"/>
            <a:chOff x="-59092025" y="2296300"/>
            <a:chExt cx="317425" cy="316650"/>
          </a:xfrm>
        </p:grpSpPr>
        <p:sp>
          <p:nvSpPr>
            <p:cNvPr id="10953" name="Google Shape;10953;p13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3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136"/>
          <p:cNvGrpSpPr/>
          <p:nvPr/>
        </p:nvGrpSpPr>
        <p:grpSpPr>
          <a:xfrm>
            <a:off x="4865611" y="1305095"/>
            <a:ext cx="353174" cy="347599"/>
            <a:chOff x="683125" y="1955275"/>
            <a:chExt cx="299325" cy="294600"/>
          </a:xfrm>
        </p:grpSpPr>
        <p:sp>
          <p:nvSpPr>
            <p:cNvPr id="10956" name="Google Shape;10956;p13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3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3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3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136"/>
          <p:cNvGrpSpPr/>
          <p:nvPr/>
        </p:nvGrpSpPr>
        <p:grpSpPr>
          <a:xfrm>
            <a:off x="4866541" y="1755653"/>
            <a:ext cx="351315" cy="349486"/>
            <a:chOff x="685475" y="2318350"/>
            <a:chExt cx="297750" cy="296200"/>
          </a:xfrm>
        </p:grpSpPr>
        <p:sp>
          <p:nvSpPr>
            <p:cNvPr id="10961" name="Google Shape;10961;p13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3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136"/>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136"/>
          <p:cNvGrpSpPr/>
          <p:nvPr/>
        </p:nvGrpSpPr>
        <p:grpSpPr>
          <a:xfrm>
            <a:off x="7094699" y="1304859"/>
            <a:ext cx="309517" cy="348071"/>
            <a:chOff x="2523000" y="1954875"/>
            <a:chExt cx="262325" cy="295000"/>
          </a:xfrm>
        </p:grpSpPr>
        <p:sp>
          <p:nvSpPr>
            <p:cNvPr id="10966" name="Google Shape;10966;p13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136"/>
          <p:cNvGrpSpPr/>
          <p:nvPr/>
        </p:nvGrpSpPr>
        <p:grpSpPr>
          <a:xfrm>
            <a:off x="7073800" y="1756125"/>
            <a:ext cx="351315" cy="348542"/>
            <a:chOff x="2508825" y="2318350"/>
            <a:chExt cx="297750" cy="295400"/>
          </a:xfrm>
        </p:grpSpPr>
        <p:sp>
          <p:nvSpPr>
            <p:cNvPr id="10969" name="Google Shape;10969;p13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136"/>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2" name="Google Shape;10972;p136"/>
          <p:cNvGrpSpPr/>
          <p:nvPr/>
        </p:nvGrpSpPr>
        <p:grpSpPr>
          <a:xfrm>
            <a:off x="5747373" y="2670178"/>
            <a:ext cx="347599" cy="348513"/>
            <a:chOff x="4321150" y="1946600"/>
            <a:chExt cx="294600" cy="295375"/>
          </a:xfrm>
        </p:grpSpPr>
        <p:sp>
          <p:nvSpPr>
            <p:cNvPr id="10973" name="Google Shape;10973;p13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6" name="Google Shape;10976;p136"/>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6"/>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36"/>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6"/>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0" name="Google Shape;10980;p136"/>
          <p:cNvGrpSpPr/>
          <p:nvPr/>
        </p:nvGrpSpPr>
        <p:grpSpPr>
          <a:xfrm>
            <a:off x="5309921" y="1756125"/>
            <a:ext cx="352230" cy="348542"/>
            <a:chOff x="1049375" y="2318350"/>
            <a:chExt cx="298525" cy="295400"/>
          </a:xfrm>
        </p:grpSpPr>
        <p:sp>
          <p:nvSpPr>
            <p:cNvPr id="10981" name="Google Shape;10981;p13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136"/>
          <p:cNvGrpSpPr/>
          <p:nvPr/>
        </p:nvGrpSpPr>
        <p:grpSpPr>
          <a:xfrm>
            <a:off x="5310393" y="2196576"/>
            <a:ext cx="351286" cy="351286"/>
            <a:chOff x="1049375" y="2680675"/>
            <a:chExt cx="297725" cy="297725"/>
          </a:xfrm>
        </p:grpSpPr>
        <p:sp>
          <p:nvSpPr>
            <p:cNvPr id="10986" name="Google Shape;10986;p13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3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136"/>
          <p:cNvGrpSpPr/>
          <p:nvPr/>
        </p:nvGrpSpPr>
        <p:grpSpPr>
          <a:xfrm>
            <a:off x="7523845" y="1304623"/>
            <a:ext cx="348513" cy="348542"/>
            <a:chOff x="2872725" y="1954475"/>
            <a:chExt cx="295375" cy="295400"/>
          </a:xfrm>
        </p:grpSpPr>
        <p:sp>
          <p:nvSpPr>
            <p:cNvPr id="10989" name="Google Shape;10989;p13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3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3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136"/>
          <p:cNvGrpSpPr/>
          <p:nvPr/>
        </p:nvGrpSpPr>
        <p:grpSpPr>
          <a:xfrm>
            <a:off x="7545216" y="1755196"/>
            <a:ext cx="305771" cy="350401"/>
            <a:chOff x="2890050" y="2318350"/>
            <a:chExt cx="259150" cy="296975"/>
          </a:xfrm>
        </p:grpSpPr>
        <p:sp>
          <p:nvSpPr>
            <p:cNvPr id="10993" name="Google Shape;10993;p13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5" name="Google Shape;10995;p136"/>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6" name="Google Shape;10996;p136"/>
          <p:cNvGrpSpPr/>
          <p:nvPr/>
        </p:nvGrpSpPr>
        <p:grpSpPr>
          <a:xfrm>
            <a:off x="6187732" y="2670650"/>
            <a:ext cx="347569" cy="347569"/>
            <a:chOff x="4685050" y="1945825"/>
            <a:chExt cx="294575" cy="294575"/>
          </a:xfrm>
        </p:grpSpPr>
        <p:sp>
          <p:nvSpPr>
            <p:cNvPr id="10997" name="Google Shape;10997;p13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2" name="Google Shape;11002;p136"/>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6"/>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4" name="Google Shape;11004;p136"/>
          <p:cNvGrpSpPr/>
          <p:nvPr/>
        </p:nvGrpSpPr>
        <p:grpSpPr>
          <a:xfrm>
            <a:off x="7958004" y="3159625"/>
            <a:ext cx="348513" cy="347599"/>
            <a:chOff x="6131900" y="2301825"/>
            <a:chExt cx="295375" cy="294600"/>
          </a:xfrm>
        </p:grpSpPr>
        <p:sp>
          <p:nvSpPr>
            <p:cNvPr id="11005" name="Google Shape;11005;p13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136"/>
          <p:cNvGrpSpPr/>
          <p:nvPr/>
        </p:nvGrpSpPr>
        <p:grpSpPr>
          <a:xfrm>
            <a:off x="5753997" y="1304166"/>
            <a:ext cx="351315" cy="349457"/>
            <a:chOff x="1412450" y="1954475"/>
            <a:chExt cx="297750" cy="296175"/>
          </a:xfrm>
        </p:grpSpPr>
        <p:sp>
          <p:nvSpPr>
            <p:cNvPr id="11010" name="Google Shape;11010;p13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2" name="Google Shape;11012;p136"/>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3" name="Google Shape;11013;p136"/>
          <p:cNvGrpSpPr/>
          <p:nvPr/>
        </p:nvGrpSpPr>
        <p:grpSpPr>
          <a:xfrm>
            <a:off x="5753997" y="2196694"/>
            <a:ext cx="351315" cy="351050"/>
            <a:chOff x="1413250" y="2680675"/>
            <a:chExt cx="297750" cy="297525"/>
          </a:xfrm>
        </p:grpSpPr>
        <p:sp>
          <p:nvSpPr>
            <p:cNvPr id="11014" name="Google Shape;11014;p13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3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3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8" name="Google Shape;11018;p136"/>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36"/>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36"/>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1" name="Google Shape;11021;p136"/>
          <p:cNvGrpSpPr/>
          <p:nvPr/>
        </p:nvGrpSpPr>
        <p:grpSpPr>
          <a:xfrm>
            <a:off x="6630407" y="2670311"/>
            <a:ext cx="350371" cy="348247"/>
            <a:chOff x="5045775" y="1946400"/>
            <a:chExt cx="296950" cy="295150"/>
          </a:xfrm>
        </p:grpSpPr>
        <p:sp>
          <p:nvSpPr>
            <p:cNvPr id="11022" name="Google Shape;11022;p13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136"/>
          <p:cNvGrpSpPr/>
          <p:nvPr/>
        </p:nvGrpSpPr>
        <p:grpSpPr>
          <a:xfrm>
            <a:off x="6629006" y="3179138"/>
            <a:ext cx="353174" cy="308573"/>
            <a:chOff x="5046550" y="2327025"/>
            <a:chExt cx="299325" cy="261525"/>
          </a:xfrm>
        </p:grpSpPr>
        <p:sp>
          <p:nvSpPr>
            <p:cNvPr id="11025" name="Google Shape;11025;p13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136"/>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9" name="Google Shape;11029;p136"/>
          <p:cNvGrpSpPr/>
          <p:nvPr/>
        </p:nvGrpSpPr>
        <p:grpSpPr>
          <a:xfrm>
            <a:off x="7956604" y="3608476"/>
            <a:ext cx="351315" cy="348513"/>
            <a:chOff x="6167350" y="2672800"/>
            <a:chExt cx="297750" cy="295375"/>
          </a:xfrm>
        </p:grpSpPr>
        <p:sp>
          <p:nvSpPr>
            <p:cNvPr id="11030" name="Google Shape;11030;p13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136"/>
          <p:cNvGrpSpPr/>
          <p:nvPr/>
        </p:nvGrpSpPr>
        <p:grpSpPr>
          <a:xfrm>
            <a:off x="6197601" y="1303709"/>
            <a:ext cx="347599" cy="350371"/>
            <a:chOff x="1777925" y="1953700"/>
            <a:chExt cx="294600" cy="296950"/>
          </a:xfrm>
        </p:grpSpPr>
        <p:sp>
          <p:nvSpPr>
            <p:cNvPr id="11036" name="Google Shape;11036;p13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36"/>
          <p:cNvGrpSpPr/>
          <p:nvPr/>
        </p:nvGrpSpPr>
        <p:grpSpPr>
          <a:xfrm>
            <a:off x="6213411" y="1756597"/>
            <a:ext cx="315977" cy="347599"/>
            <a:chOff x="1790525" y="2319150"/>
            <a:chExt cx="267800" cy="294600"/>
          </a:xfrm>
        </p:grpSpPr>
        <p:sp>
          <p:nvSpPr>
            <p:cNvPr id="11041" name="Google Shape;11041;p13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3" name="Google Shape;11043;p136"/>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4" name="Google Shape;11044;p136"/>
          <p:cNvGrpSpPr/>
          <p:nvPr/>
        </p:nvGrpSpPr>
        <p:grpSpPr>
          <a:xfrm>
            <a:off x="4866386" y="2670163"/>
            <a:ext cx="349457" cy="348542"/>
            <a:chOff x="3599700" y="1954475"/>
            <a:chExt cx="296175" cy="295400"/>
          </a:xfrm>
        </p:grpSpPr>
        <p:sp>
          <p:nvSpPr>
            <p:cNvPr id="11045" name="Google Shape;11045;p13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3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136"/>
          <p:cNvGrpSpPr/>
          <p:nvPr/>
        </p:nvGrpSpPr>
        <p:grpSpPr>
          <a:xfrm>
            <a:off x="4867316" y="3159626"/>
            <a:ext cx="347599" cy="347599"/>
            <a:chOff x="3601275" y="2319150"/>
            <a:chExt cx="294600" cy="294600"/>
          </a:xfrm>
        </p:grpSpPr>
        <p:sp>
          <p:nvSpPr>
            <p:cNvPr id="11049" name="Google Shape;11049;p13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1" name="Google Shape;11051;p136"/>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2" name="Google Shape;11052;p136"/>
          <p:cNvGrpSpPr/>
          <p:nvPr/>
        </p:nvGrpSpPr>
        <p:grpSpPr>
          <a:xfrm>
            <a:off x="7087019" y="2669721"/>
            <a:ext cx="328071" cy="349427"/>
            <a:chOff x="5421475" y="1945825"/>
            <a:chExt cx="278050" cy="296150"/>
          </a:xfrm>
        </p:grpSpPr>
        <p:sp>
          <p:nvSpPr>
            <p:cNvPr id="11053" name="Google Shape;11053;p13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1" name="Google Shape;11061;p136"/>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2" name="Google Shape;11062;p136"/>
          <p:cNvGrpSpPr/>
          <p:nvPr/>
        </p:nvGrpSpPr>
        <p:grpSpPr>
          <a:xfrm>
            <a:off x="7075869" y="3670273"/>
            <a:ext cx="350371" cy="224918"/>
            <a:chOff x="5411225" y="2726350"/>
            <a:chExt cx="296950" cy="190625"/>
          </a:xfrm>
        </p:grpSpPr>
        <p:sp>
          <p:nvSpPr>
            <p:cNvPr id="11063" name="Google Shape;11063;p13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3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136"/>
          <p:cNvGrpSpPr/>
          <p:nvPr/>
        </p:nvGrpSpPr>
        <p:grpSpPr>
          <a:xfrm>
            <a:off x="6185904" y="4059546"/>
            <a:ext cx="351286" cy="326390"/>
            <a:chOff x="6524150" y="1938725"/>
            <a:chExt cx="297725" cy="276625"/>
          </a:xfrm>
        </p:grpSpPr>
        <p:sp>
          <p:nvSpPr>
            <p:cNvPr id="11066" name="Google Shape;11066;p13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3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136"/>
          <p:cNvGrpSpPr/>
          <p:nvPr/>
        </p:nvGrpSpPr>
        <p:grpSpPr>
          <a:xfrm>
            <a:off x="6637536" y="1304166"/>
            <a:ext cx="350401" cy="349457"/>
            <a:chOff x="2141000" y="1954475"/>
            <a:chExt cx="296975" cy="296175"/>
          </a:xfrm>
        </p:grpSpPr>
        <p:sp>
          <p:nvSpPr>
            <p:cNvPr id="11071" name="Google Shape;11071;p13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3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136"/>
          <p:cNvGrpSpPr/>
          <p:nvPr/>
        </p:nvGrpSpPr>
        <p:grpSpPr>
          <a:xfrm>
            <a:off x="6631047" y="1756007"/>
            <a:ext cx="363380" cy="348778"/>
            <a:chOff x="2140225" y="2318650"/>
            <a:chExt cx="307975" cy="295600"/>
          </a:xfrm>
        </p:grpSpPr>
        <p:sp>
          <p:nvSpPr>
            <p:cNvPr id="11076" name="Google Shape;11076;p13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3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136"/>
          <p:cNvGrpSpPr/>
          <p:nvPr/>
        </p:nvGrpSpPr>
        <p:grpSpPr>
          <a:xfrm>
            <a:off x="6636607" y="2197505"/>
            <a:ext cx="352259" cy="349427"/>
            <a:chOff x="2139425" y="2682250"/>
            <a:chExt cx="298550" cy="296150"/>
          </a:xfrm>
        </p:grpSpPr>
        <p:sp>
          <p:nvSpPr>
            <p:cNvPr id="11079" name="Google Shape;11079;p13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136"/>
          <p:cNvGrpSpPr/>
          <p:nvPr/>
        </p:nvGrpSpPr>
        <p:grpSpPr>
          <a:xfrm>
            <a:off x="5301219" y="2711991"/>
            <a:ext cx="350401" cy="264888"/>
            <a:chOff x="3962775" y="1990700"/>
            <a:chExt cx="296975" cy="224500"/>
          </a:xfrm>
        </p:grpSpPr>
        <p:sp>
          <p:nvSpPr>
            <p:cNvPr id="11084" name="Google Shape;11084;p13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3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3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3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136"/>
          <p:cNvGrpSpPr/>
          <p:nvPr/>
        </p:nvGrpSpPr>
        <p:grpSpPr>
          <a:xfrm>
            <a:off x="5301691" y="3158697"/>
            <a:ext cx="349457" cy="349457"/>
            <a:chOff x="3963575" y="2317575"/>
            <a:chExt cx="296175" cy="296175"/>
          </a:xfrm>
        </p:grpSpPr>
        <p:sp>
          <p:nvSpPr>
            <p:cNvPr id="11089" name="Google Shape;11089;p13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3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3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3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3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3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3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3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3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3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3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3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136"/>
          <p:cNvGrpSpPr/>
          <p:nvPr/>
        </p:nvGrpSpPr>
        <p:grpSpPr>
          <a:xfrm>
            <a:off x="5301691" y="3608476"/>
            <a:ext cx="349457" cy="348513"/>
            <a:chOff x="3962775" y="2683025"/>
            <a:chExt cx="296175" cy="295375"/>
          </a:xfrm>
        </p:grpSpPr>
        <p:sp>
          <p:nvSpPr>
            <p:cNvPr id="11106" name="Google Shape;11106;p13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3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9" name="Google Shape;11109;p136"/>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0" name="Google Shape;11110;p136"/>
          <p:cNvGrpSpPr/>
          <p:nvPr/>
        </p:nvGrpSpPr>
        <p:grpSpPr>
          <a:xfrm>
            <a:off x="7516228" y="3159168"/>
            <a:ext cx="348513" cy="348513"/>
            <a:chOff x="5775900" y="2308125"/>
            <a:chExt cx="295375" cy="295375"/>
          </a:xfrm>
        </p:grpSpPr>
        <p:sp>
          <p:nvSpPr>
            <p:cNvPr id="11111" name="Google Shape;11111;p13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3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3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3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136"/>
          <p:cNvGrpSpPr/>
          <p:nvPr/>
        </p:nvGrpSpPr>
        <p:grpSpPr>
          <a:xfrm>
            <a:off x="7537142" y="3608004"/>
            <a:ext cx="306686" cy="349457"/>
            <a:chOff x="5794025" y="2673575"/>
            <a:chExt cx="259925" cy="296175"/>
          </a:xfrm>
        </p:grpSpPr>
        <p:sp>
          <p:nvSpPr>
            <p:cNvPr id="11117" name="Google Shape;11117;p13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9" name="Google Shape;11119;p136"/>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23" name="Shape 11123"/>
        <p:cNvGrpSpPr/>
        <p:nvPr/>
      </p:nvGrpSpPr>
      <p:grpSpPr>
        <a:xfrm>
          <a:off x="0" y="0"/>
          <a:ext cx="0" cy="0"/>
          <a:chOff x="0" y="0"/>
          <a:chExt cx="0" cy="0"/>
        </a:xfrm>
      </p:grpSpPr>
      <p:sp>
        <p:nvSpPr>
          <p:cNvPr id="11124" name="Google Shape;11124;p137"/>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25" name="Google Shape;11125;p137"/>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126" name="Google Shape;11126;p137"/>
          <p:cNvGrpSpPr/>
          <p:nvPr/>
        </p:nvGrpSpPr>
        <p:grpSpPr>
          <a:xfrm>
            <a:off x="882957" y="1306638"/>
            <a:ext cx="292442" cy="355741"/>
            <a:chOff x="-35830350" y="1912725"/>
            <a:chExt cx="241050" cy="293225"/>
          </a:xfrm>
        </p:grpSpPr>
        <p:sp>
          <p:nvSpPr>
            <p:cNvPr id="11127" name="Google Shape;11127;p137"/>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7"/>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137"/>
          <p:cNvGrpSpPr/>
          <p:nvPr/>
        </p:nvGrpSpPr>
        <p:grpSpPr>
          <a:xfrm>
            <a:off x="851444" y="1766235"/>
            <a:ext cx="355468" cy="353587"/>
            <a:chOff x="-35854750" y="2272675"/>
            <a:chExt cx="293000" cy="291450"/>
          </a:xfrm>
        </p:grpSpPr>
        <p:sp>
          <p:nvSpPr>
            <p:cNvPr id="11130" name="Google Shape;11130;p137"/>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37"/>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37"/>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137"/>
          <p:cNvGrpSpPr/>
          <p:nvPr/>
        </p:nvGrpSpPr>
        <p:grpSpPr>
          <a:xfrm>
            <a:off x="850958" y="2220821"/>
            <a:ext cx="356438" cy="354558"/>
            <a:chOff x="-35853975" y="2631825"/>
            <a:chExt cx="293800" cy="292250"/>
          </a:xfrm>
        </p:grpSpPr>
        <p:sp>
          <p:nvSpPr>
            <p:cNvPr id="11134" name="Google Shape;11134;p137"/>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7"/>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37"/>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37"/>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7"/>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137"/>
          <p:cNvGrpSpPr/>
          <p:nvPr/>
        </p:nvGrpSpPr>
        <p:grpSpPr>
          <a:xfrm>
            <a:off x="3089562" y="1307714"/>
            <a:ext cx="353587" cy="353587"/>
            <a:chOff x="-34032200" y="1916675"/>
            <a:chExt cx="291450" cy="291450"/>
          </a:xfrm>
        </p:grpSpPr>
        <p:sp>
          <p:nvSpPr>
            <p:cNvPr id="11140" name="Google Shape;11140;p137"/>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7"/>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37"/>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37"/>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4" name="Google Shape;11144;p137"/>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5" name="Google Shape;11145;p137"/>
          <p:cNvGrpSpPr/>
          <p:nvPr/>
        </p:nvGrpSpPr>
        <p:grpSpPr>
          <a:xfrm>
            <a:off x="3089092" y="2220821"/>
            <a:ext cx="354527" cy="354558"/>
            <a:chOff x="-34032200" y="2634975"/>
            <a:chExt cx="292225" cy="292250"/>
          </a:xfrm>
        </p:grpSpPr>
        <p:sp>
          <p:nvSpPr>
            <p:cNvPr id="11146" name="Google Shape;11146;p137"/>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7"/>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37"/>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137"/>
          <p:cNvGrpSpPr/>
          <p:nvPr/>
        </p:nvGrpSpPr>
        <p:grpSpPr>
          <a:xfrm>
            <a:off x="1739487" y="2687069"/>
            <a:ext cx="358379" cy="354527"/>
            <a:chOff x="-32245875" y="1938725"/>
            <a:chExt cx="295400" cy="292225"/>
          </a:xfrm>
        </p:grpSpPr>
        <p:sp>
          <p:nvSpPr>
            <p:cNvPr id="11150" name="Google Shape;11150;p137"/>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37"/>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7"/>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137"/>
          <p:cNvGrpSpPr/>
          <p:nvPr/>
        </p:nvGrpSpPr>
        <p:grpSpPr>
          <a:xfrm>
            <a:off x="1736150" y="3156468"/>
            <a:ext cx="365052" cy="352162"/>
            <a:chOff x="-32243500" y="2299850"/>
            <a:chExt cx="300900" cy="290275"/>
          </a:xfrm>
        </p:grpSpPr>
        <p:sp>
          <p:nvSpPr>
            <p:cNvPr id="11154" name="Google Shape;11154;p137"/>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37"/>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6" name="Google Shape;11156;p137"/>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7" name="Google Shape;11157;p137"/>
          <p:cNvGrpSpPr/>
          <p:nvPr/>
        </p:nvGrpSpPr>
        <p:grpSpPr>
          <a:xfrm>
            <a:off x="1299432" y="1306759"/>
            <a:ext cx="354527" cy="355498"/>
            <a:chOff x="-35495600" y="1912725"/>
            <a:chExt cx="292225" cy="293025"/>
          </a:xfrm>
        </p:grpSpPr>
        <p:sp>
          <p:nvSpPr>
            <p:cNvPr id="11158" name="Google Shape;11158;p137"/>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7"/>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7"/>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1" name="Google Shape;11161;p137"/>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2" name="Google Shape;11162;p137"/>
          <p:cNvGrpSpPr/>
          <p:nvPr/>
        </p:nvGrpSpPr>
        <p:grpSpPr>
          <a:xfrm>
            <a:off x="1299432" y="2221307"/>
            <a:ext cx="354527" cy="353587"/>
            <a:chOff x="-35495600" y="2631825"/>
            <a:chExt cx="292225" cy="291450"/>
          </a:xfrm>
        </p:grpSpPr>
        <p:sp>
          <p:nvSpPr>
            <p:cNvPr id="11163" name="Google Shape;11163;p137"/>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37"/>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7"/>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37"/>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137"/>
          <p:cNvGrpSpPr/>
          <p:nvPr/>
        </p:nvGrpSpPr>
        <p:grpSpPr>
          <a:xfrm>
            <a:off x="3537081" y="1307714"/>
            <a:ext cx="353587" cy="353587"/>
            <a:chOff x="-33673825" y="1916675"/>
            <a:chExt cx="291450" cy="291450"/>
          </a:xfrm>
        </p:grpSpPr>
        <p:sp>
          <p:nvSpPr>
            <p:cNvPr id="11168" name="Google Shape;11168;p137"/>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7"/>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7"/>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37"/>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137"/>
          <p:cNvGrpSpPr/>
          <p:nvPr/>
        </p:nvGrpSpPr>
        <p:grpSpPr>
          <a:xfrm>
            <a:off x="3534700" y="1765295"/>
            <a:ext cx="358349" cy="355468"/>
            <a:chOff x="-33676975" y="2275050"/>
            <a:chExt cx="295375" cy="293000"/>
          </a:xfrm>
        </p:grpSpPr>
        <p:sp>
          <p:nvSpPr>
            <p:cNvPr id="11173" name="Google Shape;11173;p137"/>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7"/>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37"/>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137"/>
          <p:cNvGrpSpPr/>
          <p:nvPr/>
        </p:nvGrpSpPr>
        <p:grpSpPr>
          <a:xfrm>
            <a:off x="3537081" y="2220594"/>
            <a:ext cx="353587" cy="355013"/>
            <a:chOff x="-33673825" y="2634975"/>
            <a:chExt cx="291450" cy="292625"/>
          </a:xfrm>
        </p:grpSpPr>
        <p:sp>
          <p:nvSpPr>
            <p:cNvPr id="11177" name="Google Shape;11177;p137"/>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37"/>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137"/>
          <p:cNvGrpSpPr/>
          <p:nvPr/>
        </p:nvGrpSpPr>
        <p:grpSpPr>
          <a:xfrm>
            <a:off x="2205089" y="2687509"/>
            <a:ext cx="329687" cy="353648"/>
            <a:chOff x="-31874100" y="1939525"/>
            <a:chExt cx="271750" cy="291500"/>
          </a:xfrm>
        </p:grpSpPr>
        <p:sp>
          <p:nvSpPr>
            <p:cNvPr id="11180" name="Google Shape;11180;p137"/>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37"/>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2" name="Google Shape;11182;p137"/>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3" name="Google Shape;11183;p137"/>
          <p:cNvGrpSpPr/>
          <p:nvPr/>
        </p:nvGrpSpPr>
        <p:grpSpPr>
          <a:xfrm>
            <a:off x="2186451" y="3616531"/>
            <a:ext cx="366963" cy="352768"/>
            <a:chOff x="-31889075" y="2658950"/>
            <a:chExt cx="302475" cy="290775"/>
          </a:xfrm>
        </p:grpSpPr>
        <p:sp>
          <p:nvSpPr>
            <p:cNvPr id="11184" name="Google Shape;11184;p13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3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6" name="Google Shape;11186;p137"/>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7" name="Google Shape;11187;p137"/>
          <p:cNvGrpSpPr/>
          <p:nvPr/>
        </p:nvGrpSpPr>
        <p:grpSpPr>
          <a:xfrm>
            <a:off x="1747421" y="1306759"/>
            <a:ext cx="354527" cy="355498"/>
            <a:chOff x="-35136450" y="1912725"/>
            <a:chExt cx="292225" cy="293025"/>
          </a:xfrm>
        </p:grpSpPr>
        <p:sp>
          <p:nvSpPr>
            <p:cNvPr id="11188" name="Google Shape;11188;p137"/>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37"/>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7"/>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137"/>
          <p:cNvGrpSpPr/>
          <p:nvPr/>
        </p:nvGrpSpPr>
        <p:grpSpPr>
          <a:xfrm>
            <a:off x="1747891" y="1765978"/>
            <a:ext cx="353587" cy="354103"/>
            <a:chOff x="-35134875" y="2272675"/>
            <a:chExt cx="291450" cy="291875"/>
          </a:xfrm>
        </p:grpSpPr>
        <p:sp>
          <p:nvSpPr>
            <p:cNvPr id="11192" name="Google Shape;11192;p137"/>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37"/>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37"/>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37"/>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137"/>
          <p:cNvGrpSpPr/>
          <p:nvPr/>
        </p:nvGrpSpPr>
        <p:grpSpPr>
          <a:xfrm>
            <a:off x="1789458" y="2221307"/>
            <a:ext cx="270453" cy="353587"/>
            <a:chOff x="-35101800" y="2631050"/>
            <a:chExt cx="222925" cy="291450"/>
          </a:xfrm>
        </p:grpSpPr>
        <p:sp>
          <p:nvSpPr>
            <p:cNvPr id="11197" name="Google Shape;11197;p137"/>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7"/>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37"/>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37"/>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1" name="Google Shape;11201;p137"/>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2" name="Google Shape;11202;p137"/>
          <p:cNvGrpSpPr/>
          <p:nvPr/>
        </p:nvGrpSpPr>
        <p:grpSpPr>
          <a:xfrm>
            <a:off x="3977510" y="1765295"/>
            <a:ext cx="353587" cy="355468"/>
            <a:chOff x="-33314675" y="2275050"/>
            <a:chExt cx="291450" cy="293000"/>
          </a:xfrm>
        </p:grpSpPr>
        <p:sp>
          <p:nvSpPr>
            <p:cNvPr id="11203" name="Google Shape;11203;p137"/>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7"/>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37"/>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6" name="Google Shape;11206;p137"/>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7" name="Google Shape;11207;p137"/>
          <p:cNvGrpSpPr/>
          <p:nvPr/>
        </p:nvGrpSpPr>
        <p:grpSpPr>
          <a:xfrm>
            <a:off x="2639701" y="2687555"/>
            <a:ext cx="353587" cy="353557"/>
            <a:chOff x="-31523625" y="1939525"/>
            <a:chExt cx="291450" cy="291425"/>
          </a:xfrm>
        </p:grpSpPr>
        <p:sp>
          <p:nvSpPr>
            <p:cNvPr id="11208" name="Google Shape;11208;p137"/>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37"/>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37"/>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7"/>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7"/>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7"/>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7"/>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37"/>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37"/>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37"/>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7"/>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137"/>
          <p:cNvGrpSpPr/>
          <p:nvPr/>
        </p:nvGrpSpPr>
        <p:grpSpPr>
          <a:xfrm>
            <a:off x="2638746" y="3155755"/>
            <a:ext cx="355498" cy="353587"/>
            <a:chOff x="-31523625" y="2298675"/>
            <a:chExt cx="293025" cy="291450"/>
          </a:xfrm>
        </p:grpSpPr>
        <p:sp>
          <p:nvSpPr>
            <p:cNvPr id="11220" name="Google Shape;11220;p137"/>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7"/>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37"/>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3" name="Google Shape;11223;p137"/>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37"/>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5" name="Google Shape;11225;p137"/>
          <p:cNvGrpSpPr/>
          <p:nvPr/>
        </p:nvGrpSpPr>
        <p:grpSpPr>
          <a:xfrm>
            <a:off x="2205934" y="1307729"/>
            <a:ext cx="331598" cy="353557"/>
            <a:chOff x="-34767825" y="1914325"/>
            <a:chExt cx="273325" cy="291425"/>
          </a:xfrm>
        </p:grpSpPr>
        <p:sp>
          <p:nvSpPr>
            <p:cNvPr id="11226" name="Google Shape;11226;p137"/>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7"/>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37"/>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137"/>
          <p:cNvGrpSpPr/>
          <p:nvPr/>
        </p:nvGrpSpPr>
        <p:grpSpPr>
          <a:xfrm>
            <a:off x="2193513" y="1765280"/>
            <a:ext cx="356438" cy="355498"/>
            <a:chOff x="-34778075" y="2272675"/>
            <a:chExt cx="293800" cy="293025"/>
          </a:xfrm>
        </p:grpSpPr>
        <p:sp>
          <p:nvSpPr>
            <p:cNvPr id="11230" name="Google Shape;11230;p137"/>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7"/>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37"/>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137"/>
          <p:cNvGrpSpPr/>
          <p:nvPr/>
        </p:nvGrpSpPr>
        <p:grpSpPr>
          <a:xfrm>
            <a:off x="2194939" y="2221307"/>
            <a:ext cx="353587" cy="353587"/>
            <a:chOff x="-34776500" y="2631825"/>
            <a:chExt cx="291450" cy="291450"/>
          </a:xfrm>
        </p:grpSpPr>
        <p:sp>
          <p:nvSpPr>
            <p:cNvPr id="11234" name="Google Shape;11234;p137"/>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7"/>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7"/>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137"/>
          <p:cNvGrpSpPr/>
          <p:nvPr/>
        </p:nvGrpSpPr>
        <p:grpSpPr>
          <a:xfrm>
            <a:off x="853628" y="2685160"/>
            <a:ext cx="354527" cy="358349"/>
            <a:chOff x="-32956300" y="1915900"/>
            <a:chExt cx="292225" cy="295375"/>
          </a:xfrm>
        </p:grpSpPr>
        <p:sp>
          <p:nvSpPr>
            <p:cNvPr id="11238" name="Google Shape;11238;p13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3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0" name="Google Shape;11240;p137"/>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37"/>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2" name="Google Shape;11242;p137"/>
          <p:cNvGrpSpPr/>
          <p:nvPr/>
        </p:nvGrpSpPr>
        <p:grpSpPr>
          <a:xfrm>
            <a:off x="3081101" y="2687555"/>
            <a:ext cx="356438" cy="353557"/>
            <a:chOff x="-31166825" y="1939525"/>
            <a:chExt cx="293800" cy="291425"/>
          </a:xfrm>
        </p:grpSpPr>
        <p:sp>
          <p:nvSpPr>
            <p:cNvPr id="11243" name="Google Shape;11243;p137"/>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37"/>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37"/>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37"/>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37"/>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37"/>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37"/>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37"/>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37"/>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7"/>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37"/>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137"/>
          <p:cNvGrpSpPr/>
          <p:nvPr/>
        </p:nvGrpSpPr>
        <p:grpSpPr>
          <a:xfrm>
            <a:off x="3082057" y="3155482"/>
            <a:ext cx="354527" cy="354133"/>
            <a:chOff x="-31165250" y="2298675"/>
            <a:chExt cx="292225" cy="291900"/>
          </a:xfrm>
        </p:grpSpPr>
        <p:sp>
          <p:nvSpPr>
            <p:cNvPr id="11255" name="Google Shape;11255;p137"/>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37"/>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37"/>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137"/>
          <p:cNvGrpSpPr/>
          <p:nvPr/>
        </p:nvGrpSpPr>
        <p:grpSpPr>
          <a:xfrm>
            <a:off x="3082542" y="3616136"/>
            <a:ext cx="353557" cy="353557"/>
            <a:chOff x="-31164450" y="2657050"/>
            <a:chExt cx="291425" cy="291425"/>
          </a:xfrm>
        </p:grpSpPr>
        <p:sp>
          <p:nvSpPr>
            <p:cNvPr id="11259" name="Google Shape;11259;p137"/>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37"/>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37"/>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37"/>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3" name="Google Shape;11263;p137"/>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4" name="Google Shape;11264;p137"/>
          <p:cNvGrpSpPr/>
          <p:nvPr/>
        </p:nvGrpSpPr>
        <p:grpSpPr>
          <a:xfrm>
            <a:off x="2632987" y="1307366"/>
            <a:ext cx="358349" cy="354285"/>
            <a:chOff x="-34421275" y="1912725"/>
            <a:chExt cx="295375" cy="292025"/>
          </a:xfrm>
        </p:grpSpPr>
        <p:sp>
          <p:nvSpPr>
            <p:cNvPr id="11265" name="Google Shape;11265;p137"/>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37"/>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137"/>
          <p:cNvGrpSpPr/>
          <p:nvPr/>
        </p:nvGrpSpPr>
        <p:grpSpPr>
          <a:xfrm>
            <a:off x="2632032" y="1765280"/>
            <a:ext cx="360260" cy="355498"/>
            <a:chOff x="-34418125" y="2271100"/>
            <a:chExt cx="296950" cy="293025"/>
          </a:xfrm>
        </p:grpSpPr>
        <p:sp>
          <p:nvSpPr>
            <p:cNvPr id="11268" name="Google Shape;11268;p137"/>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37"/>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37"/>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37"/>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37"/>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137"/>
          <p:cNvGrpSpPr/>
          <p:nvPr/>
        </p:nvGrpSpPr>
        <p:grpSpPr>
          <a:xfrm>
            <a:off x="2632987" y="2221307"/>
            <a:ext cx="358349" cy="353587"/>
            <a:chOff x="-34421275" y="2631050"/>
            <a:chExt cx="295375" cy="291450"/>
          </a:xfrm>
        </p:grpSpPr>
        <p:sp>
          <p:nvSpPr>
            <p:cNvPr id="11274" name="Google Shape;11274;p137"/>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37"/>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37"/>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37"/>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8" name="Google Shape;11278;p137"/>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37"/>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37"/>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137"/>
          <p:cNvGrpSpPr/>
          <p:nvPr/>
        </p:nvGrpSpPr>
        <p:grpSpPr>
          <a:xfrm>
            <a:off x="3537620" y="2688025"/>
            <a:ext cx="353587" cy="352617"/>
            <a:chOff x="-30805300" y="1938725"/>
            <a:chExt cx="291450" cy="290650"/>
          </a:xfrm>
        </p:grpSpPr>
        <p:sp>
          <p:nvSpPr>
            <p:cNvPr id="11282" name="Google Shape;11282;p137"/>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37"/>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137"/>
          <p:cNvGrpSpPr/>
          <p:nvPr/>
        </p:nvGrpSpPr>
        <p:grpSpPr>
          <a:xfrm>
            <a:off x="3538105" y="3155952"/>
            <a:ext cx="352617" cy="353193"/>
            <a:chOff x="-30805300" y="2298675"/>
            <a:chExt cx="290650" cy="291125"/>
          </a:xfrm>
        </p:grpSpPr>
        <p:sp>
          <p:nvSpPr>
            <p:cNvPr id="11285" name="Google Shape;11285;p137"/>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7"/>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7"/>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37"/>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137"/>
          <p:cNvGrpSpPr/>
          <p:nvPr/>
        </p:nvGrpSpPr>
        <p:grpSpPr>
          <a:xfrm>
            <a:off x="3537635" y="3616136"/>
            <a:ext cx="353557" cy="353557"/>
            <a:chOff x="-30806075" y="2657050"/>
            <a:chExt cx="291425" cy="291425"/>
          </a:xfrm>
        </p:grpSpPr>
        <p:sp>
          <p:nvSpPr>
            <p:cNvPr id="11290" name="Google Shape;11290;p137"/>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7"/>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37"/>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137"/>
          <p:cNvGrpSpPr/>
          <p:nvPr/>
        </p:nvGrpSpPr>
        <p:grpSpPr>
          <a:xfrm>
            <a:off x="2639681" y="4073943"/>
            <a:ext cx="353557" cy="353557"/>
            <a:chOff x="-30064925" y="2332550"/>
            <a:chExt cx="291425" cy="291425"/>
          </a:xfrm>
        </p:grpSpPr>
        <p:sp>
          <p:nvSpPr>
            <p:cNvPr id="11294" name="Google Shape;11294;p137"/>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37"/>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37"/>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137"/>
          <p:cNvGrpSpPr/>
          <p:nvPr/>
        </p:nvGrpSpPr>
        <p:grpSpPr>
          <a:xfrm>
            <a:off x="3983068" y="2683443"/>
            <a:ext cx="348855" cy="347879"/>
            <a:chOff x="2821450" y="2957850"/>
            <a:chExt cx="259275" cy="258550"/>
          </a:xfrm>
        </p:grpSpPr>
        <p:sp>
          <p:nvSpPr>
            <p:cNvPr id="11298" name="Google Shape;11298;p137"/>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37"/>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37"/>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301" name="Google Shape;11301;p137"/>
          <p:cNvGrpSpPr/>
          <p:nvPr/>
        </p:nvGrpSpPr>
        <p:grpSpPr>
          <a:xfrm>
            <a:off x="4858100" y="1304461"/>
            <a:ext cx="361090" cy="361090"/>
            <a:chOff x="-57970450" y="1903275"/>
            <a:chExt cx="318225" cy="318225"/>
          </a:xfrm>
        </p:grpSpPr>
        <p:sp>
          <p:nvSpPr>
            <p:cNvPr id="11302" name="Google Shape;11302;p13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3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3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37"/>
          <p:cNvGrpSpPr/>
          <p:nvPr/>
        </p:nvGrpSpPr>
        <p:grpSpPr>
          <a:xfrm>
            <a:off x="4880000" y="1780418"/>
            <a:ext cx="317290" cy="359303"/>
            <a:chOff x="-57950750" y="2296300"/>
            <a:chExt cx="279625" cy="316650"/>
          </a:xfrm>
        </p:grpSpPr>
        <p:sp>
          <p:nvSpPr>
            <p:cNvPr id="11307" name="Google Shape;11307;p13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3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137"/>
          <p:cNvGrpSpPr/>
          <p:nvPr/>
        </p:nvGrpSpPr>
        <p:grpSpPr>
          <a:xfrm>
            <a:off x="4858214" y="2232094"/>
            <a:ext cx="360863" cy="360211"/>
            <a:chOff x="-57969675" y="2687750"/>
            <a:chExt cx="318025" cy="317450"/>
          </a:xfrm>
        </p:grpSpPr>
        <p:sp>
          <p:nvSpPr>
            <p:cNvPr id="11312" name="Google Shape;11312;p13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3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3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137"/>
          <p:cNvGrpSpPr/>
          <p:nvPr/>
        </p:nvGrpSpPr>
        <p:grpSpPr>
          <a:xfrm>
            <a:off x="7067397" y="1304461"/>
            <a:ext cx="363785" cy="361090"/>
            <a:chOff x="-56012425" y="1903275"/>
            <a:chExt cx="320600" cy="318225"/>
          </a:xfrm>
        </p:grpSpPr>
        <p:sp>
          <p:nvSpPr>
            <p:cNvPr id="11317" name="Google Shape;11317;p13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137"/>
          <p:cNvGrpSpPr/>
          <p:nvPr/>
        </p:nvGrpSpPr>
        <p:grpSpPr>
          <a:xfrm>
            <a:off x="7068290" y="1778631"/>
            <a:ext cx="361998" cy="361998"/>
            <a:chOff x="-56010850" y="2294725"/>
            <a:chExt cx="319025" cy="319025"/>
          </a:xfrm>
        </p:grpSpPr>
        <p:sp>
          <p:nvSpPr>
            <p:cNvPr id="11320" name="Google Shape;11320;p13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3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137"/>
          <p:cNvGrpSpPr/>
          <p:nvPr/>
        </p:nvGrpSpPr>
        <p:grpSpPr>
          <a:xfrm>
            <a:off x="7068305" y="2231215"/>
            <a:ext cx="361969" cy="361090"/>
            <a:chOff x="-56010050" y="2686975"/>
            <a:chExt cx="319000" cy="318225"/>
          </a:xfrm>
        </p:grpSpPr>
        <p:sp>
          <p:nvSpPr>
            <p:cNvPr id="11325" name="Google Shape;11325;p13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3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3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3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137"/>
          <p:cNvGrpSpPr/>
          <p:nvPr/>
        </p:nvGrpSpPr>
        <p:grpSpPr>
          <a:xfrm>
            <a:off x="5753801" y="2684124"/>
            <a:ext cx="361998" cy="361090"/>
            <a:chOff x="-54081175" y="1903275"/>
            <a:chExt cx="319025" cy="318225"/>
          </a:xfrm>
        </p:grpSpPr>
        <p:sp>
          <p:nvSpPr>
            <p:cNvPr id="11330" name="Google Shape;11330;p13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3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137"/>
          <p:cNvGrpSpPr/>
          <p:nvPr/>
        </p:nvGrpSpPr>
        <p:grpSpPr>
          <a:xfrm>
            <a:off x="5776154" y="3137587"/>
            <a:ext cx="317290" cy="360211"/>
            <a:chOff x="-54063050" y="2296300"/>
            <a:chExt cx="279625" cy="317450"/>
          </a:xfrm>
        </p:grpSpPr>
        <p:sp>
          <p:nvSpPr>
            <p:cNvPr id="11333" name="Google Shape;11333;p13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3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37"/>
          <p:cNvGrpSpPr/>
          <p:nvPr/>
        </p:nvGrpSpPr>
        <p:grpSpPr>
          <a:xfrm>
            <a:off x="5776154" y="3601649"/>
            <a:ext cx="317290" cy="361033"/>
            <a:chOff x="-54061475" y="2685450"/>
            <a:chExt cx="279625" cy="318175"/>
          </a:xfrm>
        </p:grpSpPr>
        <p:sp>
          <p:nvSpPr>
            <p:cNvPr id="11338" name="Google Shape;11338;p13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3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137"/>
          <p:cNvGrpSpPr/>
          <p:nvPr/>
        </p:nvGrpSpPr>
        <p:grpSpPr>
          <a:xfrm>
            <a:off x="8029690" y="2693967"/>
            <a:ext cx="275278" cy="361969"/>
            <a:chOff x="-52074300" y="1911950"/>
            <a:chExt cx="242600" cy="319000"/>
          </a:xfrm>
        </p:grpSpPr>
        <p:sp>
          <p:nvSpPr>
            <p:cNvPr id="11343" name="Google Shape;11343;p13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137"/>
          <p:cNvGrpSpPr/>
          <p:nvPr/>
        </p:nvGrpSpPr>
        <p:grpSpPr>
          <a:xfrm>
            <a:off x="5287689" y="1305369"/>
            <a:ext cx="361998" cy="361090"/>
            <a:chOff x="-57578225" y="1904075"/>
            <a:chExt cx="319025" cy="318225"/>
          </a:xfrm>
        </p:grpSpPr>
        <p:sp>
          <p:nvSpPr>
            <p:cNvPr id="11348" name="Google Shape;11348;p13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3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137"/>
          <p:cNvGrpSpPr/>
          <p:nvPr/>
        </p:nvGrpSpPr>
        <p:grpSpPr>
          <a:xfrm>
            <a:off x="5310042" y="1778631"/>
            <a:ext cx="317290" cy="361090"/>
            <a:chOff x="-57558525" y="2294725"/>
            <a:chExt cx="279625" cy="318225"/>
          </a:xfrm>
        </p:grpSpPr>
        <p:sp>
          <p:nvSpPr>
            <p:cNvPr id="11353" name="Google Shape;11353;p13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3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137"/>
          <p:cNvGrpSpPr/>
          <p:nvPr/>
        </p:nvGrpSpPr>
        <p:grpSpPr>
          <a:xfrm>
            <a:off x="5285901" y="2231215"/>
            <a:ext cx="365572" cy="361969"/>
            <a:chOff x="-57579800" y="2686975"/>
            <a:chExt cx="322175" cy="319000"/>
          </a:xfrm>
        </p:grpSpPr>
        <p:sp>
          <p:nvSpPr>
            <p:cNvPr id="11359" name="Google Shape;11359;p13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137"/>
          <p:cNvGrpSpPr/>
          <p:nvPr/>
        </p:nvGrpSpPr>
        <p:grpSpPr>
          <a:xfrm>
            <a:off x="7510682" y="1778631"/>
            <a:ext cx="367359" cy="361090"/>
            <a:chOff x="-55620975" y="2294725"/>
            <a:chExt cx="323750" cy="318225"/>
          </a:xfrm>
        </p:grpSpPr>
        <p:sp>
          <p:nvSpPr>
            <p:cNvPr id="11362" name="Google Shape;11362;p13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3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3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3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137"/>
          <p:cNvGrpSpPr/>
          <p:nvPr/>
        </p:nvGrpSpPr>
        <p:grpSpPr>
          <a:xfrm>
            <a:off x="7512923" y="2231130"/>
            <a:ext cx="362877" cy="361175"/>
            <a:chOff x="-55620175" y="2686900"/>
            <a:chExt cx="319800" cy="318300"/>
          </a:xfrm>
        </p:grpSpPr>
        <p:sp>
          <p:nvSpPr>
            <p:cNvPr id="11369" name="Google Shape;11369;p13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3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3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137"/>
          <p:cNvGrpSpPr/>
          <p:nvPr/>
        </p:nvGrpSpPr>
        <p:grpSpPr>
          <a:xfrm>
            <a:off x="6198887" y="2684124"/>
            <a:ext cx="361969" cy="361090"/>
            <a:chOff x="-53690500" y="1903275"/>
            <a:chExt cx="319000" cy="318225"/>
          </a:xfrm>
        </p:grpSpPr>
        <p:sp>
          <p:nvSpPr>
            <p:cNvPr id="11374" name="Google Shape;11374;p13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3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3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3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137"/>
          <p:cNvGrpSpPr/>
          <p:nvPr/>
        </p:nvGrpSpPr>
        <p:grpSpPr>
          <a:xfrm>
            <a:off x="6221226" y="3137587"/>
            <a:ext cx="317290" cy="359303"/>
            <a:chOff x="-53670800" y="2296300"/>
            <a:chExt cx="279625" cy="316650"/>
          </a:xfrm>
        </p:grpSpPr>
        <p:sp>
          <p:nvSpPr>
            <p:cNvPr id="11379" name="Google Shape;11379;p13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3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3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3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137"/>
          <p:cNvGrpSpPr/>
          <p:nvPr/>
        </p:nvGrpSpPr>
        <p:grpSpPr>
          <a:xfrm>
            <a:off x="6198887" y="3602925"/>
            <a:ext cx="361969" cy="361544"/>
            <a:chOff x="-53690500" y="2686575"/>
            <a:chExt cx="319000" cy="318625"/>
          </a:xfrm>
        </p:grpSpPr>
        <p:sp>
          <p:nvSpPr>
            <p:cNvPr id="11384" name="Google Shape;11384;p13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3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3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137"/>
          <p:cNvGrpSpPr/>
          <p:nvPr/>
        </p:nvGrpSpPr>
        <p:grpSpPr>
          <a:xfrm>
            <a:off x="8008669" y="3145785"/>
            <a:ext cx="317319" cy="360948"/>
            <a:chOff x="-52092425" y="2303525"/>
            <a:chExt cx="279650" cy="318100"/>
          </a:xfrm>
        </p:grpSpPr>
        <p:sp>
          <p:nvSpPr>
            <p:cNvPr id="11389" name="Google Shape;11389;p13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3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3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3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3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137"/>
          <p:cNvGrpSpPr/>
          <p:nvPr/>
        </p:nvGrpSpPr>
        <p:grpSpPr>
          <a:xfrm>
            <a:off x="5727728" y="1306249"/>
            <a:ext cx="363756" cy="361090"/>
            <a:chOff x="-57189125" y="1904850"/>
            <a:chExt cx="320575" cy="318225"/>
          </a:xfrm>
        </p:grpSpPr>
        <p:sp>
          <p:nvSpPr>
            <p:cNvPr id="11395" name="Google Shape;11395;p13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3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3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3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137"/>
          <p:cNvGrpSpPr/>
          <p:nvPr/>
        </p:nvGrpSpPr>
        <p:grpSpPr>
          <a:xfrm>
            <a:off x="5728621" y="1800985"/>
            <a:ext cx="361969" cy="316411"/>
            <a:chOff x="-57187550" y="2314425"/>
            <a:chExt cx="319000" cy="278850"/>
          </a:xfrm>
        </p:grpSpPr>
        <p:sp>
          <p:nvSpPr>
            <p:cNvPr id="11401" name="Google Shape;11401;p13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3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3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137"/>
          <p:cNvGrpSpPr/>
          <p:nvPr/>
        </p:nvGrpSpPr>
        <p:grpSpPr>
          <a:xfrm>
            <a:off x="5745585" y="2230534"/>
            <a:ext cx="328042" cy="361771"/>
            <a:chOff x="-57172600" y="2686375"/>
            <a:chExt cx="289100" cy="318825"/>
          </a:xfrm>
        </p:grpSpPr>
        <p:sp>
          <p:nvSpPr>
            <p:cNvPr id="11406" name="Google Shape;11406;p13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3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137"/>
          <p:cNvGrpSpPr/>
          <p:nvPr/>
        </p:nvGrpSpPr>
        <p:grpSpPr>
          <a:xfrm>
            <a:off x="7958434" y="1304461"/>
            <a:ext cx="361090" cy="359303"/>
            <a:chOff x="-55225575" y="1903275"/>
            <a:chExt cx="318225" cy="316650"/>
          </a:xfrm>
        </p:grpSpPr>
        <p:sp>
          <p:nvSpPr>
            <p:cNvPr id="11409" name="Google Shape;11409;p13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3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3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3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3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137"/>
          <p:cNvGrpSpPr/>
          <p:nvPr/>
        </p:nvGrpSpPr>
        <p:grpSpPr>
          <a:xfrm>
            <a:off x="7969611" y="1780418"/>
            <a:ext cx="338736" cy="359303"/>
            <a:chOff x="-55217700" y="2296300"/>
            <a:chExt cx="298525" cy="316650"/>
          </a:xfrm>
        </p:grpSpPr>
        <p:sp>
          <p:nvSpPr>
            <p:cNvPr id="11415" name="Google Shape;11415;p13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3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3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3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137"/>
          <p:cNvGrpSpPr/>
          <p:nvPr/>
        </p:nvGrpSpPr>
        <p:grpSpPr>
          <a:xfrm>
            <a:off x="7957541" y="2233002"/>
            <a:ext cx="362877" cy="359303"/>
            <a:chOff x="-55229525" y="2688550"/>
            <a:chExt cx="319800" cy="316650"/>
          </a:xfrm>
        </p:grpSpPr>
        <p:sp>
          <p:nvSpPr>
            <p:cNvPr id="11420" name="Google Shape;11420;p13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3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137"/>
          <p:cNvGrpSpPr/>
          <p:nvPr/>
        </p:nvGrpSpPr>
        <p:grpSpPr>
          <a:xfrm>
            <a:off x="6653760" y="2684124"/>
            <a:ext cx="338765" cy="361090"/>
            <a:chOff x="-53288825" y="1903275"/>
            <a:chExt cx="298550" cy="318225"/>
          </a:xfrm>
        </p:grpSpPr>
        <p:sp>
          <p:nvSpPr>
            <p:cNvPr id="11425" name="Google Shape;11425;p13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3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137"/>
          <p:cNvGrpSpPr/>
          <p:nvPr/>
        </p:nvGrpSpPr>
        <p:grpSpPr>
          <a:xfrm>
            <a:off x="6642143" y="3135800"/>
            <a:ext cx="361998" cy="361090"/>
            <a:chOff x="-53299850" y="2294725"/>
            <a:chExt cx="319025" cy="318225"/>
          </a:xfrm>
        </p:grpSpPr>
        <p:sp>
          <p:nvSpPr>
            <p:cNvPr id="11429" name="Google Shape;11429;p13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3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137"/>
          <p:cNvGrpSpPr/>
          <p:nvPr/>
        </p:nvGrpSpPr>
        <p:grpSpPr>
          <a:xfrm>
            <a:off x="6664936" y="3604259"/>
            <a:ext cx="316411" cy="360211"/>
            <a:chOff x="-53278575" y="2687750"/>
            <a:chExt cx="278850" cy="317450"/>
          </a:xfrm>
        </p:grpSpPr>
        <p:sp>
          <p:nvSpPr>
            <p:cNvPr id="11432" name="Google Shape;11432;p13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3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3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3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137"/>
          <p:cNvGrpSpPr/>
          <p:nvPr/>
        </p:nvGrpSpPr>
        <p:grpSpPr>
          <a:xfrm>
            <a:off x="7986330" y="3603947"/>
            <a:ext cx="361998" cy="362310"/>
            <a:chOff x="-52101875" y="2687475"/>
            <a:chExt cx="319025" cy="319300"/>
          </a:xfrm>
        </p:grpSpPr>
        <p:sp>
          <p:nvSpPr>
            <p:cNvPr id="11437" name="Google Shape;11437;p13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3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3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3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137"/>
          <p:cNvGrpSpPr/>
          <p:nvPr/>
        </p:nvGrpSpPr>
        <p:grpSpPr>
          <a:xfrm>
            <a:off x="6201079" y="1305369"/>
            <a:ext cx="317290" cy="361090"/>
            <a:chOff x="-56774050" y="1904075"/>
            <a:chExt cx="279625" cy="318225"/>
          </a:xfrm>
        </p:grpSpPr>
        <p:sp>
          <p:nvSpPr>
            <p:cNvPr id="11442" name="Google Shape;11442;p13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3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137"/>
          <p:cNvGrpSpPr/>
          <p:nvPr/>
        </p:nvGrpSpPr>
        <p:grpSpPr>
          <a:xfrm>
            <a:off x="6201079" y="1778631"/>
            <a:ext cx="317290" cy="361090"/>
            <a:chOff x="-56774850" y="2294725"/>
            <a:chExt cx="279625" cy="318225"/>
          </a:xfrm>
        </p:grpSpPr>
        <p:sp>
          <p:nvSpPr>
            <p:cNvPr id="11445" name="Google Shape;11445;p13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3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137"/>
          <p:cNvGrpSpPr/>
          <p:nvPr/>
        </p:nvGrpSpPr>
        <p:grpSpPr>
          <a:xfrm>
            <a:off x="6222086" y="2231215"/>
            <a:ext cx="275278" cy="360182"/>
            <a:chOff x="-56756725" y="2686975"/>
            <a:chExt cx="242600" cy="317425"/>
          </a:xfrm>
        </p:grpSpPr>
        <p:sp>
          <p:nvSpPr>
            <p:cNvPr id="11449" name="Google Shape;11449;p13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3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3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137"/>
          <p:cNvGrpSpPr/>
          <p:nvPr/>
        </p:nvGrpSpPr>
        <p:grpSpPr>
          <a:xfrm>
            <a:off x="4870518" y="2684124"/>
            <a:ext cx="337346" cy="361998"/>
            <a:chOff x="-54826975" y="1903275"/>
            <a:chExt cx="297300" cy="319025"/>
          </a:xfrm>
        </p:grpSpPr>
        <p:sp>
          <p:nvSpPr>
            <p:cNvPr id="11453" name="Google Shape;11453;p13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3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3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137"/>
          <p:cNvGrpSpPr/>
          <p:nvPr/>
        </p:nvGrpSpPr>
        <p:grpSpPr>
          <a:xfrm>
            <a:off x="4858206" y="3137587"/>
            <a:ext cx="361969" cy="359274"/>
            <a:chOff x="-54836500" y="2296300"/>
            <a:chExt cx="319000" cy="316625"/>
          </a:xfrm>
        </p:grpSpPr>
        <p:sp>
          <p:nvSpPr>
            <p:cNvPr id="11457" name="Google Shape;11457;p13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3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3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3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137"/>
          <p:cNvGrpSpPr/>
          <p:nvPr/>
        </p:nvGrpSpPr>
        <p:grpSpPr>
          <a:xfrm>
            <a:off x="4879652" y="3604259"/>
            <a:ext cx="319078" cy="361090"/>
            <a:chOff x="-54817600" y="2687750"/>
            <a:chExt cx="281200" cy="318225"/>
          </a:xfrm>
        </p:grpSpPr>
        <p:sp>
          <p:nvSpPr>
            <p:cNvPr id="11462" name="Google Shape;11462;p13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3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3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3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137"/>
          <p:cNvGrpSpPr/>
          <p:nvPr/>
        </p:nvGrpSpPr>
        <p:grpSpPr>
          <a:xfrm>
            <a:off x="7110476" y="2684124"/>
            <a:ext cx="317290" cy="359303"/>
            <a:chOff x="-52887125" y="1903275"/>
            <a:chExt cx="279625" cy="316650"/>
          </a:xfrm>
        </p:grpSpPr>
        <p:sp>
          <p:nvSpPr>
            <p:cNvPr id="11467" name="Google Shape;11467;p13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3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137"/>
          <p:cNvGrpSpPr/>
          <p:nvPr/>
        </p:nvGrpSpPr>
        <p:grpSpPr>
          <a:xfrm>
            <a:off x="7089030" y="3134920"/>
            <a:ext cx="360182" cy="361969"/>
            <a:chOff x="-52906025" y="2293950"/>
            <a:chExt cx="317425" cy="319000"/>
          </a:xfrm>
        </p:grpSpPr>
        <p:sp>
          <p:nvSpPr>
            <p:cNvPr id="11470" name="Google Shape;11470;p13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3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3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137"/>
          <p:cNvGrpSpPr/>
          <p:nvPr/>
        </p:nvGrpSpPr>
        <p:grpSpPr>
          <a:xfrm>
            <a:off x="7110476" y="3603379"/>
            <a:ext cx="317290" cy="361090"/>
            <a:chOff x="-52887125" y="2686975"/>
            <a:chExt cx="279625" cy="318225"/>
          </a:xfrm>
        </p:grpSpPr>
        <p:sp>
          <p:nvSpPr>
            <p:cNvPr id="11474" name="Google Shape;11474;p13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3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3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3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137"/>
          <p:cNvGrpSpPr/>
          <p:nvPr/>
        </p:nvGrpSpPr>
        <p:grpSpPr>
          <a:xfrm>
            <a:off x="6220848" y="4062998"/>
            <a:ext cx="318170" cy="359303"/>
            <a:chOff x="-51722225" y="1915100"/>
            <a:chExt cx="280400" cy="316650"/>
          </a:xfrm>
        </p:grpSpPr>
        <p:sp>
          <p:nvSpPr>
            <p:cNvPr id="11479" name="Google Shape;11479;p13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3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3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3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137"/>
          <p:cNvGrpSpPr/>
          <p:nvPr/>
        </p:nvGrpSpPr>
        <p:grpSpPr>
          <a:xfrm>
            <a:off x="6616678" y="1303695"/>
            <a:ext cx="370905" cy="360976"/>
            <a:chOff x="-56407800" y="1902600"/>
            <a:chExt cx="326875" cy="318125"/>
          </a:xfrm>
        </p:grpSpPr>
        <p:sp>
          <p:nvSpPr>
            <p:cNvPr id="11484" name="Google Shape;11484;p13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3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3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137"/>
          <p:cNvGrpSpPr/>
          <p:nvPr/>
        </p:nvGrpSpPr>
        <p:grpSpPr>
          <a:xfrm>
            <a:off x="6622479" y="1790262"/>
            <a:ext cx="359303" cy="338736"/>
            <a:chOff x="-56401500" y="2304975"/>
            <a:chExt cx="316650" cy="298525"/>
          </a:xfrm>
        </p:grpSpPr>
        <p:sp>
          <p:nvSpPr>
            <p:cNvPr id="11488" name="Google Shape;11488;p13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3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3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3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137"/>
          <p:cNvGrpSpPr/>
          <p:nvPr/>
        </p:nvGrpSpPr>
        <p:grpSpPr>
          <a:xfrm>
            <a:off x="5328863" y="2682337"/>
            <a:ext cx="319985" cy="361090"/>
            <a:chOff x="-54426150" y="1901700"/>
            <a:chExt cx="282000" cy="318225"/>
          </a:xfrm>
        </p:grpSpPr>
        <p:sp>
          <p:nvSpPr>
            <p:cNvPr id="11493" name="Google Shape;11493;p13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3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3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137"/>
          <p:cNvGrpSpPr/>
          <p:nvPr/>
        </p:nvGrpSpPr>
        <p:grpSpPr>
          <a:xfrm>
            <a:off x="5328863" y="3135800"/>
            <a:ext cx="319985" cy="361998"/>
            <a:chOff x="-54426150" y="2294725"/>
            <a:chExt cx="282000" cy="319025"/>
          </a:xfrm>
        </p:grpSpPr>
        <p:sp>
          <p:nvSpPr>
            <p:cNvPr id="11498" name="Google Shape;11498;p13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3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3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3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137"/>
          <p:cNvGrpSpPr/>
          <p:nvPr/>
        </p:nvGrpSpPr>
        <p:grpSpPr>
          <a:xfrm>
            <a:off x="5327076" y="3603379"/>
            <a:ext cx="323560" cy="361969"/>
            <a:chOff x="-54427725" y="2686975"/>
            <a:chExt cx="285150" cy="319000"/>
          </a:xfrm>
        </p:grpSpPr>
        <p:sp>
          <p:nvSpPr>
            <p:cNvPr id="11504" name="Google Shape;11504;p13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3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3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3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137"/>
          <p:cNvGrpSpPr/>
          <p:nvPr/>
        </p:nvGrpSpPr>
        <p:grpSpPr>
          <a:xfrm>
            <a:off x="7533634" y="2684351"/>
            <a:ext cx="359303" cy="359984"/>
            <a:chOff x="-52513800" y="1903475"/>
            <a:chExt cx="316650" cy="317250"/>
          </a:xfrm>
        </p:grpSpPr>
        <p:sp>
          <p:nvSpPr>
            <p:cNvPr id="11510" name="Google Shape;11510;p13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3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137"/>
          <p:cNvGrpSpPr/>
          <p:nvPr/>
        </p:nvGrpSpPr>
        <p:grpSpPr>
          <a:xfrm>
            <a:off x="7543464" y="3136708"/>
            <a:ext cx="339644" cy="360182"/>
            <a:chOff x="-52505925" y="2295525"/>
            <a:chExt cx="299325" cy="317425"/>
          </a:xfrm>
        </p:grpSpPr>
        <p:sp>
          <p:nvSpPr>
            <p:cNvPr id="11513" name="Google Shape;11513;p13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3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3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137"/>
          <p:cNvGrpSpPr/>
          <p:nvPr/>
        </p:nvGrpSpPr>
        <p:grpSpPr>
          <a:xfrm>
            <a:off x="7554641" y="3603379"/>
            <a:ext cx="317290" cy="361090"/>
            <a:chOff x="-52494100" y="2686975"/>
            <a:chExt cx="279625" cy="318225"/>
          </a:xfrm>
        </p:grpSpPr>
        <p:sp>
          <p:nvSpPr>
            <p:cNvPr id="11518" name="Google Shape;11518;p13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3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3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3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137"/>
          <p:cNvGrpSpPr/>
          <p:nvPr/>
        </p:nvGrpSpPr>
        <p:grpSpPr>
          <a:xfrm>
            <a:off x="6665412" y="4064322"/>
            <a:ext cx="315503" cy="361090"/>
            <a:chOff x="-51708850" y="2305750"/>
            <a:chExt cx="278050" cy="318225"/>
          </a:xfrm>
        </p:grpSpPr>
        <p:sp>
          <p:nvSpPr>
            <p:cNvPr id="11523" name="Google Shape;11523;p13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3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137"/>
          <p:cNvGrpSpPr/>
          <p:nvPr/>
        </p:nvGrpSpPr>
        <p:grpSpPr>
          <a:xfrm>
            <a:off x="7536807" y="1306109"/>
            <a:ext cx="319089" cy="362073"/>
            <a:chOff x="1044400" y="2917425"/>
            <a:chExt cx="248125" cy="281550"/>
          </a:xfrm>
        </p:grpSpPr>
        <p:sp>
          <p:nvSpPr>
            <p:cNvPr id="11527" name="Google Shape;11527;p13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3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3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3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3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532" name="Google Shape;11532;p13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533" name="Google Shape;11533;p13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534" name="Google Shape;11534;p13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3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6" name="Google Shape;11536;p137"/>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40" name="Shape 11540"/>
        <p:cNvGrpSpPr/>
        <p:nvPr/>
      </p:nvGrpSpPr>
      <p:grpSpPr>
        <a:xfrm>
          <a:off x="0" y="0"/>
          <a:ext cx="0" cy="0"/>
          <a:chOff x="0" y="0"/>
          <a:chExt cx="0" cy="0"/>
        </a:xfrm>
      </p:grpSpPr>
      <p:sp>
        <p:nvSpPr>
          <p:cNvPr id="11541" name="Google Shape;11541;p138"/>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542" name="Google Shape;11542;p138"/>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543" name="Google Shape;11543;p138"/>
          <p:cNvGrpSpPr/>
          <p:nvPr/>
        </p:nvGrpSpPr>
        <p:grpSpPr>
          <a:xfrm>
            <a:off x="889109" y="1303003"/>
            <a:ext cx="278288" cy="357036"/>
            <a:chOff x="-50489600" y="1947400"/>
            <a:chExt cx="233150" cy="299125"/>
          </a:xfrm>
        </p:grpSpPr>
        <p:sp>
          <p:nvSpPr>
            <p:cNvPr id="11544" name="Google Shape;11544;p13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3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138"/>
          <p:cNvGrpSpPr/>
          <p:nvPr/>
        </p:nvGrpSpPr>
        <p:grpSpPr>
          <a:xfrm>
            <a:off x="849616" y="1757960"/>
            <a:ext cx="357274" cy="358199"/>
            <a:chOff x="-50523475" y="2316000"/>
            <a:chExt cx="299325" cy="300100"/>
          </a:xfrm>
        </p:grpSpPr>
        <p:sp>
          <p:nvSpPr>
            <p:cNvPr id="11547" name="Google Shape;11547;p13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3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138"/>
          <p:cNvGrpSpPr/>
          <p:nvPr/>
        </p:nvGrpSpPr>
        <p:grpSpPr>
          <a:xfrm>
            <a:off x="848213" y="2207269"/>
            <a:ext cx="360079" cy="357304"/>
            <a:chOff x="-50524250" y="2686150"/>
            <a:chExt cx="301675" cy="299350"/>
          </a:xfrm>
        </p:grpSpPr>
        <p:sp>
          <p:nvSpPr>
            <p:cNvPr id="11550" name="Google Shape;11550;p13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3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3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3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3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3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138"/>
          <p:cNvGrpSpPr/>
          <p:nvPr/>
        </p:nvGrpSpPr>
        <p:grpSpPr>
          <a:xfrm>
            <a:off x="3070976" y="1333082"/>
            <a:ext cx="358199" cy="359154"/>
            <a:chOff x="-48633950" y="1972600"/>
            <a:chExt cx="300100" cy="300900"/>
          </a:xfrm>
        </p:grpSpPr>
        <p:sp>
          <p:nvSpPr>
            <p:cNvPr id="11557" name="Google Shape;11557;p13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3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138"/>
          <p:cNvGrpSpPr/>
          <p:nvPr/>
        </p:nvGrpSpPr>
        <p:grpSpPr>
          <a:xfrm>
            <a:off x="3070499" y="1788993"/>
            <a:ext cx="359154" cy="361004"/>
            <a:chOff x="-48634750" y="2342000"/>
            <a:chExt cx="300900" cy="302450"/>
          </a:xfrm>
        </p:grpSpPr>
        <p:sp>
          <p:nvSpPr>
            <p:cNvPr id="11560" name="Google Shape;11560;p13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3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3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3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3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3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138"/>
          <p:cNvGrpSpPr/>
          <p:nvPr/>
        </p:nvGrpSpPr>
        <p:grpSpPr>
          <a:xfrm>
            <a:off x="3071439" y="2237377"/>
            <a:ext cx="357274" cy="357274"/>
            <a:chOff x="-48633175" y="2711375"/>
            <a:chExt cx="299325" cy="299325"/>
          </a:xfrm>
        </p:grpSpPr>
        <p:sp>
          <p:nvSpPr>
            <p:cNvPr id="11569" name="Google Shape;11569;p13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3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138"/>
          <p:cNvGrpSpPr/>
          <p:nvPr/>
        </p:nvGrpSpPr>
        <p:grpSpPr>
          <a:xfrm>
            <a:off x="1757928" y="2689329"/>
            <a:ext cx="314006" cy="358229"/>
            <a:chOff x="-46753100" y="1965500"/>
            <a:chExt cx="263075" cy="300125"/>
          </a:xfrm>
        </p:grpSpPr>
        <p:sp>
          <p:nvSpPr>
            <p:cNvPr id="11572" name="Google Shape;11572;p13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3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138"/>
          <p:cNvGrpSpPr/>
          <p:nvPr/>
        </p:nvGrpSpPr>
        <p:grpSpPr>
          <a:xfrm>
            <a:off x="1735354" y="3156542"/>
            <a:ext cx="359154" cy="315916"/>
            <a:chOff x="-46772025" y="2350650"/>
            <a:chExt cx="300900" cy="264675"/>
          </a:xfrm>
        </p:grpSpPr>
        <p:sp>
          <p:nvSpPr>
            <p:cNvPr id="11575" name="Google Shape;11575;p13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3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138"/>
          <p:cNvGrpSpPr/>
          <p:nvPr/>
        </p:nvGrpSpPr>
        <p:grpSpPr>
          <a:xfrm>
            <a:off x="1735354" y="3590820"/>
            <a:ext cx="359154" cy="359154"/>
            <a:chOff x="-46772025" y="2701925"/>
            <a:chExt cx="300900" cy="300900"/>
          </a:xfrm>
        </p:grpSpPr>
        <p:sp>
          <p:nvSpPr>
            <p:cNvPr id="11578" name="Google Shape;11578;p13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3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0" name="Google Shape;11580;p138"/>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1" name="Google Shape;11581;p138"/>
          <p:cNvGrpSpPr/>
          <p:nvPr/>
        </p:nvGrpSpPr>
        <p:grpSpPr>
          <a:xfrm>
            <a:off x="1293035" y="1303928"/>
            <a:ext cx="358199" cy="359154"/>
            <a:chOff x="-50154075" y="1948175"/>
            <a:chExt cx="300100" cy="300900"/>
          </a:xfrm>
        </p:grpSpPr>
        <p:sp>
          <p:nvSpPr>
            <p:cNvPr id="11582" name="Google Shape;11582;p13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3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138"/>
          <p:cNvGrpSpPr/>
          <p:nvPr/>
        </p:nvGrpSpPr>
        <p:grpSpPr>
          <a:xfrm>
            <a:off x="1293035" y="1758885"/>
            <a:ext cx="358199" cy="358229"/>
            <a:chOff x="-50154850" y="2316775"/>
            <a:chExt cx="300100" cy="300125"/>
          </a:xfrm>
        </p:grpSpPr>
        <p:sp>
          <p:nvSpPr>
            <p:cNvPr id="11585" name="Google Shape;11585;p13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138"/>
          <p:cNvGrpSpPr/>
          <p:nvPr/>
        </p:nvGrpSpPr>
        <p:grpSpPr>
          <a:xfrm>
            <a:off x="1288813" y="2205896"/>
            <a:ext cx="366644" cy="356558"/>
            <a:chOff x="-50158000" y="2685000"/>
            <a:chExt cx="307175" cy="298725"/>
          </a:xfrm>
        </p:grpSpPr>
        <p:sp>
          <p:nvSpPr>
            <p:cNvPr id="11588" name="Google Shape;11588;p13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138"/>
          <p:cNvGrpSpPr/>
          <p:nvPr/>
        </p:nvGrpSpPr>
        <p:grpSpPr>
          <a:xfrm>
            <a:off x="3521599" y="1334007"/>
            <a:ext cx="361004" cy="358229"/>
            <a:chOff x="-48266125" y="1973375"/>
            <a:chExt cx="302450" cy="300125"/>
          </a:xfrm>
        </p:grpSpPr>
        <p:sp>
          <p:nvSpPr>
            <p:cNvPr id="11591" name="Google Shape;11591;p13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138"/>
          <p:cNvGrpSpPr/>
          <p:nvPr/>
        </p:nvGrpSpPr>
        <p:grpSpPr>
          <a:xfrm>
            <a:off x="3548844" y="1789769"/>
            <a:ext cx="306516" cy="358349"/>
            <a:chOff x="-48237000" y="2342650"/>
            <a:chExt cx="256800" cy="300225"/>
          </a:xfrm>
        </p:grpSpPr>
        <p:sp>
          <p:nvSpPr>
            <p:cNvPr id="11598" name="Google Shape;11598;p13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138"/>
          <p:cNvGrpSpPr/>
          <p:nvPr/>
        </p:nvGrpSpPr>
        <p:grpSpPr>
          <a:xfrm>
            <a:off x="2180338" y="2690046"/>
            <a:ext cx="361034" cy="355633"/>
            <a:chOff x="-46404975" y="1966100"/>
            <a:chExt cx="302475" cy="297950"/>
          </a:xfrm>
        </p:grpSpPr>
        <p:sp>
          <p:nvSpPr>
            <p:cNvPr id="11602" name="Google Shape;11602;p13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3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138"/>
          <p:cNvGrpSpPr/>
          <p:nvPr/>
        </p:nvGrpSpPr>
        <p:grpSpPr>
          <a:xfrm>
            <a:off x="2181740" y="3135863"/>
            <a:ext cx="358229" cy="358199"/>
            <a:chOff x="-46401050" y="2333325"/>
            <a:chExt cx="300125" cy="300100"/>
          </a:xfrm>
        </p:grpSpPr>
        <p:sp>
          <p:nvSpPr>
            <p:cNvPr id="11607" name="Google Shape;11607;p13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1" name="Google Shape;11611;p138"/>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2" name="Google Shape;11612;p138"/>
          <p:cNvGrpSpPr/>
          <p:nvPr/>
        </p:nvGrpSpPr>
        <p:grpSpPr>
          <a:xfrm>
            <a:off x="3961830" y="3146218"/>
            <a:ext cx="359154" cy="359124"/>
            <a:chOff x="-44914800" y="2342000"/>
            <a:chExt cx="300900" cy="300875"/>
          </a:xfrm>
        </p:grpSpPr>
        <p:sp>
          <p:nvSpPr>
            <p:cNvPr id="11613" name="Google Shape;11613;p13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6" name="Google Shape;11616;p138"/>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7" name="Google Shape;11617;p138"/>
          <p:cNvGrpSpPr/>
          <p:nvPr/>
        </p:nvGrpSpPr>
        <p:grpSpPr>
          <a:xfrm>
            <a:off x="1735816" y="1758736"/>
            <a:ext cx="359154" cy="357424"/>
            <a:chOff x="-49786250" y="2316650"/>
            <a:chExt cx="300900" cy="299450"/>
          </a:xfrm>
        </p:grpSpPr>
        <p:sp>
          <p:nvSpPr>
            <p:cNvPr id="11618" name="Google Shape;11618;p13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3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3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3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5" name="Google Shape;11625;p138"/>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38"/>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7" name="Google Shape;11627;p138"/>
          <p:cNvGrpSpPr/>
          <p:nvPr/>
        </p:nvGrpSpPr>
        <p:grpSpPr>
          <a:xfrm>
            <a:off x="4033144" y="1788993"/>
            <a:ext cx="230365" cy="359124"/>
            <a:chOff x="-47842400" y="2342000"/>
            <a:chExt cx="193000" cy="300875"/>
          </a:xfrm>
        </p:grpSpPr>
        <p:sp>
          <p:nvSpPr>
            <p:cNvPr id="11628" name="Google Shape;11628;p13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3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3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138"/>
          <p:cNvGrpSpPr/>
          <p:nvPr/>
        </p:nvGrpSpPr>
        <p:grpSpPr>
          <a:xfrm>
            <a:off x="3969212" y="2236452"/>
            <a:ext cx="358229" cy="359154"/>
            <a:chOff x="-47896750" y="2710600"/>
            <a:chExt cx="300125" cy="300900"/>
          </a:xfrm>
        </p:grpSpPr>
        <p:sp>
          <p:nvSpPr>
            <p:cNvPr id="11632" name="Google Shape;11632;p13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3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3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3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138"/>
          <p:cNvGrpSpPr/>
          <p:nvPr/>
        </p:nvGrpSpPr>
        <p:grpSpPr>
          <a:xfrm>
            <a:off x="2624852" y="2710009"/>
            <a:ext cx="359154" cy="314991"/>
            <a:chOff x="-46033225" y="1982825"/>
            <a:chExt cx="300900" cy="263900"/>
          </a:xfrm>
        </p:grpSpPr>
        <p:sp>
          <p:nvSpPr>
            <p:cNvPr id="11637" name="Google Shape;11637;p13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3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3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138"/>
          <p:cNvGrpSpPr/>
          <p:nvPr/>
        </p:nvGrpSpPr>
        <p:grpSpPr>
          <a:xfrm>
            <a:off x="2621569" y="3137266"/>
            <a:ext cx="365719" cy="326151"/>
            <a:chOff x="-46034000" y="2334500"/>
            <a:chExt cx="306400" cy="273250"/>
          </a:xfrm>
        </p:grpSpPr>
        <p:sp>
          <p:nvSpPr>
            <p:cNvPr id="11641" name="Google Shape;11641;p13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3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3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138"/>
          <p:cNvGrpSpPr/>
          <p:nvPr/>
        </p:nvGrpSpPr>
        <p:grpSpPr>
          <a:xfrm>
            <a:off x="2667627" y="3591655"/>
            <a:ext cx="273603" cy="356439"/>
            <a:chOff x="-45998575" y="2702625"/>
            <a:chExt cx="229225" cy="298625"/>
          </a:xfrm>
        </p:grpSpPr>
        <p:sp>
          <p:nvSpPr>
            <p:cNvPr id="11645" name="Google Shape;11645;p13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3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3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3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3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3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3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138"/>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38"/>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4" name="Google Shape;11654;p138"/>
          <p:cNvGrpSpPr/>
          <p:nvPr/>
        </p:nvGrpSpPr>
        <p:grpSpPr>
          <a:xfrm>
            <a:off x="2203197" y="2205419"/>
            <a:ext cx="314961" cy="361034"/>
            <a:chOff x="-49398750" y="2684600"/>
            <a:chExt cx="263875" cy="302475"/>
          </a:xfrm>
        </p:grpSpPr>
        <p:sp>
          <p:nvSpPr>
            <p:cNvPr id="11655" name="Google Shape;11655;p13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3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3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138"/>
          <p:cNvGrpSpPr/>
          <p:nvPr/>
        </p:nvGrpSpPr>
        <p:grpSpPr>
          <a:xfrm>
            <a:off x="873121" y="2699684"/>
            <a:ext cx="314006" cy="359154"/>
            <a:chOff x="-47509225" y="1974175"/>
            <a:chExt cx="263075" cy="300900"/>
          </a:xfrm>
        </p:grpSpPr>
        <p:sp>
          <p:nvSpPr>
            <p:cNvPr id="11659" name="Google Shape;11659;p13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3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3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3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3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138"/>
          <p:cNvGrpSpPr/>
          <p:nvPr/>
        </p:nvGrpSpPr>
        <p:grpSpPr>
          <a:xfrm>
            <a:off x="849622" y="3146218"/>
            <a:ext cx="361004" cy="357961"/>
            <a:chOff x="-47529700" y="2342000"/>
            <a:chExt cx="302450" cy="299900"/>
          </a:xfrm>
        </p:grpSpPr>
        <p:sp>
          <p:nvSpPr>
            <p:cNvPr id="11665" name="Google Shape;11665;p13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3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138"/>
          <p:cNvGrpSpPr/>
          <p:nvPr/>
        </p:nvGrpSpPr>
        <p:grpSpPr>
          <a:xfrm>
            <a:off x="851025" y="3645367"/>
            <a:ext cx="358199" cy="272648"/>
            <a:chOff x="-47527350" y="2747625"/>
            <a:chExt cx="300100" cy="228425"/>
          </a:xfrm>
        </p:grpSpPr>
        <p:sp>
          <p:nvSpPr>
            <p:cNvPr id="11668" name="Google Shape;11668;p13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3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3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3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3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3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4" name="Google Shape;11674;p138"/>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5" name="Google Shape;11675;p138"/>
          <p:cNvGrpSpPr/>
          <p:nvPr/>
        </p:nvGrpSpPr>
        <p:grpSpPr>
          <a:xfrm>
            <a:off x="3073924" y="3158422"/>
            <a:ext cx="358229" cy="314961"/>
            <a:chOff x="-45664625" y="2352225"/>
            <a:chExt cx="300125" cy="263875"/>
          </a:xfrm>
        </p:grpSpPr>
        <p:sp>
          <p:nvSpPr>
            <p:cNvPr id="11676" name="Google Shape;11676;p13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3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3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3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3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138"/>
          <p:cNvGrpSpPr/>
          <p:nvPr/>
        </p:nvGrpSpPr>
        <p:grpSpPr>
          <a:xfrm>
            <a:off x="3073103" y="3592401"/>
            <a:ext cx="359870" cy="357573"/>
            <a:chOff x="-45665400" y="2703250"/>
            <a:chExt cx="301500" cy="299575"/>
          </a:xfrm>
        </p:grpSpPr>
        <p:sp>
          <p:nvSpPr>
            <p:cNvPr id="11684" name="Google Shape;11684;p13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3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3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138"/>
          <p:cNvGrpSpPr/>
          <p:nvPr/>
        </p:nvGrpSpPr>
        <p:grpSpPr>
          <a:xfrm>
            <a:off x="2174760" y="4033337"/>
            <a:ext cx="359154" cy="360109"/>
            <a:chOff x="-44528075" y="1982825"/>
            <a:chExt cx="300900" cy="301700"/>
          </a:xfrm>
        </p:grpSpPr>
        <p:sp>
          <p:nvSpPr>
            <p:cNvPr id="11689" name="Google Shape;11689;p13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3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3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3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138"/>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138"/>
          <p:cNvGrpSpPr/>
          <p:nvPr/>
        </p:nvGrpSpPr>
        <p:grpSpPr>
          <a:xfrm>
            <a:off x="2625923" y="1758885"/>
            <a:ext cx="358199" cy="358229"/>
            <a:chOff x="-49048250" y="2316775"/>
            <a:chExt cx="300100" cy="300125"/>
          </a:xfrm>
        </p:grpSpPr>
        <p:sp>
          <p:nvSpPr>
            <p:cNvPr id="11698" name="Google Shape;11698;p13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3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3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2" name="Google Shape;11702;p138"/>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3" name="Google Shape;11703;p138"/>
          <p:cNvGrpSpPr/>
          <p:nvPr/>
        </p:nvGrpSpPr>
        <p:grpSpPr>
          <a:xfrm>
            <a:off x="1290494" y="2699684"/>
            <a:ext cx="360109" cy="358199"/>
            <a:chOff x="-47160325" y="1974175"/>
            <a:chExt cx="301700" cy="300100"/>
          </a:xfrm>
        </p:grpSpPr>
        <p:sp>
          <p:nvSpPr>
            <p:cNvPr id="11704" name="Google Shape;11704;p13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3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138"/>
          <p:cNvGrpSpPr/>
          <p:nvPr/>
        </p:nvGrpSpPr>
        <p:grpSpPr>
          <a:xfrm>
            <a:off x="1290971" y="3146218"/>
            <a:ext cx="359154" cy="359124"/>
            <a:chOff x="-47159525" y="2342000"/>
            <a:chExt cx="300900" cy="300875"/>
          </a:xfrm>
        </p:grpSpPr>
        <p:sp>
          <p:nvSpPr>
            <p:cNvPr id="11707" name="Google Shape;11707;p13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3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3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3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3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138"/>
          <p:cNvGrpSpPr/>
          <p:nvPr/>
        </p:nvGrpSpPr>
        <p:grpSpPr>
          <a:xfrm>
            <a:off x="1291448" y="3603054"/>
            <a:ext cx="358199" cy="359154"/>
            <a:chOff x="-47157950" y="2712175"/>
            <a:chExt cx="300100" cy="300900"/>
          </a:xfrm>
        </p:grpSpPr>
        <p:sp>
          <p:nvSpPr>
            <p:cNvPr id="11713" name="Google Shape;11713;p13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3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3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3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3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0" name="Google Shape;11720;p138"/>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1" name="Google Shape;11721;p138"/>
          <p:cNvGrpSpPr/>
          <p:nvPr/>
        </p:nvGrpSpPr>
        <p:grpSpPr>
          <a:xfrm>
            <a:off x="3535175" y="3135863"/>
            <a:ext cx="315886" cy="358199"/>
            <a:chOff x="-45278675" y="2333325"/>
            <a:chExt cx="264650" cy="300100"/>
          </a:xfrm>
        </p:grpSpPr>
        <p:sp>
          <p:nvSpPr>
            <p:cNvPr id="11722" name="Google Shape;11722;p13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3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3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138"/>
          <p:cNvGrpSpPr/>
          <p:nvPr/>
        </p:nvGrpSpPr>
        <p:grpSpPr>
          <a:xfrm>
            <a:off x="3545500" y="3590820"/>
            <a:ext cx="295237" cy="358229"/>
            <a:chOff x="-45270025" y="2701925"/>
            <a:chExt cx="247350" cy="300125"/>
          </a:xfrm>
        </p:grpSpPr>
        <p:sp>
          <p:nvSpPr>
            <p:cNvPr id="11727" name="Google Shape;11727;p13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3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3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1" name="Google Shape;11731;p138"/>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2" name="Google Shape;11732;p138"/>
          <p:cNvGrpSpPr/>
          <p:nvPr/>
        </p:nvGrpSpPr>
        <p:grpSpPr>
          <a:xfrm>
            <a:off x="2209567" y="1743737"/>
            <a:ext cx="307444" cy="366556"/>
            <a:chOff x="2209567" y="1972337"/>
            <a:chExt cx="307444" cy="366556"/>
          </a:xfrm>
        </p:grpSpPr>
        <p:sp>
          <p:nvSpPr>
            <p:cNvPr id="11733" name="Google Shape;11733;p138"/>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8"/>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8"/>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6" name="Google Shape;11736;p138"/>
            <p:cNvGrpSpPr/>
            <p:nvPr/>
          </p:nvGrpSpPr>
          <p:grpSpPr>
            <a:xfrm>
              <a:off x="2209567" y="2078266"/>
              <a:ext cx="307444" cy="260626"/>
              <a:chOff x="1636184" y="2959225"/>
              <a:chExt cx="232666" cy="197250"/>
            </a:xfrm>
          </p:grpSpPr>
          <p:sp>
            <p:nvSpPr>
              <p:cNvPr id="11737" name="Google Shape;11737;p13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3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3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740" name="Google Shape;11740;p13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741" name="Google Shape;11741;p138"/>
          <p:cNvGrpSpPr/>
          <p:nvPr/>
        </p:nvGrpSpPr>
        <p:grpSpPr>
          <a:xfrm>
            <a:off x="3577265" y="2235011"/>
            <a:ext cx="258542" cy="365154"/>
            <a:chOff x="-47300587" y="123275"/>
            <a:chExt cx="190975" cy="269725"/>
          </a:xfrm>
        </p:grpSpPr>
        <p:sp>
          <p:nvSpPr>
            <p:cNvPr id="11742" name="Google Shape;11742;p13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3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3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3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138"/>
          <p:cNvGrpSpPr/>
          <p:nvPr/>
        </p:nvGrpSpPr>
        <p:grpSpPr>
          <a:xfrm>
            <a:off x="4870788" y="1304201"/>
            <a:ext cx="342328" cy="339793"/>
            <a:chOff x="-13966675" y="1639700"/>
            <a:chExt cx="354450" cy="351825"/>
          </a:xfrm>
        </p:grpSpPr>
        <p:sp>
          <p:nvSpPr>
            <p:cNvPr id="11748" name="Google Shape;11748;p13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3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3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3" name="Google Shape;11753;p138"/>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38"/>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5" name="Google Shape;11755;p138"/>
          <p:cNvGrpSpPr/>
          <p:nvPr/>
        </p:nvGrpSpPr>
        <p:grpSpPr>
          <a:xfrm>
            <a:off x="6667277" y="1303887"/>
            <a:ext cx="340034" cy="340420"/>
            <a:chOff x="-12199250" y="1662675"/>
            <a:chExt cx="352075" cy="352475"/>
          </a:xfrm>
        </p:grpSpPr>
        <p:sp>
          <p:nvSpPr>
            <p:cNvPr id="11756" name="Google Shape;11756;p13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3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3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138"/>
          <p:cNvGrpSpPr/>
          <p:nvPr/>
        </p:nvGrpSpPr>
        <p:grpSpPr>
          <a:xfrm>
            <a:off x="6666130" y="1710754"/>
            <a:ext cx="342328" cy="342328"/>
            <a:chOff x="-12199250" y="2096250"/>
            <a:chExt cx="354450" cy="354450"/>
          </a:xfrm>
        </p:grpSpPr>
        <p:sp>
          <p:nvSpPr>
            <p:cNvPr id="11760" name="Google Shape;11760;p13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3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138"/>
          <p:cNvGrpSpPr/>
          <p:nvPr/>
        </p:nvGrpSpPr>
        <p:grpSpPr>
          <a:xfrm>
            <a:off x="6667277" y="2119708"/>
            <a:ext cx="340034" cy="341579"/>
            <a:chOff x="-12199250" y="2530225"/>
            <a:chExt cx="352075" cy="353675"/>
          </a:xfrm>
        </p:grpSpPr>
        <p:sp>
          <p:nvSpPr>
            <p:cNvPr id="11763" name="Google Shape;11763;p13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3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3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3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7" name="Google Shape;11767;p138"/>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8" name="Google Shape;11768;p138"/>
          <p:cNvGrpSpPr/>
          <p:nvPr/>
        </p:nvGrpSpPr>
        <p:grpSpPr>
          <a:xfrm>
            <a:off x="4870788" y="2959488"/>
            <a:ext cx="342328" cy="339310"/>
            <a:chOff x="-10462550" y="2057650"/>
            <a:chExt cx="354450" cy="351325"/>
          </a:xfrm>
        </p:grpSpPr>
        <p:sp>
          <p:nvSpPr>
            <p:cNvPr id="11769" name="Google Shape;11769;p13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3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1" name="Google Shape;11771;p138"/>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2" name="Google Shape;11772;p138"/>
          <p:cNvGrpSpPr/>
          <p:nvPr/>
        </p:nvGrpSpPr>
        <p:grpSpPr>
          <a:xfrm>
            <a:off x="6649772" y="2551051"/>
            <a:ext cx="375044" cy="340541"/>
            <a:chOff x="-8692750" y="1622100"/>
            <a:chExt cx="388325" cy="352600"/>
          </a:xfrm>
        </p:grpSpPr>
        <p:sp>
          <p:nvSpPr>
            <p:cNvPr id="11773" name="Google Shape;11773;p13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3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38"/>
          <p:cNvGrpSpPr/>
          <p:nvPr/>
        </p:nvGrpSpPr>
        <p:grpSpPr>
          <a:xfrm>
            <a:off x="5304253" y="1303307"/>
            <a:ext cx="341555" cy="341579"/>
            <a:chOff x="-13529550" y="1639425"/>
            <a:chExt cx="353650" cy="353675"/>
          </a:xfrm>
        </p:grpSpPr>
        <p:sp>
          <p:nvSpPr>
            <p:cNvPr id="11776" name="Google Shape;11776;p13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3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3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3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3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3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3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138"/>
          <p:cNvGrpSpPr/>
          <p:nvPr/>
        </p:nvGrpSpPr>
        <p:grpSpPr>
          <a:xfrm>
            <a:off x="5303106" y="1711889"/>
            <a:ext cx="343849" cy="340058"/>
            <a:chOff x="-13531925" y="2075775"/>
            <a:chExt cx="356025" cy="352100"/>
          </a:xfrm>
        </p:grpSpPr>
        <p:sp>
          <p:nvSpPr>
            <p:cNvPr id="11785" name="Google Shape;11785;p13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3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138"/>
          <p:cNvGrpSpPr/>
          <p:nvPr/>
        </p:nvGrpSpPr>
        <p:grpSpPr>
          <a:xfrm>
            <a:off x="5304627" y="2120094"/>
            <a:ext cx="340807" cy="340807"/>
            <a:chOff x="-13528775" y="2507400"/>
            <a:chExt cx="352875" cy="352875"/>
          </a:xfrm>
        </p:grpSpPr>
        <p:sp>
          <p:nvSpPr>
            <p:cNvPr id="11788" name="Google Shape;11788;p13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3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1" name="Google Shape;11791;p138"/>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38"/>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3" name="Google Shape;11793;p138"/>
          <p:cNvGrpSpPr/>
          <p:nvPr/>
        </p:nvGrpSpPr>
        <p:grpSpPr>
          <a:xfrm>
            <a:off x="7140133" y="2119708"/>
            <a:ext cx="308090" cy="341579"/>
            <a:chOff x="-11747150" y="2530225"/>
            <a:chExt cx="319000" cy="353675"/>
          </a:xfrm>
        </p:grpSpPr>
        <p:sp>
          <p:nvSpPr>
            <p:cNvPr id="11794" name="Google Shape;11794;p13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3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138"/>
          <p:cNvGrpSpPr/>
          <p:nvPr/>
        </p:nvGrpSpPr>
        <p:grpSpPr>
          <a:xfrm>
            <a:off x="5304627" y="2550919"/>
            <a:ext cx="340807" cy="340807"/>
            <a:chOff x="-10027775" y="1622900"/>
            <a:chExt cx="352875" cy="352875"/>
          </a:xfrm>
        </p:grpSpPr>
        <p:sp>
          <p:nvSpPr>
            <p:cNvPr id="11797" name="Google Shape;11797;p13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3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3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3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3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3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3" name="Google Shape;11803;p138"/>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4" name="Google Shape;11804;p138"/>
          <p:cNvGrpSpPr/>
          <p:nvPr/>
        </p:nvGrpSpPr>
        <p:grpSpPr>
          <a:xfrm>
            <a:off x="8031595" y="2576583"/>
            <a:ext cx="322553" cy="342328"/>
            <a:chOff x="-10019125" y="2490075"/>
            <a:chExt cx="333975" cy="354450"/>
          </a:xfrm>
        </p:grpSpPr>
        <p:sp>
          <p:nvSpPr>
            <p:cNvPr id="11805" name="Google Shape;11805;p13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3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3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138"/>
          <p:cNvGrpSpPr/>
          <p:nvPr/>
        </p:nvGrpSpPr>
        <p:grpSpPr>
          <a:xfrm>
            <a:off x="6661180" y="2957593"/>
            <a:ext cx="352227" cy="343100"/>
            <a:chOff x="-8684100" y="2032450"/>
            <a:chExt cx="364700" cy="355250"/>
          </a:xfrm>
        </p:grpSpPr>
        <p:sp>
          <p:nvSpPr>
            <p:cNvPr id="11810" name="Google Shape;11810;p13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3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3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138"/>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138"/>
          <p:cNvGrpSpPr/>
          <p:nvPr/>
        </p:nvGrpSpPr>
        <p:grpSpPr>
          <a:xfrm>
            <a:off x="5752039" y="1711056"/>
            <a:ext cx="343849" cy="341724"/>
            <a:chOff x="-13095575" y="2073400"/>
            <a:chExt cx="356025" cy="353825"/>
          </a:xfrm>
        </p:grpSpPr>
        <p:sp>
          <p:nvSpPr>
            <p:cNvPr id="11815" name="Google Shape;11815;p13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3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3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3" name="Google Shape;11823;p138"/>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4" name="Google Shape;11824;p138"/>
          <p:cNvGrpSpPr/>
          <p:nvPr/>
        </p:nvGrpSpPr>
        <p:grpSpPr>
          <a:xfrm>
            <a:off x="7576787" y="1302885"/>
            <a:ext cx="343100" cy="342424"/>
            <a:chOff x="-11332875" y="1660700"/>
            <a:chExt cx="355250" cy="354550"/>
          </a:xfrm>
        </p:grpSpPr>
        <p:sp>
          <p:nvSpPr>
            <p:cNvPr id="11825" name="Google Shape;11825;p13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3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9" name="Google Shape;11829;p138"/>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8"/>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1" name="Google Shape;11831;p138"/>
          <p:cNvGrpSpPr/>
          <p:nvPr/>
        </p:nvGrpSpPr>
        <p:grpSpPr>
          <a:xfrm>
            <a:off x="5774096" y="2549397"/>
            <a:ext cx="299736" cy="343849"/>
            <a:chOff x="-9570950" y="1622100"/>
            <a:chExt cx="310350" cy="356025"/>
          </a:xfrm>
        </p:grpSpPr>
        <p:sp>
          <p:nvSpPr>
            <p:cNvPr id="11832" name="Google Shape;11832;p13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138"/>
          <p:cNvGrpSpPr/>
          <p:nvPr/>
        </p:nvGrpSpPr>
        <p:grpSpPr>
          <a:xfrm>
            <a:off x="5752800" y="2958353"/>
            <a:ext cx="342328" cy="341579"/>
            <a:chOff x="-9594575" y="2056875"/>
            <a:chExt cx="354450" cy="353675"/>
          </a:xfrm>
        </p:grpSpPr>
        <p:sp>
          <p:nvSpPr>
            <p:cNvPr id="11835" name="Google Shape;11835;p13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8" name="Google Shape;11838;p138"/>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9" name="Google Shape;11839;p138"/>
          <p:cNvGrpSpPr/>
          <p:nvPr/>
        </p:nvGrpSpPr>
        <p:grpSpPr>
          <a:xfrm>
            <a:off x="6208482" y="1303693"/>
            <a:ext cx="342328" cy="340807"/>
            <a:chOff x="-12661600" y="1640225"/>
            <a:chExt cx="354450" cy="352875"/>
          </a:xfrm>
        </p:grpSpPr>
        <p:sp>
          <p:nvSpPr>
            <p:cNvPr id="11840" name="Google Shape;11840;p13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138"/>
          <p:cNvGrpSpPr/>
          <p:nvPr/>
        </p:nvGrpSpPr>
        <p:grpSpPr>
          <a:xfrm>
            <a:off x="6208857" y="1732231"/>
            <a:ext cx="341579" cy="299374"/>
            <a:chOff x="-12660025" y="2096250"/>
            <a:chExt cx="353675" cy="309975"/>
          </a:xfrm>
        </p:grpSpPr>
        <p:sp>
          <p:nvSpPr>
            <p:cNvPr id="11844" name="Google Shape;11844;p13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3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3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3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3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3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138"/>
          <p:cNvGrpSpPr/>
          <p:nvPr/>
        </p:nvGrpSpPr>
        <p:grpSpPr>
          <a:xfrm>
            <a:off x="6207335" y="2119527"/>
            <a:ext cx="344622" cy="341941"/>
            <a:chOff x="-12663175" y="2506800"/>
            <a:chExt cx="356825" cy="354050"/>
          </a:xfrm>
        </p:grpSpPr>
        <p:sp>
          <p:nvSpPr>
            <p:cNvPr id="11851" name="Google Shape;11851;p13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3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3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3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138"/>
          <p:cNvGrpSpPr/>
          <p:nvPr/>
        </p:nvGrpSpPr>
        <p:grpSpPr>
          <a:xfrm>
            <a:off x="8022468" y="1303307"/>
            <a:ext cx="340807" cy="341579"/>
            <a:chOff x="-10896525" y="1663050"/>
            <a:chExt cx="352875" cy="353675"/>
          </a:xfrm>
        </p:grpSpPr>
        <p:sp>
          <p:nvSpPr>
            <p:cNvPr id="11856" name="Google Shape;11856;p13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3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8" name="Google Shape;11858;p138"/>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9" name="Google Shape;11859;p138"/>
          <p:cNvGrpSpPr/>
          <p:nvPr/>
        </p:nvGrpSpPr>
        <p:grpSpPr>
          <a:xfrm>
            <a:off x="8022082" y="2130742"/>
            <a:ext cx="341579" cy="319511"/>
            <a:chOff x="-10898100" y="2542050"/>
            <a:chExt cx="353675" cy="330825"/>
          </a:xfrm>
        </p:grpSpPr>
        <p:sp>
          <p:nvSpPr>
            <p:cNvPr id="11860" name="Google Shape;11860;p13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3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3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3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3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3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138"/>
          <p:cNvGrpSpPr/>
          <p:nvPr/>
        </p:nvGrpSpPr>
        <p:grpSpPr>
          <a:xfrm>
            <a:off x="6209617" y="2551607"/>
            <a:ext cx="340058" cy="339430"/>
            <a:chOff x="-9157450" y="1622750"/>
            <a:chExt cx="352100" cy="351450"/>
          </a:xfrm>
        </p:grpSpPr>
        <p:sp>
          <p:nvSpPr>
            <p:cNvPr id="11867" name="Google Shape;11867;p13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138"/>
          <p:cNvGrpSpPr/>
          <p:nvPr/>
        </p:nvGrpSpPr>
        <p:grpSpPr>
          <a:xfrm>
            <a:off x="6247658" y="2959874"/>
            <a:ext cx="263977" cy="338537"/>
            <a:chOff x="-9119650" y="2056875"/>
            <a:chExt cx="273325" cy="350525"/>
          </a:xfrm>
        </p:grpSpPr>
        <p:sp>
          <p:nvSpPr>
            <p:cNvPr id="11870" name="Google Shape;11870;p13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2" name="Google Shape;11872;p138"/>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38"/>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4" name="Google Shape;11874;p138"/>
          <p:cNvGrpSpPr/>
          <p:nvPr/>
        </p:nvGrpSpPr>
        <p:grpSpPr>
          <a:xfrm>
            <a:off x="7576790" y="2989279"/>
            <a:ext cx="343094" cy="341569"/>
            <a:chOff x="6001575" y="3119050"/>
            <a:chExt cx="315025" cy="313625"/>
          </a:xfrm>
        </p:grpSpPr>
        <p:sp>
          <p:nvSpPr>
            <p:cNvPr id="11875" name="Google Shape;11875;p13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3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80" name="Shape 11880"/>
        <p:cNvGrpSpPr/>
        <p:nvPr/>
      </p:nvGrpSpPr>
      <p:grpSpPr>
        <a:xfrm>
          <a:off x="0" y="0"/>
          <a:ext cx="0" cy="0"/>
          <a:chOff x="0" y="0"/>
          <a:chExt cx="0" cy="0"/>
        </a:xfrm>
      </p:grpSpPr>
      <p:sp>
        <p:nvSpPr>
          <p:cNvPr id="11881" name="Google Shape;11881;p139"/>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2" name="Google Shape;11882;p139"/>
          <p:cNvGrpSpPr/>
          <p:nvPr/>
        </p:nvGrpSpPr>
        <p:grpSpPr>
          <a:xfrm>
            <a:off x="845233" y="2273195"/>
            <a:ext cx="476329" cy="476213"/>
            <a:chOff x="-21298675" y="2414425"/>
            <a:chExt cx="306400" cy="306325"/>
          </a:xfrm>
        </p:grpSpPr>
        <p:sp>
          <p:nvSpPr>
            <p:cNvPr id="11883" name="Google Shape;11883;p139"/>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39"/>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39"/>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139"/>
          <p:cNvGrpSpPr/>
          <p:nvPr/>
        </p:nvGrpSpPr>
        <p:grpSpPr>
          <a:xfrm>
            <a:off x="844611" y="2865128"/>
            <a:ext cx="477573" cy="445432"/>
            <a:chOff x="-21299475" y="2798025"/>
            <a:chExt cx="307200" cy="286525"/>
          </a:xfrm>
        </p:grpSpPr>
        <p:sp>
          <p:nvSpPr>
            <p:cNvPr id="11887" name="Google Shape;11887;p139"/>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9"/>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39"/>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39"/>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39"/>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39"/>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39"/>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9"/>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9"/>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39"/>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39"/>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39"/>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9" name="Google Shape;11899;p139"/>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39"/>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39"/>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2" name="Google Shape;11902;p139"/>
          <p:cNvGrpSpPr/>
          <p:nvPr/>
        </p:nvGrpSpPr>
        <p:grpSpPr>
          <a:xfrm>
            <a:off x="6713966" y="1688917"/>
            <a:ext cx="413912" cy="472676"/>
            <a:chOff x="-17545650" y="2051350"/>
            <a:chExt cx="266250" cy="304050"/>
          </a:xfrm>
        </p:grpSpPr>
        <p:sp>
          <p:nvSpPr>
            <p:cNvPr id="11903" name="Google Shape;11903;p139"/>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39"/>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39"/>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39"/>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7" name="Google Shape;11907;p139"/>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8" name="Google Shape;11908;p139"/>
          <p:cNvGrpSpPr/>
          <p:nvPr/>
        </p:nvGrpSpPr>
        <p:grpSpPr>
          <a:xfrm>
            <a:off x="6684584" y="2865574"/>
            <a:ext cx="472676" cy="444538"/>
            <a:chOff x="-17565350" y="2809825"/>
            <a:chExt cx="304050" cy="285950"/>
          </a:xfrm>
        </p:grpSpPr>
        <p:sp>
          <p:nvSpPr>
            <p:cNvPr id="11909" name="Google Shape;11909;p139"/>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39"/>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39"/>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39"/>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39"/>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4" name="Google Shape;11914;p139"/>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9"/>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39"/>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7" name="Google Shape;11917;p139"/>
          <p:cNvGrpSpPr/>
          <p:nvPr/>
        </p:nvGrpSpPr>
        <p:grpSpPr>
          <a:xfrm>
            <a:off x="1457493" y="2850904"/>
            <a:ext cx="416283" cy="473881"/>
            <a:chOff x="-20904875" y="2788575"/>
            <a:chExt cx="267775" cy="304825"/>
          </a:xfrm>
        </p:grpSpPr>
        <p:sp>
          <p:nvSpPr>
            <p:cNvPr id="11918" name="Google Shape;11918;p139"/>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39"/>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139"/>
          <p:cNvGrpSpPr/>
          <p:nvPr/>
        </p:nvGrpSpPr>
        <p:grpSpPr>
          <a:xfrm>
            <a:off x="4397908" y="2275564"/>
            <a:ext cx="360045" cy="471471"/>
            <a:chOff x="-19006700" y="2434925"/>
            <a:chExt cx="231600" cy="303275"/>
          </a:xfrm>
        </p:grpSpPr>
        <p:sp>
          <p:nvSpPr>
            <p:cNvPr id="11921" name="Google Shape;11921;p139"/>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39"/>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39"/>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39"/>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5" name="Google Shape;11925;p139"/>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39"/>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7" name="Google Shape;11927;p139"/>
          <p:cNvGrpSpPr/>
          <p:nvPr/>
        </p:nvGrpSpPr>
        <p:grpSpPr>
          <a:xfrm>
            <a:off x="7276507" y="2289051"/>
            <a:ext cx="473881" cy="444499"/>
            <a:chOff x="-17190425" y="2435725"/>
            <a:chExt cx="304825" cy="285925"/>
          </a:xfrm>
        </p:grpSpPr>
        <p:sp>
          <p:nvSpPr>
            <p:cNvPr id="11928" name="Google Shape;11928;p139"/>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9"/>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39"/>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1" name="Google Shape;11931;p139"/>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2" name="Google Shape;11932;p139"/>
          <p:cNvGrpSpPr/>
          <p:nvPr/>
        </p:nvGrpSpPr>
        <p:grpSpPr>
          <a:xfrm>
            <a:off x="4931233" y="3444650"/>
            <a:ext cx="476329" cy="475086"/>
            <a:chOff x="-15719925" y="2416825"/>
            <a:chExt cx="306400" cy="305600"/>
          </a:xfrm>
        </p:grpSpPr>
        <p:sp>
          <p:nvSpPr>
            <p:cNvPr id="11933" name="Google Shape;11933;p139"/>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39"/>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39"/>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6" name="Google Shape;11936;p139"/>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9"/>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8" name="Google Shape;11938;p139"/>
          <p:cNvGrpSpPr/>
          <p:nvPr/>
        </p:nvGrpSpPr>
        <p:grpSpPr>
          <a:xfrm>
            <a:off x="2017527" y="2851506"/>
            <a:ext cx="479983" cy="472676"/>
            <a:chOff x="-20550425" y="2789350"/>
            <a:chExt cx="308750" cy="304050"/>
          </a:xfrm>
        </p:grpSpPr>
        <p:sp>
          <p:nvSpPr>
            <p:cNvPr id="11939" name="Google Shape;11939;p139"/>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39"/>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139"/>
          <p:cNvGrpSpPr/>
          <p:nvPr/>
        </p:nvGrpSpPr>
        <p:grpSpPr>
          <a:xfrm>
            <a:off x="4932894" y="1688158"/>
            <a:ext cx="473920" cy="474192"/>
            <a:chOff x="-18666450" y="2059825"/>
            <a:chExt cx="304850" cy="305025"/>
          </a:xfrm>
        </p:grpSpPr>
        <p:sp>
          <p:nvSpPr>
            <p:cNvPr id="11942" name="Google Shape;11942;p139"/>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39"/>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139"/>
          <p:cNvGrpSpPr/>
          <p:nvPr/>
        </p:nvGrpSpPr>
        <p:grpSpPr>
          <a:xfrm>
            <a:off x="4932292" y="2275584"/>
            <a:ext cx="475125" cy="471432"/>
            <a:chOff x="-18668025" y="2435725"/>
            <a:chExt cx="305625" cy="303250"/>
          </a:xfrm>
        </p:grpSpPr>
        <p:sp>
          <p:nvSpPr>
            <p:cNvPr id="11945" name="Google Shape;11945;p139"/>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39"/>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139"/>
          <p:cNvGrpSpPr/>
          <p:nvPr/>
        </p:nvGrpSpPr>
        <p:grpSpPr>
          <a:xfrm>
            <a:off x="4931689" y="2850902"/>
            <a:ext cx="476329" cy="473881"/>
            <a:chOff x="-18668800" y="2807475"/>
            <a:chExt cx="306400" cy="304825"/>
          </a:xfrm>
        </p:grpSpPr>
        <p:sp>
          <p:nvSpPr>
            <p:cNvPr id="11948" name="Google Shape;11948;p139"/>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39"/>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39"/>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39"/>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39"/>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39"/>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39"/>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39"/>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39"/>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139"/>
          <p:cNvGrpSpPr/>
          <p:nvPr/>
        </p:nvGrpSpPr>
        <p:grpSpPr>
          <a:xfrm>
            <a:off x="7885658" y="1687693"/>
            <a:ext cx="416361" cy="475125"/>
            <a:chOff x="-16798200" y="2050575"/>
            <a:chExt cx="267825" cy="305625"/>
          </a:xfrm>
        </p:grpSpPr>
        <p:sp>
          <p:nvSpPr>
            <p:cNvPr id="11958" name="Google Shape;11958;p139"/>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9"/>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39"/>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139"/>
          <p:cNvGrpSpPr/>
          <p:nvPr/>
        </p:nvGrpSpPr>
        <p:grpSpPr>
          <a:xfrm>
            <a:off x="7856276" y="2852127"/>
            <a:ext cx="475125" cy="471432"/>
            <a:chOff x="-16817100" y="2801175"/>
            <a:chExt cx="305625" cy="303250"/>
          </a:xfrm>
        </p:grpSpPr>
        <p:sp>
          <p:nvSpPr>
            <p:cNvPr id="11962" name="Google Shape;11962;p139"/>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9"/>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9"/>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39"/>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39"/>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39"/>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39"/>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39"/>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139"/>
          <p:cNvGrpSpPr/>
          <p:nvPr/>
        </p:nvGrpSpPr>
        <p:grpSpPr>
          <a:xfrm>
            <a:off x="7263396" y="3444614"/>
            <a:ext cx="476329" cy="475125"/>
            <a:chOff x="-15717575" y="2786200"/>
            <a:chExt cx="306400" cy="305625"/>
          </a:xfrm>
        </p:grpSpPr>
        <p:sp>
          <p:nvSpPr>
            <p:cNvPr id="11971" name="Google Shape;11971;p139"/>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9"/>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39"/>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39"/>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39"/>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39"/>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39"/>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139"/>
          <p:cNvGrpSpPr/>
          <p:nvPr/>
        </p:nvGrpSpPr>
        <p:grpSpPr>
          <a:xfrm>
            <a:off x="2600969" y="1688296"/>
            <a:ext cx="475125" cy="473920"/>
            <a:chOff x="-20173175" y="2038750"/>
            <a:chExt cx="305625" cy="304850"/>
          </a:xfrm>
        </p:grpSpPr>
        <p:sp>
          <p:nvSpPr>
            <p:cNvPr id="11979" name="Google Shape;11979;p139"/>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39"/>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1" name="Google Shape;11981;p139"/>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2" name="Google Shape;11982;p139"/>
          <p:cNvGrpSpPr/>
          <p:nvPr/>
        </p:nvGrpSpPr>
        <p:grpSpPr>
          <a:xfrm>
            <a:off x="2602193" y="2850282"/>
            <a:ext cx="472676" cy="475125"/>
            <a:chOff x="-20173175" y="2787775"/>
            <a:chExt cx="304050" cy="305625"/>
          </a:xfrm>
        </p:grpSpPr>
        <p:sp>
          <p:nvSpPr>
            <p:cNvPr id="11983" name="Google Shape;11983;p139"/>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9"/>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9"/>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39"/>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39"/>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39"/>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39"/>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139"/>
          <p:cNvGrpSpPr/>
          <p:nvPr/>
        </p:nvGrpSpPr>
        <p:grpSpPr>
          <a:xfrm>
            <a:off x="5527177" y="2275564"/>
            <a:ext cx="473881" cy="471471"/>
            <a:chOff x="-18294675" y="2434925"/>
            <a:chExt cx="304825" cy="303275"/>
          </a:xfrm>
        </p:grpSpPr>
        <p:sp>
          <p:nvSpPr>
            <p:cNvPr id="11991" name="Google Shape;11991;p139"/>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39"/>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39"/>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139"/>
          <p:cNvGrpSpPr/>
          <p:nvPr/>
        </p:nvGrpSpPr>
        <p:grpSpPr>
          <a:xfrm>
            <a:off x="5583492" y="2852107"/>
            <a:ext cx="361250" cy="471471"/>
            <a:chOff x="-18258450" y="2809825"/>
            <a:chExt cx="232375" cy="303275"/>
          </a:xfrm>
        </p:grpSpPr>
        <p:sp>
          <p:nvSpPr>
            <p:cNvPr id="11995" name="Google Shape;11995;p139"/>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39"/>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39"/>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139"/>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9" name="Google Shape;11999;p139"/>
          <p:cNvGrpSpPr/>
          <p:nvPr/>
        </p:nvGrpSpPr>
        <p:grpSpPr>
          <a:xfrm>
            <a:off x="3793692" y="3445233"/>
            <a:ext cx="415117" cy="473920"/>
            <a:chOff x="-16422500" y="2425450"/>
            <a:chExt cx="267025" cy="304850"/>
          </a:xfrm>
        </p:grpSpPr>
        <p:sp>
          <p:nvSpPr>
            <p:cNvPr id="12000" name="Google Shape;12000;p139"/>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39"/>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39"/>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139"/>
          <p:cNvGrpSpPr/>
          <p:nvPr/>
        </p:nvGrpSpPr>
        <p:grpSpPr>
          <a:xfrm>
            <a:off x="6096453" y="3445838"/>
            <a:ext cx="473920" cy="472676"/>
            <a:chOff x="-16442200" y="2801175"/>
            <a:chExt cx="304850" cy="304050"/>
          </a:xfrm>
        </p:grpSpPr>
        <p:sp>
          <p:nvSpPr>
            <p:cNvPr id="12004" name="Google Shape;12004;p139"/>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9"/>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39"/>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7" name="Google Shape;12007;p139"/>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9"/>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9" name="Google Shape;12009;p139"/>
          <p:cNvGrpSpPr/>
          <p:nvPr/>
        </p:nvGrpSpPr>
        <p:grpSpPr>
          <a:xfrm>
            <a:off x="3172167" y="2276343"/>
            <a:ext cx="481265" cy="469917"/>
            <a:chOff x="-19802200" y="2416025"/>
            <a:chExt cx="309575" cy="302275"/>
          </a:xfrm>
        </p:grpSpPr>
        <p:sp>
          <p:nvSpPr>
            <p:cNvPr id="12010" name="Google Shape;12010;p139"/>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39"/>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39"/>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39"/>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9"/>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139"/>
          <p:cNvGrpSpPr/>
          <p:nvPr/>
        </p:nvGrpSpPr>
        <p:grpSpPr>
          <a:xfrm>
            <a:off x="3175238" y="2851506"/>
            <a:ext cx="475125" cy="472676"/>
            <a:chOff x="-19801400" y="2788575"/>
            <a:chExt cx="305625" cy="304050"/>
          </a:xfrm>
        </p:grpSpPr>
        <p:sp>
          <p:nvSpPr>
            <p:cNvPr id="12016" name="Google Shape;12016;p139"/>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39"/>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9"/>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39"/>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39"/>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39"/>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139"/>
          <p:cNvGrpSpPr/>
          <p:nvPr/>
        </p:nvGrpSpPr>
        <p:grpSpPr>
          <a:xfrm>
            <a:off x="6130314" y="1688916"/>
            <a:ext cx="422463" cy="472676"/>
            <a:chOff x="-17903225" y="2060800"/>
            <a:chExt cx="271750" cy="304050"/>
          </a:xfrm>
        </p:grpSpPr>
        <p:sp>
          <p:nvSpPr>
            <p:cNvPr id="12023" name="Google Shape;12023;p139"/>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39"/>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39"/>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139"/>
          <p:cNvGrpSpPr/>
          <p:nvPr/>
        </p:nvGrpSpPr>
        <p:grpSpPr>
          <a:xfrm>
            <a:off x="6104605" y="2274962"/>
            <a:ext cx="473881" cy="472676"/>
            <a:chOff x="-17918975" y="2435725"/>
            <a:chExt cx="304825" cy="304050"/>
          </a:xfrm>
        </p:grpSpPr>
        <p:sp>
          <p:nvSpPr>
            <p:cNvPr id="12027" name="Google Shape;12027;p139"/>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39"/>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139"/>
          <p:cNvGrpSpPr/>
          <p:nvPr/>
        </p:nvGrpSpPr>
        <p:grpSpPr>
          <a:xfrm>
            <a:off x="6133365" y="2852729"/>
            <a:ext cx="416361" cy="470228"/>
            <a:chOff x="-17899300" y="2810625"/>
            <a:chExt cx="267825" cy="302475"/>
          </a:xfrm>
        </p:grpSpPr>
        <p:sp>
          <p:nvSpPr>
            <p:cNvPr id="12030" name="Google Shape;12030;p139"/>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9"/>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9"/>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139"/>
          <p:cNvGrpSpPr/>
          <p:nvPr/>
        </p:nvGrpSpPr>
        <p:grpSpPr>
          <a:xfrm>
            <a:off x="2039218" y="3461166"/>
            <a:ext cx="472676" cy="442089"/>
            <a:chOff x="-16066500" y="2060800"/>
            <a:chExt cx="304050" cy="284375"/>
          </a:xfrm>
        </p:grpSpPr>
        <p:sp>
          <p:nvSpPr>
            <p:cNvPr id="12034" name="Google Shape;12034;p139"/>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39"/>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39"/>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39"/>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39"/>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9" name="Google Shape;12039;p139"/>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39"/>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39"/>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2" name="Google Shape;12042;p139"/>
          <p:cNvGrpSpPr/>
          <p:nvPr/>
        </p:nvGrpSpPr>
        <p:grpSpPr>
          <a:xfrm>
            <a:off x="7923925" y="2297751"/>
            <a:ext cx="368362" cy="419314"/>
            <a:chOff x="4995050" y="3245650"/>
            <a:chExt cx="236950" cy="269725"/>
          </a:xfrm>
        </p:grpSpPr>
        <p:sp>
          <p:nvSpPr>
            <p:cNvPr id="12043" name="Google Shape;12043;p139"/>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39"/>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39"/>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6" name="Google Shape;12046;p139"/>
            <p:cNvGrpSpPr/>
            <p:nvPr/>
          </p:nvGrpSpPr>
          <p:grpSpPr>
            <a:xfrm>
              <a:off x="4995050" y="3245650"/>
              <a:ext cx="236950" cy="269725"/>
              <a:chOff x="4995050" y="3245650"/>
              <a:chExt cx="236950" cy="269725"/>
            </a:xfrm>
          </p:grpSpPr>
          <p:sp>
            <p:nvSpPr>
              <p:cNvPr id="12047" name="Google Shape;12047;p139"/>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39"/>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49" name="Google Shape;12049;p139"/>
          <p:cNvGrpSpPr/>
          <p:nvPr/>
        </p:nvGrpSpPr>
        <p:grpSpPr>
          <a:xfrm>
            <a:off x="5523718" y="1689744"/>
            <a:ext cx="483749" cy="481292"/>
            <a:chOff x="4724650" y="2885700"/>
            <a:chExt cx="270750" cy="269375"/>
          </a:xfrm>
        </p:grpSpPr>
        <p:sp>
          <p:nvSpPr>
            <p:cNvPr id="12050" name="Google Shape;12050;p139"/>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39"/>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39"/>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39"/>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39"/>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39"/>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39"/>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139"/>
          <p:cNvGrpSpPr/>
          <p:nvPr/>
        </p:nvGrpSpPr>
        <p:grpSpPr>
          <a:xfrm>
            <a:off x="4390823" y="1683870"/>
            <a:ext cx="389425" cy="467822"/>
            <a:chOff x="4459350" y="2882125"/>
            <a:chExt cx="228375" cy="274350"/>
          </a:xfrm>
        </p:grpSpPr>
        <p:sp>
          <p:nvSpPr>
            <p:cNvPr id="12058" name="Google Shape;12058;p139"/>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39"/>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39"/>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39"/>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39"/>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063" name="Google Shape;12063;p139"/>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2064" name="Google Shape;12064;p139"/>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68" name="Shape 12068"/>
        <p:cNvGrpSpPr/>
        <p:nvPr/>
      </p:nvGrpSpPr>
      <p:grpSpPr>
        <a:xfrm>
          <a:off x="0" y="0"/>
          <a:ext cx="0" cy="0"/>
          <a:chOff x="0" y="0"/>
          <a:chExt cx="0" cy="0"/>
        </a:xfrm>
      </p:grpSpPr>
      <p:sp>
        <p:nvSpPr>
          <p:cNvPr id="12069" name="Google Shape;12069;p140"/>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070" name="Google Shape;12070;p140"/>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1" name="Google Shape;12071;p140"/>
          <p:cNvGrpSpPr/>
          <p:nvPr/>
        </p:nvGrpSpPr>
        <p:grpSpPr>
          <a:xfrm>
            <a:off x="847082" y="2140412"/>
            <a:ext cx="426462" cy="420796"/>
            <a:chOff x="-6713450" y="2397900"/>
            <a:chExt cx="295375" cy="291450"/>
          </a:xfrm>
        </p:grpSpPr>
        <p:sp>
          <p:nvSpPr>
            <p:cNvPr id="12072" name="Google Shape;12072;p140"/>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40"/>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4" name="Google Shape;12074;p140"/>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5" name="Google Shape;12075;p140"/>
          <p:cNvGrpSpPr/>
          <p:nvPr/>
        </p:nvGrpSpPr>
        <p:grpSpPr>
          <a:xfrm>
            <a:off x="3551844" y="1631401"/>
            <a:ext cx="423069" cy="420507"/>
            <a:chOff x="-4932650" y="2046625"/>
            <a:chExt cx="293025" cy="291250"/>
          </a:xfrm>
        </p:grpSpPr>
        <p:sp>
          <p:nvSpPr>
            <p:cNvPr id="12076" name="Google Shape;12076;p140"/>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40"/>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8" name="Google Shape;12078;p140"/>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9" name="Google Shape;12079;p140"/>
          <p:cNvGrpSpPr/>
          <p:nvPr/>
        </p:nvGrpSpPr>
        <p:grpSpPr>
          <a:xfrm>
            <a:off x="3563775" y="2660957"/>
            <a:ext cx="423069" cy="420796"/>
            <a:chOff x="-4931075" y="2765725"/>
            <a:chExt cx="293025" cy="291450"/>
          </a:xfrm>
        </p:grpSpPr>
        <p:sp>
          <p:nvSpPr>
            <p:cNvPr id="12080" name="Google Shape;12080;p140"/>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40"/>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140"/>
          <p:cNvGrpSpPr/>
          <p:nvPr/>
        </p:nvGrpSpPr>
        <p:grpSpPr>
          <a:xfrm>
            <a:off x="6269343" y="1656289"/>
            <a:ext cx="420796" cy="370732"/>
            <a:chOff x="-3137650" y="2067900"/>
            <a:chExt cx="291450" cy="256775"/>
          </a:xfrm>
        </p:grpSpPr>
        <p:sp>
          <p:nvSpPr>
            <p:cNvPr id="12083" name="Google Shape;12083;p140"/>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40"/>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40"/>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140"/>
          <p:cNvGrpSpPr/>
          <p:nvPr/>
        </p:nvGrpSpPr>
        <p:grpSpPr>
          <a:xfrm>
            <a:off x="6269343" y="2139926"/>
            <a:ext cx="420796" cy="421770"/>
            <a:chOff x="-3137650" y="2408950"/>
            <a:chExt cx="291450" cy="292125"/>
          </a:xfrm>
        </p:grpSpPr>
        <p:sp>
          <p:nvSpPr>
            <p:cNvPr id="12087" name="Google Shape;12087;p140"/>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40"/>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40"/>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40"/>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40"/>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140"/>
          <p:cNvGrpSpPr/>
          <p:nvPr/>
        </p:nvGrpSpPr>
        <p:grpSpPr>
          <a:xfrm>
            <a:off x="6281274" y="2685412"/>
            <a:ext cx="420796" cy="371887"/>
            <a:chOff x="-3137650" y="2787000"/>
            <a:chExt cx="291450" cy="257575"/>
          </a:xfrm>
        </p:grpSpPr>
        <p:sp>
          <p:nvSpPr>
            <p:cNvPr id="12093" name="Google Shape;12093;p140"/>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40"/>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40"/>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40"/>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40"/>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40"/>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40"/>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40"/>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1" name="Google Shape;12101;p140"/>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40"/>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40"/>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4" name="Google Shape;12104;p140"/>
          <p:cNvGrpSpPr/>
          <p:nvPr/>
        </p:nvGrpSpPr>
        <p:grpSpPr>
          <a:xfrm>
            <a:off x="1399451" y="2660397"/>
            <a:ext cx="421914" cy="421914"/>
            <a:chOff x="-6354300" y="2757075"/>
            <a:chExt cx="292225" cy="292225"/>
          </a:xfrm>
        </p:grpSpPr>
        <p:sp>
          <p:nvSpPr>
            <p:cNvPr id="12105" name="Google Shape;12105;p140"/>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40"/>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40"/>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40"/>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140"/>
          <p:cNvGrpSpPr/>
          <p:nvPr/>
        </p:nvGrpSpPr>
        <p:grpSpPr>
          <a:xfrm>
            <a:off x="4093454" y="1629560"/>
            <a:ext cx="424188" cy="424188"/>
            <a:chOff x="-4573475" y="2045850"/>
            <a:chExt cx="293800" cy="293800"/>
          </a:xfrm>
        </p:grpSpPr>
        <p:sp>
          <p:nvSpPr>
            <p:cNvPr id="12110" name="Google Shape;12110;p140"/>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40"/>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40"/>
          <p:cNvGrpSpPr/>
          <p:nvPr/>
        </p:nvGrpSpPr>
        <p:grpSpPr>
          <a:xfrm>
            <a:off x="4092877" y="2138699"/>
            <a:ext cx="425343" cy="424225"/>
            <a:chOff x="-4570325" y="2405775"/>
            <a:chExt cx="294600" cy="293825"/>
          </a:xfrm>
        </p:grpSpPr>
        <p:sp>
          <p:nvSpPr>
            <p:cNvPr id="12113" name="Google Shape;12113;p140"/>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40"/>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140"/>
          <p:cNvGrpSpPr/>
          <p:nvPr/>
        </p:nvGrpSpPr>
        <p:grpSpPr>
          <a:xfrm>
            <a:off x="4105945" y="2659838"/>
            <a:ext cx="423069" cy="423033"/>
            <a:chOff x="-4572700" y="2764950"/>
            <a:chExt cx="293025" cy="293000"/>
          </a:xfrm>
        </p:grpSpPr>
        <p:sp>
          <p:nvSpPr>
            <p:cNvPr id="12116" name="Google Shape;12116;p140"/>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40"/>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40"/>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40"/>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40"/>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140"/>
          <p:cNvGrpSpPr/>
          <p:nvPr/>
        </p:nvGrpSpPr>
        <p:grpSpPr>
          <a:xfrm>
            <a:off x="6824707" y="1631239"/>
            <a:ext cx="414840" cy="420832"/>
            <a:chOff x="-2777700" y="2049775"/>
            <a:chExt cx="287325" cy="291475"/>
          </a:xfrm>
        </p:grpSpPr>
        <p:sp>
          <p:nvSpPr>
            <p:cNvPr id="12122" name="Google Shape;12122;p140"/>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40"/>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40"/>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140"/>
          <p:cNvGrpSpPr/>
          <p:nvPr/>
        </p:nvGrpSpPr>
        <p:grpSpPr>
          <a:xfrm>
            <a:off x="6821170" y="2140431"/>
            <a:ext cx="421914" cy="420759"/>
            <a:chOff x="-2571737" y="2403625"/>
            <a:chExt cx="292225" cy="291425"/>
          </a:xfrm>
        </p:grpSpPr>
        <p:sp>
          <p:nvSpPr>
            <p:cNvPr id="12126" name="Google Shape;12126;p140"/>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40"/>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40"/>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40"/>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40"/>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40"/>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40"/>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140"/>
          <p:cNvGrpSpPr/>
          <p:nvPr/>
        </p:nvGrpSpPr>
        <p:grpSpPr>
          <a:xfrm>
            <a:off x="6821170" y="2661534"/>
            <a:ext cx="421914" cy="419640"/>
            <a:chOff x="-2571737" y="2764550"/>
            <a:chExt cx="292225" cy="290650"/>
          </a:xfrm>
        </p:grpSpPr>
        <p:sp>
          <p:nvSpPr>
            <p:cNvPr id="12134" name="Google Shape;12134;p140"/>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40"/>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40"/>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140"/>
          <p:cNvGrpSpPr/>
          <p:nvPr/>
        </p:nvGrpSpPr>
        <p:grpSpPr>
          <a:xfrm>
            <a:off x="3020671" y="3230538"/>
            <a:ext cx="421914" cy="423864"/>
            <a:chOff x="-1333975" y="2365850"/>
            <a:chExt cx="292225" cy="293575"/>
          </a:xfrm>
        </p:grpSpPr>
        <p:sp>
          <p:nvSpPr>
            <p:cNvPr id="12138" name="Google Shape;12138;p140"/>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40"/>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40"/>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40"/>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40"/>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40"/>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40"/>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40"/>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140"/>
          <p:cNvGrpSpPr/>
          <p:nvPr/>
        </p:nvGrpSpPr>
        <p:grpSpPr>
          <a:xfrm>
            <a:off x="1954146" y="2660397"/>
            <a:ext cx="398020" cy="421914"/>
            <a:chOff x="-5995925" y="2757850"/>
            <a:chExt cx="275675" cy="292225"/>
          </a:xfrm>
        </p:grpSpPr>
        <p:sp>
          <p:nvSpPr>
            <p:cNvPr id="12147" name="Google Shape;12147;p140"/>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40"/>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40"/>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40"/>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40"/>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40"/>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40"/>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40"/>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40"/>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140"/>
          <p:cNvGrpSpPr/>
          <p:nvPr/>
        </p:nvGrpSpPr>
        <p:grpSpPr>
          <a:xfrm>
            <a:off x="4634433" y="1631816"/>
            <a:ext cx="421951" cy="419677"/>
            <a:chOff x="-4211975" y="2046625"/>
            <a:chExt cx="292250" cy="290675"/>
          </a:xfrm>
        </p:grpSpPr>
        <p:sp>
          <p:nvSpPr>
            <p:cNvPr id="12157" name="Google Shape;12157;p140"/>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40"/>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140"/>
          <p:cNvGrpSpPr/>
          <p:nvPr/>
        </p:nvGrpSpPr>
        <p:grpSpPr>
          <a:xfrm>
            <a:off x="4684479" y="2138699"/>
            <a:ext cx="321859" cy="424225"/>
            <a:chOff x="-4178875" y="2405775"/>
            <a:chExt cx="222925" cy="293825"/>
          </a:xfrm>
        </p:grpSpPr>
        <p:sp>
          <p:nvSpPr>
            <p:cNvPr id="12160" name="Google Shape;12160;p140"/>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40"/>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40"/>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140"/>
          <p:cNvGrpSpPr/>
          <p:nvPr/>
        </p:nvGrpSpPr>
        <p:grpSpPr>
          <a:xfrm>
            <a:off x="4646942" y="2673483"/>
            <a:ext cx="420796" cy="395746"/>
            <a:chOff x="-4211975" y="2783850"/>
            <a:chExt cx="291450" cy="274100"/>
          </a:xfrm>
        </p:grpSpPr>
        <p:sp>
          <p:nvSpPr>
            <p:cNvPr id="12164" name="Google Shape;12164;p140"/>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40"/>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40"/>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7" name="Google Shape;12167;p140"/>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8" name="Google Shape;12168;p140"/>
          <p:cNvGrpSpPr/>
          <p:nvPr/>
        </p:nvGrpSpPr>
        <p:grpSpPr>
          <a:xfrm>
            <a:off x="7351871" y="2140413"/>
            <a:ext cx="420796" cy="420796"/>
            <a:chOff x="-2419325" y="2408150"/>
            <a:chExt cx="291450" cy="291450"/>
          </a:xfrm>
        </p:grpSpPr>
        <p:sp>
          <p:nvSpPr>
            <p:cNvPr id="12169" name="Google Shape;12169;p140"/>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40"/>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40"/>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40"/>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40"/>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40"/>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40"/>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6" name="Google Shape;12176;p140"/>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7" name="Google Shape;12177;p140"/>
          <p:cNvGrpSpPr/>
          <p:nvPr/>
        </p:nvGrpSpPr>
        <p:grpSpPr>
          <a:xfrm>
            <a:off x="4673396" y="3231514"/>
            <a:ext cx="420796" cy="421914"/>
            <a:chOff x="-1333200" y="2770450"/>
            <a:chExt cx="291450" cy="292225"/>
          </a:xfrm>
        </p:grpSpPr>
        <p:sp>
          <p:nvSpPr>
            <p:cNvPr id="12178" name="Google Shape;12178;p140"/>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40"/>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140"/>
          <p:cNvGrpSpPr/>
          <p:nvPr/>
        </p:nvGrpSpPr>
        <p:grpSpPr>
          <a:xfrm>
            <a:off x="2470009" y="1631256"/>
            <a:ext cx="423069" cy="420796"/>
            <a:chOff x="-5635200" y="2037975"/>
            <a:chExt cx="293025" cy="291450"/>
          </a:xfrm>
        </p:grpSpPr>
        <p:sp>
          <p:nvSpPr>
            <p:cNvPr id="12181" name="Google Shape;12181;p140"/>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40"/>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140"/>
          <p:cNvGrpSpPr/>
          <p:nvPr/>
        </p:nvGrpSpPr>
        <p:grpSpPr>
          <a:xfrm>
            <a:off x="2468295" y="2140412"/>
            <a:ext cx="426499" cy="420796"/>
            <a:chOff x="-5637575" y="2397900"/>
            <a:chExt cx="295400" cy="291450"/>
          </a:xfrm>
        </p:grpSpPr>
        <p:sp>
          <p:nvSpPr>
            <p:cNvPr id="12184" name="Google Shape;12184;p140"/>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40"/>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40"/>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40"/>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140"/>
          <p:cNvGrpSpPr/>
          <p:nvPr/>
        </p:nvGrpSpPr>
        <p:grpSpPr>
          <a:xfrm>
            <a:off x="2481958" y="2660397"/>
            <a:ext cx="423033" cy="421914"/>
            <a:chOff x="-5635975" y="2757075"/>
            <a:chExt cx="293000" cy="292225"/>
          </a:xfrm>
        </p:grpSpPr>
        <p:sp>
          <p:nvSpPr>
            <p:cNvPr id="12189" name="Google Shape;12189;p140"/>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40"/>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140"/>
          <p:cNvGrpSpPr/>
          <p:nvPr/>
        </p:nvGrpSpPr>
        <p:grpSpPr>
          <a:xfrm>
            <a:off x="5165893" y="1631256"/>
            <a:ext cx="423069" cy="420796"/>
            <a:chOff x="-3854375" y="2046625"/>
            <a:chExt cx="293025" cy="291450"/>
          </a:xfrm>
        </p:grpSpPr>
        <p:sp>
          <p:nvSpPr>
            <p:cNvPr id="12192" name="Google Shape;12192;p140"/>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40"/>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140"/>
          <p:cNvGrpSpPr/>
          <p:nvPr/>
        </p:nvGrpSpPr>
        <p:grpSpPr>
          <a:xfrm>
            <a:off x="5164756" y="2138717"/>
            <a:ext cx="425343" cy="424188"/>
            <a:chOff x="-3854375" y="2405000"/>
            <a:chExt cx="294600" cy="293800"/>
          </a:xfrm>
        </p:grpSpPr>
        <p:sp>
          <p:nvSpPr>
            <p:cNvPr id="12195" name="Google Shape;12195;p140"/>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40"/>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140"/>
          <p:cNvGrpSpPr/>
          <p:nvPr/>
        </p:nvGrpSpPr>
        <p:grpSpPr>
          <a:xfrm>
            <a:off x="5178961" y="2659838"/>
            <a:ext cx="420796" cy="423033"/>
            <a:chOff x="-3852025" y="2764950"/>
            <a:chExt cx="291450" cy="293000"/>
          </a:xfrm>
        </p:grpSpPr>
        <p:sp>
          <p:nvSpPr>
            <p:cNvPr id="12198" name="Google Shape;12198;p140"/>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40"/>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0" name="Google Shape;12200;p140"/>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40"/>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2" name="Google Shape;12202;p140"/>
          <p:cNvGrpSpPr/>
          <p:nvPr/>
        </p:nvGrpSpPr>
        <p:grpSpPr>
          <a:xfrm>
            <a:off x="7901550" y="2660398"/>
            <a:ext cx="420796" cy="421914"/>
            <a:chOff x="-2060175" y="2768875"/>
            <a:chExt cx="291450" cy="292225"/>
          </a:xfrm>
        </p:grpSpPr>
        <p:sp>
          <p:nvSpPr>
            <p:cNvPr id="12203" name="Google Shape;12203;p140"/>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40"/>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140"/>
          <p:cNvGrpSpPr/>
          <p:nvPr/>
        </p:nvGrpSpPr>
        <p:grpSpPr>
          <a:xfrm>
            <a:off x="1915160" y="3232071"/>
            <a:ext cx="421914" cy="420796"/>
            <a:chOff x="-937025" y="2064750"/>
            <a:chExt cx="292225" cy="291450"/>
          </a:xfrm>
        </p:grpSpPr>
        <p:sp>
          <p:nvSpPr>
            <p:cNvPr id="12206" name="Google Shape;12206;p140"/>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40"/>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40"/>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140"/>
          <p:cNvGrpSpPr/>
          <p:nvPr/>
        </p:nvGrpSpPr>
        <p:grpSpPr>
          <a:xfrm>
            <a:off x="3018323" y="1630697"/>
            <a:ext cx="421951" cy="421914"/>
            <a:chOff x="-5276050" y="2037975"/>
            <a:chExt cx="292250" cy="292225"/>
          </a:xfrm>
        </p:grpSpPr>
        <p:sp>
          <p:nvSpPr>
            <p:cNvPr id="12210" name="Google Shape;12210;p140"/>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40"/>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40"/>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3" name="Google Shape;12213;p140"/>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40"/>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5" name="Google Shape;12215;p140"/>
          <p:cNvGrpSpPr/>
          <p:nvPr/>
        </p:nvGrpSpPr>
        <p:grpSpPr>
          <a:xfrm>
            <a:off x="5777136" y="1631256"/>
            <a:ext cx="324133" cy="420796"/>
            <a:chOff x="-3462150" y="2046625"/>
            <a:chExt cx="224500" cy="291450"/>
          </a:xfrm>
        </p:grpSpPr>
        <p:sp>
          <p:nvSpPr>
            <p:cNvPr id="12216" name="Google Shape;12216;p140"/>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40"/>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40"/>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40"/>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40"/>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40"/>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40"/>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140"/>
          <p:cNvGrpSpPr/>
          <p:nvPr/>
        </p:nvGrpSpPr>
        <p:grpSpPr>
          <a:xfrm>
            <a:off x="5752700" y="2139276"/>
            <a:ext cx="373006" cy="423069"/>
            <a:chOff x="-3478675" y="2405775"/>
            <a:chExt cx="258350" cy="293025"/>
          </a:xfrm>
        </p:grpSpPr>
        <p:sp>
          <p:nvSpPr>
            <p:cNvPr id="12224" name="Google Shape;12224;p140"/>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40"/>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40"/>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40"/>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140"/>
          <p:cNvGrpSpPr/>
          <p:nvPr/>
        </p:nvGrpSpPr>
        <p:grpSpPr>
          <a:xfrm>
            <a:off x="5815218" y="2660398"/>
            <a:ext cx="271831" cy="421914"/>
            <a:chOff x="-3443250" y="2765725"/>
            <a:chExt cx="188275" cy="292225"/>
          </a:xfrm>
        </p:grpSpPr>
        <p:sp>
          <p:nvSpPr>
            <p:cNvPr id="12229" name="Google Shape;12229;p140"/>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40"/>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40"/>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40"/>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140"/>
          <p:cNvGrpSpPr/>
          <p:nvPr/>
        </p:nvGrpSpPr>
        <p:grpSpPr>
          <a:xfrm>
            <a:off x="844114" y="3230934"/>
            <a:ext cx="371887" cy="423069"/>
            <a:chOff x="-1684475" y="2049000"/>
            <a:chExt cx="257575" cy="293025"/>
          </a:xfrm>
        </p:grpSpPr>
        <p:sp>
          <p:nvSpPr>
            <p:cNvPr id="12234" name="Google Shape;12234;p140"/>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40"/>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40"/>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40"/>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8" name="Google Shape;12238;p140"/>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9" name="Google Shape;12239;p140"/>
          <p:cNvGrpSpPr/>
          <p:nvPr/>
        </p:nvGrpSpPr>
        <p:grpSpPr>
          <a:xfrm>
            <a:off x="4134007" y="3231514"/>
            <a:ext cx="420796" cy="421914"/>
            <a:chOff x="-1700225" y="2768875"/>
            <a:chExt cx="291450" cy="292225"/>
          </a:xfrm>
        </p:grpSpPr>
        <p:sp>
          <p:nvSpPr>
            <p:cNvPr id="12240" name="Google Shape;12240;p140"/>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40"/>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40"/>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40"/>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40"/>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40"/>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140"/>
          <p:cNvGrpSpPr/>
          <p:nvPr/>
        </p:nvGrpSpPr>
        <p:grpSpPr>
          <a:xfrm>
            <a:off x="3602355" y="3230935"/>
            <a:ext cx="371887" cy="423069"/>
            <a:chOff x="-919700" y="2420750"/>
            <a:chExt cx="257575" cy="293025"/>
          </a:xfrm>
        </p:grpSpPr>
        <p:sp>
          <p:nvSpPr>
            <p:cNvPr id="12247" name="Google Shape;12247;p140"/>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40"/>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40"/>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140"/>
          <p:cNvGrpSpPr/>
          <p:nvPr/>
        </p:nvGrpSpPr>
        <p:grpSpPr>
          <a:xfrm>
            <a:off x="1937547" y="1645950"/>
            <a:ext cx="409531" cy="410617"/>
            <a:chOff x="6679825" y="2693700"/>
            <a:chExt cx="257875" cy="258575"/>
          </a:xfrm>
        </p:grpSpPr>
        <p:sp>
          <p:nvSpPr>
            <p:cNvPr id="12251" name="Google Shape;12251;p140"/>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40"/>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140"/>
          <p:cNvGrpSpPr/>
          <p:nvPr/>
        </p:nvGrpSpPr>
        <p:grpSpPr>
          <a:xfrm>
            <a:off x="1927121" y="2142110"/>
            <a:ext cx="420531" cy="417262"/>
            <a:chOff x="6790450" y="3119050"/>
            <a:chExt cx="262750" cy="260675"/>
          </a:xfrm>
        </p:grpSpPr>
        <p:sp>
          <p:nvSpPr>
            <p:cNvPr id="12254" name="Google Shape;12254;p140"/>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40"/>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140"/>
          <p:cNvGrpSpPr/>
          <p:nvPr/>
        </p:nvGrpSpPr>
        <p:grpSpPr>
          <a:xfrm>
            <a:off x="6554233" y="3755436"/>
            <a:ext cx="358093" cy="407391"/>
            <a:chOff x="7660859" y="2571753"/>
            <a:chExt cx="366561" cy="417024"/>
          </a:xfrm>
        </p:grpSpPr>
        <p:sp>
          <p:nvSpPr>
            <p:cNvPr id="12257" name="Google Shape;12257;p140"/>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40"/>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40"/>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140"/>
          <p:cNvGrpSpPr/>
          <p:nvPr/>
        </p:nvGrpSpPr>
        <p:grpSpPr>
          <a:xfrm>
            <a:off x="4088914" y="3755436"/>
            <a:ext cx="407391" cy="407391"/>
            <a:chOff x="5566722" y="2571753"/>
            <a:chExt cx="417024" cy="417024"/>
          </a:xfrm>
        </p:grpSpPr>
        <p:sp>
          <p:nvSpPr>
            <p:cNvPr id="12261" name="Google Shape;12261;p140"/>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40"/>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140"/>
          <p:cNvGrpSpPr/>
          <p:nvPr/>
        </p:nvGrpSpPr>
        <p:grpSpPr>
          <a:xfrm>
            <a:off x="4705247" y="3857692"/>
            <a:ext cx="407381" cy="202880"/>
            <a:chOff x="6090251" y="2676413"/>
            <a:chExt cx="417014" cy="207677"/>
          </a:xfrm>
        </p:grpSpPr>
        <p:sp>
          <p:nvSpPr>
            <p:cNvPr id="12264" name="Google Shape;12264;p140"/>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40"/>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40"/>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40"/>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140"/>
          <p:cNvGrpSpPr/>
          <p:nvPr/>
        </p:nvGrpSpPr>
        <p:grpSpPr>
          <a:xfrm>
            <a:off x="5937901" y="3755436"/>
            <a:ext cx="407391" cy="407391"/>
            <a:chOff x="7137330" y="2571753"/>
            <a:chExt cx="417024" cy="417024"/>
          </a:xfrm>
        </p:grpSpPr>
        <p:sp>
          <p:nvSpPr>
            <p:cNvPr id="12269" name="Google Shape;12269;p140"/>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40"/>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40"/>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140"/>
          <p:cNvGrpSpPr/>
          <p:nvPr/>
        </p:nvGrpSpPr>
        <p:grpSpPr>
          <a:xfrm>
            <a:off x="5321569" y="3755436"/>
            <a:ext cx="407391" cy="407391"/>
            <a:chOff x="6613801" y="2571753"/>
            <a:chExt cx="417024" cy="417024"/>
          </a:xfrm>
        </p:grpSpPr>
        <p:sp>
          <p:nvSpPr>
            <p:cNvPr id="12273" name="Google Shape;12273;p140"/>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40"/>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40"/>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40"/>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40"/>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140"/>
          <p:cNvGrpSpPr/>
          <p:nvPr/>
        </p:nvGrpSpPr>
        <p:grpSpPr>
          <a:xfrm>
            <a:off x="7908242" y="3238780"/>
            <a:ext cx="407411" cy="407411"/>
            <a:chOff x="2964567" y="2571753"/>
            <a:chExt cx="417045" cy="417045"/>
          </a:xfrm>
        </p:grpSpPr>
        <p:sp>
          <p:nvSpPr>
            <p:cNvPr id="12279" name="Google Shape;12279;p140"/>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40"/>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40"/>
          <p:cNvGrpSpPr/>
          <p:nvPr/>
        </p:nvGrpSpPr>
        <p:grpSpPr>
          <a:xfrm>
            <a:off x="1623565" y="3815897"/>
            <a:ext cx="407391" cy="286470"/>
            <a:chOff x="3476576" y="2633631"/>
            <a:chExt cx="417024" cy="293244"/>
          </a:xfrm>
        </p:grpSpPr>
        <p:sp>
          <p:nvSpPr>
            <p:cNvPr id="12282" name="Google Shape;12282;p140"/>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40"/>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140"/>
          <p:cNvGrpSpPr/>
          <p:nvPr/>
        </p:nvGrpSpPr>
        <p:grpSpPr>
          <a:xfrm>
            <a:off x="2239897" y="3755508"/>
            <a:ext cx="407411" cy="407248"/>
            <a:chOff x="3988564" y="2571836"/>
            <a:chExt cx="417045" cy="416878"/>
          </a:xfrm>
        </p:grpSpPr>
        <p:sp>
          <p:nvSpPr>
            <p:cNvPr id="12285" name="Google Shape;12285;p140"/>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40"/>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140"/>
          <p:cNvGrpSpPr/>
          <p:nvPr/>
        </p:nvGrpSpPr>
        <p:grpSpPr>
          <a:xfrm>
            <a:off x="2856250" y="3755436"/>
            <a:ext cx="407391" cy="407391"/>
            <a:chOff x="4500573" y="2571753"/>
            <a:chExt cx="417024" cy="417024"/>
          </a:xfrm>
        </p:grpSpPr>
        <p:sp>
          <p:nvSpPr>
            <p:cNvPr id="12288" name="Google Shape;12288;p140"/>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40"/>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140"/>
          <p:cNvGrpSpPr/>
          <p:nvPr/>
        </p:nvGrpSpPr>
        <p:grpSpPr>
          <a:xfrm>
            <a:off x="3472582" y="3755436"/>
            <a:ext cx="407391" cy="407391"/>
            <a:chOff x="5012603" y="2571753"/>
            <a:chExt cx="417024" cy="417024"/>
          </a:xfrm>
        </p:grpSpPr>
        <p:sp>
          <p:nvSpPr>
            <p:cNvPr id="12291" name="Google Shape;12291;p140"/>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40"/>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3" name="Google Shape;12293;p140"/>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4" name="Google Shape;12294;p140"/>
          <p:cNvGrpSpPr/>
          <p:nvPr/>
        </p:nvGrpSpPr>
        <p:grpSpPr>
          <a:xfrm>
            <a:off x="5733329" y="3238790"/>
            <a:ext cx="407432" cy="407391"/>
            <a:chOff x="812101" y="2571761"/>
            <a:chExt cx="417066" cy="417024"/>
          </a:xfrm>
        </p:grpSpPr>
        <p:sp>
          <p:nvSpPr>
            <p:cNvPr id="12295" name="Google Shape;12295;p14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4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4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4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140"/>
          <p:cNvGrpSpPr/>
          <p:nvPr/>
        </p:nvGrpSpPr>
        <p:grpSpPr>
          <a:xfrm>
            <a:off x="6253923" y="3238790"/>
            <a:ext cx="407391" cy="407391"/>
            <a:chOff x="1323129" y="2571761"/>
            <a:chExt cx="417024" cy="417024"/>
          </a:xfrm>
        </p:grpSpPr>
        <p:sp>
          <p:nvSpPr>
            <p:cNvPr id="12300" name="Google Shape;12300;p14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4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4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4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4" name="Google Shape;12304;p140"/>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140"/>
          <p:cNvGrpSpPr/>
          <p:nvPr/>
        </p:nvGrpSpPr>
        <p:grpSpPr>
          <a:xfrm>
            <a:off x="7390398" y="3238843"/>
            <a:ext cx="408023" cy="407411"/>
            <a:chOff x="2344476" y="2571761"/>
            <a:chExt cx="417671" cy="417045"/>
          </a:xfrm>
        </p:grpSpPr>
        <p:sp>
          <p:nvSpPr>
            <p:cNvPr id="12306" name="Google Shape;12306;p140"/>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40"/>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140"/>
          <p:cNvGrpSpPr/>
          <p:nvPr/>
        </p:nvGrpSpPr>
        <p:grpSpPr>
          <a:xfrm>
            <a:off x="7121258" y="3759535"/>
            <a:ext cx="399178" cy="399178"/>
            <a:chOff x="2038375" y="3798025"/>
            <a:chExt cx="841792" cy="841792"/>
          </a:xfrm>
        </p:grpSpPr>
        <p:sp>
          <p:nvSpPr>
            <p:cNvPr id="12309" name="Google Shape;12309;p140"/>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40"/>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14" name="Shape 12314"/>
        <p:cNvGrpSpPr/>
        <p:nvPr/>
      </p:nvGrpSpPr>
      <p:grpSpPr>
        <a:xfrm>
          <a:off x="0" y="0"/>
          <a:ext cx="0" cy="0"/>
          <a:chOff x="0" y="0"/>
          <a:chExt cx="0" cy="0"/>
        </a:xfrm>
      </p:grpSpPr>
      <p:pic>
        <p:nvPicPr>
          <p:cNvPr id="12315" name="Google Shape;12315;p14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Minimalist Korean Aesthetic Pitch Deck by Slidesgo">
  <a:themeElements>
    <a:clrScheme name="Simple Light">
      <a:dk1>
        <a:srgbClr val="1E1E1E"/>
      </a:dk1>
      <a:lt1>
        <a:srgbClr val="664B34"/>
      </a:lt1>
      <a:dk2>
        <a:srgbClr val="887C62"/>
      </a:dk2>
      <a:lt2>
        <a:srgbClr val="D4CBBB"/>
      </a:lt2>
      <a:accent1>
        <a:srgbClr val="E7E2D6"/>
      </a:accent1>
      <a:accent2>
        <a:srgbClr val="F3F3F3"/>
      </a:accent2>
      <a:accent3>
        <a:srgbClr val="E2B0A6"/>
      </a:accent3>
      <a:accent4>
        <a:srgbClr val="FFFFFF"/>
      </a:accent4>
      <a:accent5>
        <a:srgbClr val="FFFFFF"/>
      </a:accent5>
      <a:accent6>
        <a:srgbClr val="FFFFFF"/>
      </a:accent6>
      <a:hlink>
        <a:srgbClr val="1E1E1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